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85" r:id="rId3"/>
    <p:sldId id="275" r:id="rId4"/>
    <p:sldId id="258" r:id="rId5"/>
    <p:sldId id="272" r:id="rId6"/>
    <p:sldId id="293" r:id="rId7"/>
    <p:sldId id="276" r:id="rId8"/>
    <p:sldId id="265" r:id="rId9"/>
    <p:sldId id="290" r:id="rId10"/>
    <p:sldId id="286"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1697" autoAdjust="0"/>
  </p:normalViewPr>
  <p:slideViewPr>
    <p:cSldViewPr snapToGrid="0">
      <p:cViewPr varScale="1">
        <p:scale>
          <a:sx n="68" d="100"/>
          <a:sy n="68" d="100"/>
        </p:scale>
        <p:origin x="2232" y="6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hhond\source\repos\simind_study\cps_per_mbq_to_bq_per_ml.ods"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Users\hhond\source\repos\simind_study\cps_per_mbq_to_bq_per_ml.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hhond\source\repos\simind_study\cps_per_mbq_to_bq_per_ml.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hhond\source\repos\simind_study\cps_per_mbq_to_bq_per_ml.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hhond\source\repos\simind_study\cps_per_mbq_to_bq_per_ml.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hhond\source\repos\simind_study\cps_per_mbq_to_bq_per_m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lIns="0" tIns="0" rIns="0" bIns="0"/>
          <a:lstStyle/>
          <a:p>
            <a:pPr marL="0" marR="0" indent="0" algn="ctr" defTabSz="914400" fontAlgn="auto" hangingPunct="1">
              <a:lnSpc>
                <a:spcPct val="100000"/>
              </a:lnSpc>
              <a:spcBef>
                <a:spcPts val="0"/>
              </a:spcBef>
              <a:spcAft>
                <a:spcPts val="0"/>
              </a:spcAft>
              <a:tabLst/>
              <a:defRPr sz="1400" b="0" i="0" u="none" strike="noStrike" kern="1200" spc="0" baseline="0">
                <a:solidFill>
                  <a:sysClr val="windowText" lastClr="000000"/>
                </a:solidFill>
                <a:latin typeface="Aptos Narrow"/>
              </a:defRPr>
            </a:pPr>
            <a:r>
              <a:rPr lang="en-US" altLang="ja-JP" sz="1400" b="0" i="0" u="none" strike="noStrike" kern="1200" cap="none" spc="0" baseline="0" dirty="0">
                <a:solidFill>
                  <a:sysClr val="windowText" lastClr="000000"/>
                </a:solidFill>
                <a:uFillTx/>
                <a:latin typeface="Aptos Narrow"/>
              </a:rPr>
              <a:t>LEHR</a:t>
            </a:r>
            <a:r>
              <a:rPr lang="ja-JP" altLang="en-US" sz="1400" b="0" i="0" u="none" strike="noStrike" kern="1200" cap="none" spc="0" baseline="0" dirty="0">
                <a:solidFill>
                  <a:sysClr val="windowText" lastClr="000000"/>
                </a:solidFill>
                <a:uFillTx/>
                <a:latin typeface="Aptos Narrow"/>
              </a:rPr>
              <a:t>における</a:t>
            </a:r>
            <a:r>
              <a:rPr lang="en-US" altLang="ja-JP" sz="1400" b="0" i="0" u="none" strike="noStrike" kern="1200" cap="none" spc="0" baseline="30000" dirty="0">
                <a:solidFill>
                  <a:sysClr val="windowText" lastClr="000000"/>
                </a:solidFill>
                <a:uFillTx/>
                <a:latin typeface="Aptos Narrow"/>
              </a:rPr>
              <a:t>123</a:t>
            </a:r>
            <a:r>
              <a:rPr lang="en-US" altLang="ja-JP" sz="1400" b="0" i="0" u="none" strike="noStrike" kern="1200" cap="none" spc="0" baseline="0" dirty="0">
                <a:solidFill>
                  <a:sysClr val="windowText" lastClr="000000"/>
                </a:solidFill>
                <a:uFillTx/>
                <a:latin typeface="Aptos Narrow"/>
              </a:rPr>
              <a:t>I</a:t>
            </a:r>
            <a:r>
              <a:rPr lang="ja-JP" altLang="en-US" sz="1400" b="0" i="0" u="none" strike="noStrike" kern="1200" cap="none" spc="0" baseline="0" dirty="0">
                <a:solidFill>
                  <a:sysClr val="windowText" lastClr="000000"/>
                </a:solidFill>
                <a:uFillTx/>
                <a:latin typeface="Aptos Narrow"/>
              </a:rPr>
              <a:t>エネルギースペクトラム</a:t>
            </a:r>
          </a:p>
        </c:rich>
      </c:tx>
      <c:layout>
        <c:manualLayout>
          <c:xMode val="edge"/>
          <c:yMode val="edge"/>
          <c:x val="0.1879138205944153"/>
          <c:y val="4.811461668724118E-2"/>
        </c:manualLayout>
      </c:layout>
      <c:overlay val="0"/>
      <c:spPr>
        <a:noFill/>
        <a:ln>
          <a:noFill/>
        </a:ln>
      </c:spPr>
    </c:title>
    <c:autoTitleDeleted val="0"/>
    <c:plotArea>
      <c:layout>
        <c:manualLayout>
          <c:layoutTarget val="inner"/>
          <c:xMode val="edge"/>
          <c:yMode val="edge"/>
          <c:x val="0.13735486720581577"/>
          <c:y val="0.21601327534224163"/>
          <c:w val="0.81239802278209061"/>
          <c:h val="0.59126231195212842"/>
        </c:manualLayout>
      </c:layout>
      <c:scatterChart>
        <c:scatterStyle val="smoothMarker"/>
        <c:varyColors val="0"/>
        <c:ser>
          <c:idx val="0"/>
          <c:order val="0"/>
          <c:tx>
            <c:strRef>
              <c:f>'calib_(2)'!$B$7</c:f>
              <c:strCache>
                <c:ptCount val="1"/>
                <c:pt idx="0">
                  <c:v>all</c:v>
                </c:pt>
              </c:strCache>
            </c:strRef>
          </c:tx>
          <c:spPr>
            <a:ln w="19046" cap="rnd">
              <a:solidFill>
                <a:srgbClr val="FF0000"/>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'calib_(2)'!$B$8:$B$519</c:f>
              <c:numCache>
                <c:formatCode>General</c:formatCode>
                <c:ptCount val="512"/>
                <c:pt idx="0">
                  <c:v>0.15951274419017236</c:v>
                </c:pt>
                <c:pt idx="1">
                  <c:v>0.18541765697186541</c:v>
                </c:pt>
                <c:pt idx="2">
                  <c:v>0.19025672098734203</c:v>
                </c:pt>
                <c:pt idx="3">
                  <c:v>0.18977320164498876</c:v>
                </c:pt>
                <c:pt idx="4">
                  <c:v>0.19215212514630042</c:v>
                </c:pt>
                <c:pt idx="5">
                  <c:v>0.19457185184172321</c:v>
                </c:pt>
                <c:pt idx="6">
                  <c:v>0.19566054291139195</c:v>
                </c:pt>
                <c:pt idx="7">
                  <c:v>0.19392654000297693</c:v>
                </c:pt>
                <c:pt idx="8">
                  <c:v>0.19703240209500139</c:v>
                </c:pt>
                <c:pt idx="9">
                  <c:v>0.197395091874356</c:v>
                </c:pt>
                <c:pt idx="10">
                  <c:v>0.19731307387708846</c:v>
                </c:pt>
                <c:pt idx="11">
                  <c:v>0.19800000901189366</c:v>
                </c:pt>
                <c:pt idx="12">
                  <c:v>0.19630599112188934</c:v>
                </c:pt>
                <c:pt idx="13">
                  <c:v>0.19558069165904396</c:v>
                </c:pt>
                <c:pt idx="14">
                  <c:v>0.19626633818338196</c:v>
                </c:pt>
                <c:pt idx="15">
                  <c:v>0.19461277330976495</c:v>
                </c:pt>
                <c:pt idx="16">
                  <c:v>0.1948150171229297</c:v>
                </c:pt>
                <c:pt idx="17">
                  <c:v>0.19312068706404817</c:v>
                </c:pt>
                <c:pt idx="18">
                  <c:v>0.19332304779147913</c:v>
                </c:pt>
                <c:pt idx="19">
                  <c:v>0.19251565238865881</c:v>
                </c:pt>
                <c:pt idx="20">
                  <c:v>0.20163050762219159</c:v>
                </c:pt>
                <c:pt idx="21">
                  <c:v>0.23304325174321203</c:v>
                </c:pt>
                <c:pt idx="22">
                  <c:v>0.32313113418309647</c:v>
                </c:pt>
                <c:pt idx="23">
                  <c:v>0.52496261703164293</c:v>
                </c:pt>
                <c:pt idx="24">
                  <c:v>0.84930331195213471</c:v>
                </c:pt>
                <c:pt idx="25">
                  <c:v>1.2218737981768679</c:v>
                </c:pt>
                <c:pt idx="26">
                  <c:v>1.479515475408494</c:v>
                </c:pt>
                <c:pt idx="27">
                  <c:v>1.4995586689281351</c:v>
                </c:pt>
                <c:pt idx="28">
                  <c:v>1.2964367776240484</c:v>
                </c:pt>
                <c:pt idx="29">
                  <c:v>1.0031050824346162</c:v>
                </c:pt>
                <c:pt idx="30">
                  <c:v>0.7500610784730688</c:v>
                </c:pt>
                <c:pt idx="31">
                  <c:v>0.56585220269505676</c:v>
                </c:pt>
                <c:pt idx="32">
                  <c:v>0.43128517872087896</c:v>
                </c:pt>
                <c:pt idx="33">
                  <c:v>0.32857493965230161</c:v>
                </c:pt>
                <c:pt idx="34">
                  <c:v>0.25796485123785373</c:v>
                </c:pt>
                <c:pt idx="35">
                  <c:v>0.21699381303275267</c:v>
                </c:pt>
                <c:pt idx="36">
                  <c:v>0.1980000873516897</c:v>
                </c:pt>
                <c:pt idx="37">
                  <c:v>0.19247438034662717</c:v>
                </c:pt>
                <c:pt idx="38">
                  <c:v>0.19416935397425147</c:v>
                </c:pt>
                <c:pt idx="39">
                  <c:v>0.19872446987801934</c:v>
                </c:pt>
                <c:pt idx="40">
                  <c:v>0.20618581691049986</c:v>
                </c:pt>
                <c:pt idx="41">
                  <c:v>0.21392916387422642</c:v>
                </c:pt>
                <c:pt idx="42">
                  <c:v>0.21977587763060266</c:v>
                </c:pt>
                <c:pt idx="43">
                  <c:v>0.22743792793901624</c:v>
                </c:pt>
                <c:pt idx="44">
                  <c:v>0.2294145900086364</c:v>
                </c:pt>
                <c:pt idx="45">
                  <c:v>0.23090683066747142</c:v>
                </c:pt>
                <c:pt idx="46">
                  <c:v>0.22731569245392097</c:v>
                </c:pt>
                <c:pt idx="47">
                  <c:v>0.22275997206601234</c:v>
                </c:pt>
                <c:pt idx="48">
                  <c:v>0.21945329103054767</c:v>
                </c:pt>
                <c:pt idx="49">
                  <c:v>0.21630740443883267</c:v>
                </c:pt>
                <c:pt idx="50">
                  <c:v>0.21497712912645639</c:v>
                </c:pt>
                <c:pt idx="51">
                  <c:v>0.21655037469261068</c:v>
                </c:pt>
                <c:pt idx="52">
                  <c:v>0.22114668367598811</c:v>
                </c:pt>
                <c:pt idx="53">
                  <c:v>0.22461402544660289</c:v>
                </c:pt>
                <c:pt idx="54">
                  <c:v>0.2274366790929146</c:v>
                </c:pt>
                <c:pt idx="55">
                  <c:v>0.23227716899741913</c:v>
                </c:pt>
                <c:pt idx="56">
                  <c:v>0.23534103651569893</c:v>
                </c:pt>
                <c:pt idx="57">
                  <c:v>0.23800236770411984</c:v>
                </c:pt>
                <c:pt idx="58">
                  <c:v>0.23981665032485336</c:v>
                </c:pt>
                <c:pt idx="59">
                  <c:v>0.23961569444266634</c:v>
                </c:pt>
                <c:pt idx="60">
                  <c:v>0.24094647791502163</c:v>
                </c:pt>
                <c:pt idx="61">
                  <c:v>0.24372947907636758</c:v>
                </c:pt>
                <c:pt idx="62">
                  <c:v>0.24997968591870356</c:v>
                </c:pt>
                <c:pt idx="63">
                  <c:v>0.2593359098899044</c:v>
                </c:pt>
                <c:pt idx="64">
                  <c:v>0.27429726479102901</c:v>
                </c:pt>
                <c:pt idx="65">
                  <c:v>0.29450051257856452</c:v>
                </c:pt>
                <c:pt idx="66">
                  <c:v>0.32482402036831065</c:v>
                </c:pt>
                <c:pt idx="67">
                  <c:v>0.3658765304592666</c:v>
                </c:pt>
                <c:pt idx="68">
                  <c:v>0.4146717601721332</c:v>
                </c:pt>
                <c:pt idx="69">
                  <c:v>0.46761763943450046</c:v>
                </c:pt>
                <c:pt idx="70">
                  <c:v>0.52064826702470213</c:v>
                </c:pt>
                <c:pt idx="71">
                  <c:v>0.57057102330708531</c:v>
                </c:pt>
                <c:pt idx="72">
                  <c:v>0.60621945699711888</c:v>
                </c:pt>
                <c:pt idx="73">
                  <c:v>0.62517304035741605</c:v>
                </c:pt>
                <c:pt idx="74">
                  <c:v>0.62303427730594008</c:v>
                </c:pt>
                <c:pt idx="75">
                  <c:v>0.60859804819203056</c:v>
                </c:pt>
                <c:pt idx="76">
                  <c:v>0.57762751194609419</c:v>
                </c:pt>
                <c:pt idx="77">
                  <c:v>0.54012334575632948</c:v>
                </c:pt>
                <c:pt idx="78">
                  <c:v>0.50592822492517175</c:v>
                </c:pt>
                <c:pt idx="79">
                  <c:v>0.4790720007032187</c:v>
                </c:pt>
                <c:pt idx="80">
                  <c:v>0.45911300951359207</c:v>
                </c:pt>
                <c:pt idx="81">
                  <c:v>0.44878552892217244</c:v>
                </c:pt>
                <c:pt idx="82">
                  <c:v>0.44374705063859299</c:v>
                </c:pt>
                <c:pt idx="83">
                  <c:v>0.44289867539472799</c:v>
                </c:pt>
                <c:pt idx="84">
                  <c:v>0.43749389784651171</c:v>
                </c:pt>
                <c:pt idx="85">
                  <c:v>0.4280196699471891</c:v>
                </c:pt>
                <c:pt idx="86">
                  <c:v>0.41753352240256814</c:v>
                </c:pt>
                <c:pt idx="87">
                  <c:v>0.40116243150211922</c:v>
                </c:pt>
                <c:pt idx="88">
                  <c:v>0.38204754208172365</c:v>
                </c:pt>
                <c:pt idx="89">
                  <c:v>0.36123832413242979</c:v>
                </c:pt>
                <c:pt idx="90">
                  <c:v>0.34321202815460394</c:v>
                </c:pt>
                <c:pt idx="91">
                  <c:v>0.32583319113264109</c:v>
                </c:pt>
                <c:pt idx="92">
                  <c:v>0.31248565189864225</c:v>
                </c:pt>
                <c:pt idx="93">
                  <c:v>0.30192031556104204</c:v>
                </c:pt>
                <c:pt idx="94">
                  <c:v>0.29482335354162692</c:v>
                </c:pt>
                <c:pt idx="95">
                  <c:v>0.29083006814804802</c:v>
                </c:pt>
                <c:pt idx="96">
                  <c:v>0.2875253960447427</c:v>
                </c:pt>
                <c:pt idx="97">
                  <c:v>0.28740107119153657</c:v>
                </c:pt>
                <c:pt idx="98">
                  <c:v>0.28562743746511238</c:v>
                </c:pt>
                <c:pt idx="99">
                  <c:v>0.28611181503185146</c:v>
                </c:pt>
                <c:pt idx="100">
                  <c:v>0.28542607127695402</c:v>
                </c:pt>
                <c:pt idx="101">
                  <c:v>0.28631380589757793</c:v>
                </c:pt>
                <c:pt idx="102">
                  <c:v>0.28538708159089632</c:v>
                </c:pt>
                <c:pt idx="103">
                  <c:v>0.28320753406616644</c:v>
                </c:pt>
                <c:pt idx="104">
                  <c:v>0.28369216599604979</c:v>
                </c:pt>
                <c:pt idx="105">
                  <c:v>0.28171583793230831</c:v>
                </c:pt>
                <c:pt idx="106">
                  <c:v>0.28143444548803032</c:v>
                </c:pt>
                <c:pt idx="107">
                  <c:v>0.28046619471944556</c:v>
                </c:pt>
                <c:pt idx="108">
                  <c:v>0.2774024638568261</c:v>
                </c:pt>
                <c:pt idx="109">
                  <c:v>0.278934163729815</c:v>
                </c:pt>
                <c:pt idx="110">
                  <c:v>0.27703838931288577</c:v>
                </c:pt>
                <c:pt idx="111">
                  <c:v>0.27683680903607993</c:v>
                </c:pt>
                <c:pt idx="112">
                  <c:v>0.27526434324119869</c:v>
                </c:pt>
                <c:pt idx="113">
                  <c:v>0.27623312055039428</c:v>
                </c:pt>
                <c:pt idx="114">
                  <c:v>0.27615137728042738</c:v>
                </c:pt>
                <c:pt idx="115">
                  <c:v>0.27675637122777824</c:v>
                </c:pt>
                <c:pt idx="116">
                  <c:v>0.276433607811431</c:v>
                </c:pt>
                <c:pt idx="117">
                  <c:v>0.2769581663864491</c:v>
                </c:pt>
                <c:pt idx="118">
                  <c:v>0.2775627717512385</c:v>
                </c:pt>
                <c:pt idx="119">
                  <c:v>0.28038523071007199</c:v>
                </c:pt>
                <c:pt idx="120">
                  <c:v>0.28147419446775035</c:v>
                </c:pt>
                <c:pt idx="121">
                  <c:v>0.2836920296240244</c:v>
                </c:pt>
                <c:pt idx="122">
                  <c:v>0.28534653077763961</c:v>
                </c:pt>
                <c:pt idx="123">
                  <c:v>0.28873374758790793</c:v>
                </c:pt>
                <c:pt idx="124">
                  <c:v>0.29123285867045956</c:v>
                </c:pt>
                <c:pt idx="125">
                  <c:v>0.29635470221758919</c:v>
                </c:pt>
                <c:pt idx="126">
                  <c:v>0.29478268592646062</c:v>
                </c:pt>
                <c:pt idx="127">
                  <c:v>0.29901781054975068</c:v>
                </c:pt>
                <c:pt idx="128">
                  <c:v>0.30038888831919841</c:v>
                </c:pt>
                <c:pt idx="129">
                  <c:v>0.30147619439751139</c:v>
                </c:pt>
                <c:pt idx="130">
                  <c:v>0.30405640518101285</c:v>
                </c:pt>
                <c:pt idx="131">
                  <c:v>0.30462170846478182</c:v>
                </c:pt>
                <c:pt idx="132">
                  <c:v>0.3067583249653138</c:v>
                </c:pt>
                <c:pt idx="133">
                  <c:v>0.30857276437881892</c:v>
                </c:pt>
                <c:pt idx="134">
                  <c:v>0.30720279913894044</c:v>
                </c:pt>
                <c:pt idx="135">
                  <c:v>0.3096620802962371</c:v>
                </c:pt>
                <c:pt idx="136">
                  <c:v>0.3107917514333105</c:v>
                </c:pt>
                <c:pt idx="137">
                  <c:v>0.31470282385878223</c:v>
                </c:pt>
                <c:pt idx="138">
                  <c:v>0.31905827022449373</c:v>
                </c:pt>
                <c:pt idx="139">
                  <c:v>0.3236952072854421</c:v>
                </c:pt>
                <c:pt idx="140">
                  <c:v>0.33220456029791695</c:v>
                </c:pt>
                <c:pt idx="141">
                  <c:v>0.34414146452426264</c:v>
                </c:pt>
                <c:pt idx="142">
                  <c:v>0.35680401958011287</c:v>
                </c:pt>
                <c:pt idx="143">
                  <c:v>0.37624124293758243</c:v>
                </c:pt>
                <c:pt idx="144">
                  <c:v>0.40156477280358976</c:v>
                </c:pt>
                <c:pt idx="145">
                  <c:v>0.42906683636802456</c:v>
                </c:pt>
                <c:pt idx="146">
                  <c:v>0.46535954691257919</c:v>
                </c:pt>
                <c:pt idx="147">
                  <c:v>0.50786443131484227</c:v>
                </c:pt>
                <c:pt idx="148">
                  <c:v>0.55298908260536916</c:v>
                </c:pt>
                <c:pt idx="149">
                  <c:v>0.6066221872774169</c:v>
                </c:pt>
                <c:pt idx="150">
                  <c:v>0.66235225800418529</c:v>
                </c:pt>
                <c:pt idx="151">
                  <c:v>0.72219554620877358</c:v>
                </c:pt>
                <c:pt idx="152">
                  <c:v>0.78050676388558793</c:v>
                </c:pt>
                <c:pt idx="153">
                  <c:v>0.83692332001650072</c:v>
                </c:pt>
                <c:pt idx="154">
                  <c:v>0.88958839050062166</c:v>
                </c:pt>
                <c:pt idx="155">
                  <c:v>0.93459119562551696</c:v>
                </c:pt>
                <c:pt idx="156">
                  <c:v>0.96907182909604717</c:v>
                </c:pt>
                <c:pt idx="157">
                  <c:v>0.9911287584193551</c:v>
                </c:pt>
                <c:pt idx="158">
                  <c:v>1</c:v>
                </c:pt>
                <c:pt idx="159">
                  <c:v>0.99592725312652985</c:v>
                </c:pt>
                <c:pt idx="160">
                  <c:v>0.97882856094977677</c:v>
                </c:pt>
                <c:pt idx="161">
                  <c:v>0.94781915170541575</c:v>
                </c:pt>
                <c:pt idx="162">
                  <c:v>0.90922625666472912</c:v>
                </c:pt>
                <c:pt idx="163">
                  <c:v>0.86293187212595535</c:v>
                </c:pt>
                <c:pt idx="164">
                  <c:v>0.81175972801343166</c:v>
                </c:pt>
                <c:pt idx="165">
                  <c:v>0.75796572866410994</c:v>
                </c:pt>
                <c:pt idx="166">
                  <c:v>0.70727575787441688</c:v>
                </c:pt>
                <c:pt idx="167">
                  <c:v>0.6564652088823163</c:v>
                </c:pt>
                <c:pt idx="168">
                  <c:v>0.61146148636832331</c:v>
                </c:pt>
                <c:pt idx="169">
                  <c:v>0.5729494970211465</c:v>
                </c:pt>
                <c:pt idx="170">
                  <c:v>0.53697917731272693</c:v>
                </c:pt>
                <c:pt idx="171">
                  <c:v>0.51008267485042746</c:v>
                </c:pt>
                <c:pt idx="172">
                  <c:v>0.48701602774525288</c:v>
                </c:pt>
                <c:pt idx="173">
                  <c:v>0.47072463300427003</c:v>
                </c:pt>
                <c:pt idx="174">
                  <c:v>0.45721475669244904</c:v>
                </c:pt>
                <c:pt idx="175">
                  <c:v>0.44499362883483512</c:v>
                </c:pt>
                <c:pt idx="176">
                  <c:v>0.43745514187704093</c:v>
                </c:pt>
                <c:pt idx="177">
                  <c:v>0.43181067250000243</c:v>
                </c:pt>
                <c:pt idx="178">
                  <c:v>0.42862581681329404</c:v>
                </c:pt>
                <c:pt idx="179">
                  <c:v>0.42354185127081562</c:v>
                </c:pt>
                <c:pt idx="180">
                  <c:v>0.41749135084152794</c:v>
                </c:pt>
                <c:pt idx="181">
                  <c:v>0.41333973051778705</c:v>
                </c:pt>
                <c:pt idx="182">
                  <c:v>0.40967024278774139</c:v>
                </c:pt>
                <c:pt idx="183">
                  <c:v>0.40539472408751376</c:v>
                </c:pt>
                <c:pt idx="184">
                  <c:v>0.4017677577555957</c:v>
                </c:pt>
                <c:pt idx="185">
                  <c:v>0.39600032990930417</c:v>
                </c:pt>
                <c:pt idx="186">
                  <c:v>0.39120236174260348</c:v>
                </c:pt>
                <c:pt idx="187">
                  <c:v>0.38535346150073657</c:v>
                </c:pt>
                <c:pt idx="188">
                  <c:v>0.37995051912753042</c:v>
                </c:pt>
                <c:pt idx="189">
                  <c:v>0.37490831246060408</c:v>
                </c:pt>
                <c:pt idx="190">
                  <c:v>0.36954607525773159</c:v>
                </c:pt>
                <c:pt idx="191">
                  <c:v>0.36430328562946607</c:v>
                </c:pt>
                <c:pt idx="192">
                  <c:v>0.35885943960240313</c:v>
                </c:pt>
                <c:pt idx="193">
                  <c:v>0.35265064208065872</c:v>
                </c:pt>
                <c:pt idx="194">
                  <c:v>0.34813363676441222</c:v>
                </c:pt>
                <c:pt idx="195">
                  <c:v>0.34268889416526416</c:v>
                </c:pt>
                <c:pt idx="196">
                  <c:v>0.3380521711362357</c:v>
                </c:pt>
                <c:pt idx="197">
                  <c:v>0.33220303785864264</c:v>
                </c:pt>
                <c:pt idx="198">
                  <c:v>0.3271645006356132</c:v>
                </c:pt>
                <c:pt idx="199">
                  <c:v>0.32188215410950405</c:v>
                </c:pt>
                <c:pt idx="200">
                  <c:v>0.319461450915902</c:v>
                </c:pt>
                <c:pt idx="201">
                  <c:v>0.31474265248109895</c:v>
                </c:pt>
                <c:pt idx="202">
                  <c:v>0.30736322372208247</c:v>
                </c:pt>
                <c:pt idx="203">
                  <c:v>0.30308915082122284</c:v>
                </c:pt>
                <c:pt idx="204">
                  <c:v>0.29982280475402517</c:v>
                </c:pt>
                <c:pt idx="205">
                  <c:v>0.29623379216163781</c:v>
                </c:pt>
                <c:pt idx="206">
                  <c:v>0.2924833212487799</c:v>
                </c:pt>
                <c:pt idx="207">
                  <c:v>0.28812935874787227</c:v>
                </c:pt>
                <c:pt idx="208">
                  <c:v>0.28361071436117136</c:v>
                </c:pt>
                <c:pt idx="209">
                  <c:v>0.28062583992785539</c:v>
                </c:pt>
                <c:pt idx="210">
                  <c:v>0.27562564672584788</c:v>
                </c:pt>
                <c:pt idx="211">
                  <c:v>0.27308779998152943</c:v>
                </c:pt>
                <c:pt idx="212">
                  <c:v>0.26937588944385477</c:v>
                </c:pt>
                <c:pt idx="213">
                  <c:v>0.26582846179886715</c:v>
                </c:pt>
                <c:pt idx="214">
                  <c:v>0.26284360738975721</c:v>
                </c:pt>
                <c:pt idx="215">
                  <c:v>0.26042481674811069</c:v>
                </c:pt>
                <c:pt idx="216">
                  <c:v>0.25764144396926614</c:v>
                </c:pt>
                <c:pt idx="217">
                  <c:v>0.25268164512824259</c:v>
                </c:pt>
                <c:pt idx="218">
                  <c:v>0.25231967895717911</c:v>
                </c:pt>
                <c:pt idx="219">
                  <c:v>0.24909060459838187</c:v>
                </c:pt>
                <c:pt idx="220">
                  <c:v>0.24691581806102142</c:v>
                </c:pt>
                <c:pt idx="221">
                  <c:v>0.2441735623445063</c:v>
                </c:pt>
                <c:pt idx="222">
                  <c:v>0.24276039033396277</c:v>
                </c:pt>
                <c:pt idx="223">
                  <c:v>0.24143066181331146</c:v>
                </c:pt>
                <c:pt idx="224">
                  <c:v>0.23872813522194275</c:v>
                </c:pt>
                <c:pt idx="225">
                  <c:v>0.23582561007271707</c:v>
                </c:pt>
                <c:pt idx="226">
                  <c:v>0.23272056785587053</c:v>
                </c:pt>
                <c:pt idx="227">
                  <c:v>0.2335275338358708</c:v>
                </c:pt>
                <c:pt idx="228">
                  <c:v>0.23142994485923893</c:v>
                </c:pt>
                <c:pt idx="229">
                  <c:v>0.22739792334994061</c:v>
                </c:pt>
                <c:pt idx="230">
                  <c:v>0.22772014173159069</c:v>
                </c:pt>
                <c:pt idx="231">
                  <c:v>0.22679294846326006</c:v>
                </c:pt>
                <c:pt idx="232">
                  <c:v>0.22433284720415192</c:v>
                </c:pt>
                <c:pt idx="233">
                  <c:v>0.22187327106953711</c:v>
                </c:pt>
                <c:pt idx="234">
                  <c:v>0.22211555781975134</c:v>
                </c:pt>
                <c:pt idx="235">
                  <c:v>0.2207435428060838</c:v>
                </c:pt>
                <c:pt idx="236">
                  <c:v>0.21917109658200412</c:v>
                </c:pt>
                <c:pt idx="237">
                  <c:v>0.21937351653169704</c:v>
                </c:pt>
                <c:pt idx="238">
                  <c:v>0.21775972054827808</c:v>
                </c:pt>
                <c:pt idx="239">
                  <c:v>0.21695394515579014</c:v>
                </c:pt>
                <c:pt idx="240">
                  <c:v>0.21699326629830343</c:v>
                </c:pt>
                <c:pt idx="241">
                  <c:v>0.21522035255362051</c:v>
                </c:pt>
                <c:pt idx="242">
                  <c:v>0.21546135126008847</c:v>
                </c:pt>
                <c:pt idx="243">
                  <c:v>0.21392824631494778</c:v>
                </c:pt>
                <c:pt idx="244">
                  <c:v>0.21312042216879662</c:v>
                </c:pt>
                <c:pt idx="245">
                  <c:v>0.21207388178587974</c:v>
                </c:pt>
                <c:pt idx="246">
                  <c:v>0.21219555215493371</c:v>
                </c:pt>
                <c:pt idx="247">
                  <c:v>0.21070251005773158</c:v>
                </c:pt>
                <c:pt idx="248">
                  <c:v>0.20908892855963743</c:v>
                </c:pt>
                <c:pt idx="249">
                  <c:v>0.20751659919323412</c:v>
                </c:pt>
                <c:pt idx="250">
                  <c:v>0.20751669784032239</c:v>
                </c:pt>
                <c:pt idx="251">
                  <c:v>0.20723483683079891</c:v>
                </c:pt>
                <c:pt idx="252">
                  <c:v>0.20590356590298237</c:v>
                </c:pt>
                <c:pt idx="253">
                  <c:v>0.20558113467917011</c:v>
                </c:pt>
                <c:pt idx="254">
                  <c:v>0.20541961617345059</c:v>
                </c:pt>
                <c:pt idx="255">
                  <c:v>0.20352347132878107</c:v>
                </c:pt>
                <c:pt idx="256">
                  <c:v>0.20283948282348466</c:v>
                </c:pt>
                <c:pt idx="257">
                  <c:v>0.20090300272636485</c:v>
                </c:pt>
                <c:pt idx="258">
                  <c:v>0.20017713803484674</c:v>
                </c:pt>
                <c:pt idx="259">
                  <c:v>0.20029886632267624</c:v>
                </c:pt>
                <c:pt idx="260">
                  <c:v>0.19872659606549214</c:v>
                </c:pt>
                <c:pt idx="261">
                  <c:v>0.20122646785741255</c:v>
                </c:pt>
                <c:pt idx="262">
                  <c:v>0.19808032848898877</c:v>
                </c:pt>
                <c:pt idx="263">
                  <c:v>0.19876570294903978</c:v>
                </c:pt>
                <c:pt idx="264">
                  <c:v>0.19618603822022423</c:v>
                </c:pt>
                <c:pt idx="265">
                  <c:v>0.19751594361458022</c:v>
                </c:pt>
                <c:pt idx="266">
                  <c:v>0.19662881206088315</c:v>
                </c:pt>
                <c:pt idx="267">
                  <c:v>0.19779840876747201</c:v>
                </c:pt>
                <c:pt idx="268">
                  <c:v>0.19598381244815261</c:v>
                </c:pt>
                <c:pt idx="269">
                  <c:v>0.19763786630707597</c:v>
                </c:pt>
                <c:pt idx="270">
                  <c:v>0.19570191269411452</c:v>
                </c:pt>
                <c:pt idx="271">
                  <c:v>0.19602309529873299</c:v>
                </c:pt>
                <c:pt idx="272">
                  <c:v>0.19570062464995722</c:v>
                </c:pt>
                <c:pt idx="273">
                  <c:v>0.19513672604193674</c:v>
                </c:pt>
                <c:pt idx="274">
                  <c:v>0.19481546572055936</c:v>
                </c:pt>
                <c:pt idx="275">
                  <c:v>0.19509631318645598</c:v>
                </c:pt>
                <c:pt idx="276">
                  <c:v>0.19340243087525927</c:v>
                </c:pt>
                <c:pt idx="277">
                  <c:v>0.19465291370469318</c:v>
                </c:pt>
                <c:pt idx="278">
                  <c:v>0.19195048615681626</c:v>
                </c:pt>
                <c:pt idx="279">
                  <c:v>0.19166881898551147</c:v>
                </c:pt>
                <c:pt idx="280">
                  <c:v>0.19215278834229782</c:v>
                </c:pt>
                <c:pt idx="281">
                  <c:v>0.18880559580467485</c:v>
                </c:pt>
                <c:pt idx="282">
                  <c:v>0.18767537855536678</c:v>
                </c:pt>
                <c:pt idx="283">
                  <c:v>0.18674873168249451</c:v>
                </c:pt>
                <c:pt idx="284">
                  <c:v>0.18670831871355956</c:v>
                </c:pt>
                <c:pt idx="285">
                  <c:v>0.18461170600888516</c:v>
                </c:pt>
                <c:pt idx="286">
                  <c:v>0.18481314934749257</c:v>
                </c:pt>
                <c:pt idx="287">
                  <c:v>0.18344212762688694</c:v>
                </c:pt>
                <c:pt idx="288">
                  <c:v>0.18287686382412296</c:v>
                </c:pt>
                <c:pt idx="289">
                  <c:v>0.18074092890104254</c:v>
                </c:pt>
                <c:pt idx="290">
                  <c:v>0.1808212880297351</c:v>
                </c:pt>
                <c:pt idx="291">
                  <c:v>0.17868365588914564</c:v>
                </c:pt>
                <c:pt idx="292">
                  <c:v>0.17779623338080947</c:v>
                </c:pt>
                <c:pt idx="293">
                  <c:v>0.17674789826728604</c:v>
                </c:pt>
                <c:pt idx="294">
                  <c:v>0.1755781844191116</c:v>
                </c:pt>
                <c:pt idx="295">
                  <c:v>0.17517570657557185</c:v>
                </c:pt>
                <c:pt idx="296">
                  <c:v>0.1737627700374095</c:v>
                </c:pt>
                <c:pt idx="297">
                  <c:v>0.17489259609745811</c:v>
                </c:pt>
                <c:pt idx="298">
                  <c:v>0.17328010840889879</c:v>
                </c:pt>
                <c:pt idx="299">
                  <c:v>0.172514843442128</c:v>
                </c:pt>
                <c:pt idx="300">
                  <c:v>0.17219110454704153</c:v>
                </c:pt>
                <c:pt idx="301">
                  <c:v>0.17275629250243138</c:v>
                </c:pt>
                <c:pt idx="302">
                  <c:v>0.17223216250083695</c:v>
                </c:pt>
                <c:pt idx="303">
                  <c:v>0.17267556220964447</c:v>
                </c:pt>
                <c:pt idx="304">
                  <c:v>0.17271593682978303</c:v>
                </c:pt>
                <c:pt idx="305">
                  <c:v>0.17332036622808791</c:v>
                </c:pt>
                <c:pt idx="306">
                  <c:v>0.1751764091963956</c:v>
                </c:pt>
                <c:pt idx="307">
                  <c:v>0.17299848145550173</c:v>
                </c:pt>
                <c:pt idx="308">
                  <c:v>0.17428904534373682</c:v>
                </c:pt>
                <c:pt idx="309">
                  <c:v>0.17400648075053898</c:v>
                </c:pt>
                <c:pt idx="310">
                  <c:v>0.17606348022503032</c:v>
                </c:pt>
                <c:pt idx="311">
                  <c:v>0.1753368734311346</c:v>
                </c:pt>
                <c:pt idx="312">
                  <c:v>0.17618403993362602</c:v>
                </c:pt>
                <c:pt idx="313">
                  <c:v>0.17678956110121452</c:v>
                </c:pt>
                <c:pt idx="314">
                  <c:v>0.17844136942229225</c:v>
                </c:pt>
                <c:pt idx="315">
                  <c:v>0.17876426960775324</c:v>
                </c:pt>
                <c:pt idx="316">
                  <c:v>0.18110326736991705</c:v>
                </c:pt>
                <c:pt idx="317">
                  <c:v>0.17981274211329079</c:v>
                </c:pt>
                <c:pt idx="318">
                  <c:v>0.18186984051809385</c:v>
                </c:pt>
                <c:pt idx="319">
                  <c:v>0.1842494265922287</c:v>
                </c:pt>
                <c:pt idx="320">
                  <c:v>0.18388585856510475</c:v>
                </c:pt>
                <c:pt idx="321">
                  <c:v>0.18602294521690727</c:v>
                </c:pt>
                <c:pt idx="322">
                  <c:v>0.18743496464905821</c:v>
                </c:pt>
                <c:pt idx="323">
                  <c:v>0.1875153038672728</c:v>
                </c:pt>
                <c:pt idx="324">
                  <c:v>0.19122600538048667</c:v>
                </c:pt>
                <c:pt idx="325">
                  <c:v>0.19082155678230672</c:v>
                </c:pt>
                <c:pt idx="326">
                  <c:v>0.19122536135820251</c:v>
                </c:pt>
                <c:pt idx="327">
                  <c:v>0.19453268641581437</c:v>
                </c:pt>
                <c:pt idx="328">
                  <c:v>0.19574137003819789</c:v>
                </c:pt>
                <c:pt idx="329">
                  <c:v>0.19606440585933077</c:v>
                </c:pt>
                <c:pt idx="330">
                  <c:v>0.19828280709463342</c:v>
                </c:pt>
                <c:pt idx="331">
                  <c:v>0.19945115484194106</c:v>
                </c:pt>
                <c:pt idx="332">
                  <c:v>0.20098472846495891</c:v>
                </c:pt>
                <c:pt idx="333">
                  <c:v>0.20291931575096822</c:v>
                </c:pt>
                <c:pt idx="334">
                  <c:v>0.20404955183390164</c:v>
                </c:pt>
                <c:pt idx="335">
                  <c:v>0.20348459963439072</c:v>
                </c:pt>
                <c:pt idx="336">
                  <c:v>0.20582328511422318</c:v>
                </c:pt>
                <c:pt idx="337">
                  <c:v>0.20550028843455631</c:v>
                </c:pt>
                <c:pt idx="338">
                  <c:v>0.20759760325074536</c:v>
                </c:pt>
                <c:pt idx="339">
                  <c:v>0.20796019421269407</c:v>
                </c:pt>
                <c:pt idx="340">
                  <c:v>0.20735443870548143</c:v>
                </c:pt>
                <c:pt idx="341">
                  <c:v>0.20799978877888459</c:v>
                </c:pt>
                <c:pt idx="342">
                  <c:v>0.20719424715902557</c:v>
                </c:pt>
                <c:pt idx="343">
                  <c:v>0.2055407018000317</c:v>
                </c:pt>
                <c:pt idx="344">
                  <c:v>0.20477569017655373</c:v>
                </c:pt>
                <c:pt idx="345">
                  <c:v>0.20316156341658045</c:v>
                </c:pt>
                <c:pt idx="346">
                  <c:v>0.20207289157776226</c:v>
                </c:pt>
                <c:pt idx="347">
                  <c:v>0.19900754053476577</c:v>
                </c:pt>
                <c:pt idx="348">
                  <c:v>0.19678968620423082</c:v>
                </c:pt>
                <c:pt idx="349">
                  <c:v>0.19453126313280023</c:v>
                </c:pt>
                <c:pt idx="350">
                  <c:v>0.19344344895123511</c:v>
                </c:pt>
                <c:pt idx="351">
                  <c:v>0.18949194472292871</c:v>
                </c:pt>
                <c:pt idx="352">
                  <c:v>0.18626449014824187</c:v>
                </c:pt>
                <c:pt idx="353">
                  <c:v>0.18146609267148964</c:v>
                </c:pt>
                <c:pt idx="354">
                  <c:v>0.17904693069515676</c:v>
                </c:pt>
                <c:pt idx="355">
                  <c:v>0.17541836364062088</c:v>
                </c:pt>
                <c:pt idx="356">
                  <c:v>0.17126426326895505</c:v>
                </c:pt>
                <c:pt idx="357">
                  <c:v>0.16646438385378509</c:v>
                </c:pt>
                <c:pt idx="358">
                  <c:v>0.16291607875424619</c:v>
                </c:pt>
                <c:pt idx="359">
                  <c:v>0.15847611262642733</c:v>
                </c:pt>
                <c:pt idx="360">
                  <c:v>0.15416504460224748</c:v>
                </c:pt>
                <c:pt idx="361">
                  <c:v>0.15041118742060589</c:v>
                </c:pt>
                <c:pt idx="362">
                  <c:v>0.14652835731295721</c:v>
                </c:pt>
                <c:pt idx="363">
                  <c:v>0.14246317709938436</c:v>
                </c:pt>
                <c:pt idx="364">
                  <c:v>0.13799117090340959</c:v>
                </c:pt>
                <c:pt idx="365">
                  <c:v>0.13531310600400251</c:v>
                </c:pt>
                <c:pt idx="366">
                  <c:v>0.132139948981702</c:v>
                </c:pt>
                <c:pt idx="367">
                  <c:v>0.12874849083028175</c:v>
                </c:pt>
                <c:pt idx="368">
                  <c:v>0.12460212822540317</c:v>
                </c:pt>
                <c:pt idx="369">
                  <c:v>0.12191650625895664</c:v>
                </c:pt>
                <c:pt idx="370">
                  <c:v>0.1187033016631496</c:v>
                </c:pt>
                <c:pt idx="371">
                  <c:v>0.11554563513361069</c:v>
                </c:pt>
                <c:pt idx="372">
                  <c:v>0.11414649031829044</c:v>
                </c:pt>
                <c:pt idx="373">
                  <c:v>0.1114247651617801</c:v>
                </c:pt>
                <c:pt idx="374">
                  <c:v>0.10925080437701531</c:v>
                </c:pt>
                <c:pt idx="375">
                  <c:v>0.10667061339343049</c:v>
                </c:pt>
                <c:pt idx="376">
                  <c:v>0.10623787888936287</c:v>
                </c:pt>
                <c:pt idx="377">
                  <c:v>0.10449681880709637</c:v>
                </c:pt>
                <c:pt idx="378">
                  <c:v>0.10266203225491223</c:v>
                </c:pt>
                <c:pt idx="379">
                  <c:v>0.10160567376656272</c:v>
                </c:pt>
                <c:pt idx="380">
                  <c:v>9.9023985238547982E-2</c:v>
                </c:pt>
                <c:pt idx="381">
                  <c:v>9.9922759434532382E-2</c:v>
                </c:pt>
                <c:pt idx="382">
                  <c:v>9.7415714071244525E-2</c:v>
                </c:pt>
                <c:pt idx="383">
                  <c:v>9.6710180805229334E-2</c:v>
                </c:pt>
                <c:pt idx="384">
                  <c:v>9.6738691896599727E-2</c:v>
                </c:pt>
                <c:pt idx="385">
                  <c:v>9.5693178000946524E-2</c:v>
                </c:pt>
                <c:pt idx="386">
                  <c:v>9.4745726772650904E-2</c:v>
                </c:pt>
                <c:pt idx="387">
                  <c:v>9.3922641340436208E-2</c:v>
                </c:pt>
                <c:pt idx="388">
                  <c:v>9.4813395121576424E-2</c:v>
                </c:pt>
                <c:pt idx="389">
                  <c:v>9.3386086010654235E-2</c:v>
                </c:pt>
                <c:pt idx="390">
                  <c:v>9.3753618685955914E-2</c:v>
                </c:pt>
                <c:pt idx="391">
                  <c:v>9.308030261307243E-2</c:v>
                </c:pt>
                <c:pt idx="392">
                  <c:v>9.3205181072362045E-2</c:v>
                </c:pt>
                <c:pt idx="393">
                  <c:v>9.2939073004598305E-2</c:v>
                </c:pt>
                <c:pt idx="394">
                  <c:v>9.2559736815528287E-2</c:v>
                </c:pt>
                <c:pt idx="395">
                  <c:v>9.2987364847264775E-2</c:v>
                </c:pt>
                <c:pt idx="396">
                  <c:v>9.3418891660682249E-2</c:v>
                </c:pt>
                <c:pt idx="397">
                  <c:v>9.2688787197158548E-2</c:v>
                </c:pt>
                <c:pt idx="398">
                  <c:v>9.4092861676572964E-2</c:v>
                </c:pt>
                <c:pt idx="399">
                  <c:v>9.3418694211217818E-2</c:v>
                </c:pt>
                <c:pt idx="400">
                  <c:v>9.56567193789708E-2</c:v>
                </c:pt>
                <c:pt idx="401">
                  <c:v>9.5076736242784232E-2</c:v>
                </c:pt>
                <c:pt idx="402">
                  <c:v>9.5830551979664669E-2</c:v>
                </c:pt>
                <c:pt idx="403">
                  <c:v>9.5749716848780739E-2</c:v>
                </c:pt>
                <c:pt idx="404">
                  <c:v>9.7709859609897004E-2</c:v>
                </c:pt>
                <c:pt idx="405">
                  <c:v>9.9516276651203522E-2</c:v>
                </c:pt>
                <c:pt idx="406">
                  <c:v>0.10175433014209768</c:v>
                </c:pt>
                <c:pt idx="407">
                  <c:v>0.10159314903784611</c:v>
                </c:pt>
                <c:pt idx="408">
                  <c:v>0.10432303843335272</c:v>
                </c:pt>
                <c:pt idx="409">
                  <c:v>0.10584342387105573</c:v>
                </c:pt>
                <c:pt idx="410">
                  <c:v>0.10781147702045846</c:v>
                </c:pt>
                <c:pt idx="411">
                  <c:v>0.10957791434014419</c:v>
                </c:pt>
                <c:pt idx="412">
                  <c:v>0.11168965103507106</c:v>
                </c:pt>
                <c:pt idx="413">
                  <c:v>0.11567069494349994</c:v>
                </c:pt>
                <c:pt idx="414">
                  <c:v>0.11715536785574465</c:v>
                </c:pt>
                <c:pt idx="415">
                  <c:v>0.12117916880727325</c:v>
                </c:pt>
                <c:pt idx="416">
                  <c:v>0.12385286571424513</c:v>
                </c:pt>
                <c:pt idx="417">
                  <c:v>0.12808355552631656</c:v>
                </c:pt>
                <c:pt idx="418">
                  <c:v>0.13168872109377222</c:v>
                </c:pt>
                <c:pt idx="419">
                  <c:v>0.13503142921729955</c:v>
                </c:pt>
                <c:pt idx="420">
                  <c:v>0.13951984208579385</c:v>
                </c:pt>
                <c:pt idx="421">
                  <c:v>0.14220534306169078</c:v>
                </c:pt>
                <c:pt idx="422">
                  <c:v>0.14708861108917037</c:v>
                </c:pt>
                <c:pt idx="423">
                  <c:v>0.15058010879442743</c:v>
                </c:pt>
                <c:pt idx="424">
                  <c:v>0.15467047107062371</c:v>
                </c:pt>
                <c:pt idx="425">
                  <c:v>0.15897310656926184</c:v>
                </c:pt>
                <c:pt idx="426">
                  <c:v>0.16315912638455807</c:v>
                </c:pt>
                <c:pt idx="427">
                  <c:v>0.16670651415131515</c:v>
                </c:pt>
                <c:pt idx="428">
                  <c:v>0.17102191859969126</c:v>
                </c:pt>
                <c:pt idx="429">
                  <c:v>0.17255486748855153</c:v>
                </c:pt>
                <c:pt idx="430">
                  <c:v>0.17626470998443644</c:v>
                </c:pt>
                <c:pt idx="431">
                  <c:v>0.18041810756523441</c:v>
                </c:pt>
                <c:pt idx="432">
                  <c:v>0.1832406844015963</c:v>
                </c:pt>
                <c:pt idx="433">
                  <c:v>0.18388646423872992</c:v>
                </c:pt>
                <c:pt idx="434">
                  <c:v>0.18610398597936723</c:v>
                </c:pt>
                <c:pt idx="435">
                  <c:v>0.18876531790455289</c:v>
                </c:pt>
                <c:pt idx="436">
                  <c:v>0.18840364359534859</c:v>
                </c:pt>
                <c:pt idx="437">
                  <c:v>0.18973241632151591</c:v>
                </c:pt>
                <c:pt idx="438">
                  <c:v>0.19082266885956842</c:v>
                </c:pt>
                <c:pt idx="439">
                  <c:v>0.18961283492430667</c:v>
                </c:pt>
                <c:pt idx="440">
                  <c:v>0.18941064886069608</c:v>
                </c:pt>
                <c:pt idx="441">
                  <c:v>0.18872541184952338</c:v>
                </c:pt>
                <c:pt idx="442">
                  <c:v>0.1858623629350073</c:v>
                </c:pt>
                <c:pt idx="443">
                  <c:v>0.18432919922142013</c:v>
                </c:pt>
                <c:pt idx="444">
                  <c:v>0.1826760840221488</c:v>
                </c:pt>
                <c:pt idx="445">
                  <c:v>0.18029647701713622</c:v>
                </c:pt>
                <c:pt idx="446">
                  <c:v>0.17569936648276002</c:v>
                </c:pt>
                <c:pt idx="447">
                  <c:v>0.1741676478321873</c:v>
                </c:pt>
                <c:pt idx="448">
                  <c:v>0.16896513332730129</c:v>
                </c:pt>
                <c:pt idx="449">
                  <c:v>0.16505390626207772</c:v>
                </c:pt>
                <c:pt idx="450">
                  <c:v>0.1605742630764756</c:v>
                </c:pt>
                <c:pt idx="451">
                  <c:v>0.15694390418010634</c:v>
                </c:pt>
                <c:pt idx="452">
                  <c:v>0.15168977152792168</c:v>
                </c:pt>
                <c:pt idx="453">
                  <c:v>0.14722934514186165</c:v>
                </c:pt>
                <c:pt idx="454">
                  <c:v>0.14301650670008065</c:v>
                </c:pt>
                <c:pt idx="455">
                  <c:v>0.13871626359579697</c:v>
                </c:pt>
                <c:pt idx="456">
                  <c:v>0.13272075509551029</c:v>
                </c:pt>
                <c:pt idx="457">
                  <c:v>0.12878800225902856</c:v>
                </c:pt>
                <c:pt idx="458">
                  <c:v>0.12568067495838464</c:v>
                </c:pt>
                <c:pt idx="459">
                  <c:v>0.12135250824178737</c:v>
                </c:pt>
                <c:pt idx="460">
                  <c:v>0.11710234211863124</c:v>
                </c:pt>
                <c:pt idx="461">
                  <c:v>0.11390897091405576</c:v>
                </c:pt>
                <c:pt idx="462">
                  <c:v>0.111093591133105</c:v>
                </c:pt>
                <c:pt idx="463">
                  <c:v>0.10836377968427852</c:v>
                </c:pt>
                <c:pt idx="464">
                  <c:v>0.1043024735944653</c:v>
                </c:pt>
                <c:pt idx="465">
                  <c:v>0.100818619874668</c:v>
                </c:pt>
                <c:pt idx="466">
                  <c:v>9.9834805802663781E-2</c:v>
                </c:pt>
                <c:pt idx="467">
                  <c:v>9.7500524735127103E-2</c:v>
                </c:pt>
                <c:pt idx="468">
                  <c:v>9.6536117210842542E-2</c:v>
                </c:pt>
                <c:pt idx="469">
                  <c:v>9.4624969448149771E-2</c:v>
                </c:pt>
                <c:pt idx="470">
                  <c:v>9.38910792377044E-2</c:v>
                </c:pt>
                <c:pt idx="471">
                  <c:v>9.3169026689341766E-2</c:v>
                </c:pt>
                <c:pt idx="472">
                  <c:v>9.4068925282765198E-2</c:v>
                </c:pt>
                <c:pt idx="473">
                  <c:v>9.3689527959926744E-2</c:v>
                </c:pt>
                <c:pt idx="474">
                  <c:v>9.5092013515958695E-2</c:v>
                </c:pt>
                <c:pt idx="475">
                  <c:v>9.6656997032187442E-2</c:v>
                </c:pt>
                <c:pt idx="476">
                  <c:v>9.6890646846462619E-2</c:v>
                </c:pt>
                <c:pt idx="477">
                  <c:v>9.9136657678205869E-2</c:v>
                </c:pt>
                <c:pt idx="478">
                  <c:v>0.10118598739071161</c:v>
                </c:pt>
                <c:pt idx="479">
                  <c:v>0.10328656873453718</c:v>
                </c:pt>
                <c:pt idx="480">
                  <c:v>0.10633863216083141</c:v>
                </c:pt>
                <c:pt idx="481">
                  <c:v>0.10797726595928439</c:v>
                </c:pt>
                <c:pt idx="482">
                  <c:v>0.11246075190477539</c:v>
                </c:pt>
                <c:pt idx="483">
                  <c:v>0.11677593202036932</c:v>
                </c:pt>
                <c:pt idx="484">
                  <c:v>0.1211418915736639</c:v>
                </c:pt>
                <c:pt idx="485">
                  <c:v>0.12661066729350196</c:v>
                </c:pt>
                <c:pt idx="486">
                  <c:v>0.13127305524607355</c:v>
                </c:pt>
                <c:pt idx="487">
                  <c:v>0.13701089521627649</c:v>
                </c:pt>
                <c:pt idx="488">
                  <c:v>0.14170831731241967</c:v>
                </c:pt>
                <c:pt idx="489">
                  <c:v>0.14768493430720719</c:v>
                </c:pt>
                <c:pt idx="490">
                  <c:v>0.15438444691010492</c:v>
                </c:pt>
                <c:pt idx="491">
                  <c:v>0.16187952925723095</c:v>
                </c:pt>
                <c:pt idx="492">
                  <c:v>0.1682404584293927</c:v>
                </c:pt>
                <c:pt idx="493">
                  <c:v>0.1775548061007805</c:v>
                </c:pt>
                <c:pt idx="494">
                  <c:v>0.18295788507291966</c:v>
                </c:pt>
                <c:pt idx="495">
                  <c:v>0.19312053100790444</c:v>
                </c:pt>
                <c:pt idx="496">
                  <c:v>0.20178991809471097</c:v>
                </c:pt>
                <c:pt idx="497">
                  <c:v>0.21102527222814171</c:v>
                </c:pt>
                <c:pt idx="498">
                  <c:v>0.22074233264845522</c:v>
                </c:pt>
                <c:pt idx="499">
                  <c:v>0.23070370888976158</c:v>
                </c:pt>
                <c:pt idx="500">
                  <c:v>0.2395740709765633</c:v>
                </c:pt>
                <c:pt idx="501">
                  <c:v>0.24985875623590911</c:v>
                </c:pt>
                <c:pt idx="502">
                  <c:v>0.26014152973651677</c:v>
                </c:pt>
                <c:pt idx="503">
                  <c:v>0.27046508889972559</c:v>
                </c:pt>
                <c:pt idx="504">
                  <c:v>0.28127372672106221</c:v>
                </c:pt>
                <c:pt idx="505">
                  <c:v>0.29236387441066347</c:v>
                </c:pt>
                <c:pt idx="506">
                  <c:v>0.30264497122851108</c:v>
                </c:pt>
                <c:pt idx="507">
                  <c:v>0.31369427573300229</c:v>
                </c:pt>
                <c:pt idx="508">
                  <c:v>0.32518801657272906</c:v>
                </c:pt>
                <c:pt idx="509">
                  <c:v>0.33603568288150182</c:v>
                </c:pt>
                <c:pt idx="510">
                  <c:v>0</c:v>
                </c:pt>
                <c:pt idx="511">
                  <c:v>0</c:v>
                </c:pt>
              </c:numCache>
            </c:numRef>
          </c:yVal>
          <c:smooth val="1"/>
          <c:extLst>
            <c:ext xmlns:c16="http://schemas.microsoft.com/office/drawing/2014/chart" uri="{C3380CC4-5D6E-409C-BE32-E72D297353CC}">
              <c16:uniqueId val="{00000000-A5BC-41AC-8D94-A104E2B1A96F}"/>
            </c:ext>
          </c:extLst>
        </c:ser>
        <c:ser>
          <c:idx val="3"/>
          <c:order val="1"/>
          <c:tx>
            <c:strRef>
              <c:f>'calib_(2)'!$C$7</c:f>
              <c:strCache>
                <c:ptCount val="1"/>
                <c:pt idx="0">
                  <c:v>primary</c:v>
                </c:pt>
              </c:strCache>
            </c:strRef>
          </c:tx>
          <c:spPr>
            <a:ln>
              <a:solidFill>
                <a:srgbClr val="FFC000"/>
              </a:solidFill>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'calib_(2)'!$C$8:$C$519</c:f>
              <c:numCache>
                <c:formatCode>General</c:formatCode>
                <c:ptCount val="512"/>
                <c:pt idx="0">
                  <c:v>3.3704245239124515E-3</c:v>
                </c:pt>
                <c:pt idx="1">
                  <c:v>1.1700571570608512E-2</c:v>
                </c:pt>
                <c:pt idx="2">
                  <c:v>8.9994764101472887E-3</c:v>
                </c:pt>
                <c:pt idx="3">
                  <c:v>3.2026759803947934E-3</c:v>
                </c:pt>
                <c:pt idx="4">
                  <c:v>2.2711373897304388E-3</c:v>
                </c:pt>
                <c:pt idx="5">
                  <c:v>2.0739444301201867E-3</c:v>
                </c:pt>
                <c:pt idx="6">
                  <c:v>1.9053817237024704E-3</c:v>
                </c:pt>
                <c:pt idx="7">
                  <c:v>1.7376251635375468E-3</c:v>
                </c:pt>
                <c:pt idx="8">
                  <c:v>1.5868754611709144E-3</c:v>
                </c:pt>
                <c:pt idx="9">
                  <c:v>1.426484956360661E-3</c:v>
                </c:pt>
                <c:pt idx="10">
                  <c:v>1.3035333111833579E-3</c:v>
                </c:pt>
                <c:pt idx="11">
                  <c:v>1.1477140016309829E-3</c:v>
                </c:pt>
                <c:pt idx="12">
                  <c:v>1.0219816813598452E-3</c:v>
                </c:pt>
                <c:pt idx="13">
                  <c:v>9.0516142905930808E-4</c:v>
                </c:pt>
                <c:pt idx="14">
                  <c:v>8.0110917387786148E-4</c:v>
                </c:pt>
                <c:pt idx="15">
                  <c:v>7.0825281995142201E-4</c:v>
                </c:pt>
                <c:pt idx="16">
                  <c:v>6.3544576766587423E-4</c:v>
                </c:pt>
                <c:pt idx="17">
                  <c:v>5.7676775992563604E-4</c:v>
                </c:pt>
                <c:pt idx="18">
                  <c:v>8.3862375895042587E-4</c:v>
                </c:pt>
                <c:pt idx="19">
                  <c:v>2.6074753977760345E-3</c:v>
                </c:pt>
                <c:pt idx="20">
                  <c:v>1.1304521691252439E-2</c:v>
                </c:pt>
                <c:pt idx="21">
                  <c:v>4.3144706646430664E-2</c:v>
                </c:pt>
                <c:pt idx="22">
                  <c:v>0.13399074544153017</c:v>
                </c:pt>
                <c:pt idx="23">
                  <c:v>0.3313979455726298</c:v>
                </c:pt>
                <c:pt idx="24">
                  <c:v>0.6510606840538079</c:v>
                </c:pt>
                <c:pt idx="25">
                  <c:v>1.0173006243874858</c:v>
                </c:pt>
                <c:pt idx="26">
                  <c:v>1.2713536420366851</c:v>
                </c:pt>
                <c:pt idx="27">
                  <c:v>1.2901861032924997</c:v>
                </c:pt>
                <c:pt idx="28">
                  <c:v>1.0897662110757729</c:v>
                </c:pt>
                <c:pt idx="29">
                  <c:v>0.80385515667231777</c:v>
                </c:pt>
                <c:pt idx="30">
                  <c:v>0.55460157040724523</c:v>
                </c:pt>
                <c:pt idx="31">
                  <c:v>0.37309481029077052</c:v>
                </c:pt>
                <c:pt idx="32">
                  <c:v>0.2417134596691434</c:v>
                </c:pt>
                <c:pt idx="33">
                  <c:v>0.14201950469190761</c:v>
                </c:pt>
                <c:pt idx="34">
                  <c:v>7.2163194127527072E-2</c:v>
                </c:pt>
                <c:pt idx="35">
                  <c:v>3.1183954105859484E-2</c:v>
                </c:pt>
                <c:pt idx="36">
                  <c:v>1.1520328761889629E-2</c:v>
                </c:pt>
                <c:pt idx="37">
                  <c:v>4.0983314452916033E-3</c:v>
                </c:pt>
                <c:pt idx="38">
                  <c:v>2.0755716923775312E-3</c:v>
                </c:pt>
                <c:pt idx="39">
                  <c:v>1.8255501700379297E-3</c:v>
                </c:pt>
                <c:pt idx="40">
                  <c:v>2.1421254862609945E-3</c:v>
                </c:pt>
                <c:pt idx="41">
                  <c:v>2.5691953860025388E-3</c:v>
                </c:pt>
                <c:pt idx="42">
                  <c:v>3.0651732546562809E-3</c:v>
                </c:pt>
                <c:pt idx="43">
                  <c:v>3.5583569098213749E-3</c:v>
                </c:pt>
                <c:pt idx="44">
                  <c:v>3.9942716210346115E-3</c:v>
                </c:pt>
                <c:pt idx="45">
                  <c:v>4.5322457426802097E-3</c:v>
                </c:pt>
                <c:pt idx="46">
                  <c:v>5.0322757282046035E-3</c:v>
                </c:pt>
                <c:pt idx="47">
                  <c:v>5.58071995631976E-3</c:v>
                </c:pt>
                <c:pt idx="48">
                  <c:v>6.1537250251708546E-3</c:v>
                </c:pt>
                <c:pt idx="49">
                  <c:v>6.7013927514770104E-3</c:v>
                </c:pt>
                <c:pt idx="50">
                  <c:v>7.3151022675437957E-3</c:v>
                </c:pt>
                <c:pt idx="51">
                  <c:v>7.8781081017891327E-3</c:v>
                </c:pt>
                <c:pt idx="52">
                  <c:v>8.4571797027648901E-3</c:v>
                </c:pt>
                <c:pt idx="53">
                  <c:v>8.9584325860734594E-3</c:v>
                </c:pt>
                <c:pt idx="54">
                  <c:v>9.3713507222751256E-3</c:v>
                </c:pt>
                <c:pt idx="55">
                  <c:v>9.5689720141518067E-3</c:v>
                </c:pt>
                <c:pt idx="56">
                  <c:v>9.503985216829984E-3</c:v>
                </c:pt>
                <c:pt idx="57">
                  <c:v>9.1543866554182549E-3</c:v>
                </c:pt>
                <c:pt idx="58">
                  <c:v>8.4627186228818964E-3</c:v>
                </c:pt>
                <c:pt idx="59">
                  <c:v>7.4647142384109896E-3</c:v>
                </c:pt>
                <c:pt idx="60">
                  <c:v>6.2638451449671204E-3</c:v>
                </c:pt>
                <c:pt idx="61">
                  <c:v>5.0290877133263232E-3</c:v>
                </c:pt>
                <c:pt idx="62">
                  <c:v>3.7688421042080204E-3</c:v>
                </c:pt>
                <c:pt idx="63">
                  <c:v>2.7510553849875675E-3</c:v>
                </c:pt>
                <c:pt idx="64">
                  <c:v>1.88643218168446E-3</c:v>
                </c:pt>
                <c:pt idx="65">
                  <c:v>1.2826111169168834E-3</c:v>
                </c:pt>
                <c:pt idx="66">
                  <c:v>8.554326161037025E-4</c:v>
                </c:pt>
                <c:pt idx="67">
                  <c:v>6.0465005179854135E-4</c:v>
                </c:pt>
                <c:pt idx="68">
                  <c:v>4.6044144353130074E-4</c:v>
                </c:pt>
                <c:pt idx="69">
                  <c:v>3.7692772352432177E-4</c:v>
                </c:pt>
                <c:pt idx="70">
                  <c:v>3.259953158782954E-4</c:v>
                </c:pt>
                <c:pt idx="71">
                  <c:v>3.0453432743416579E-4</c:v>
                </c:pt>
                <c:pt idx="72">
                  <c:v>2.8615823091987437E-4</c:v>
                </c:pt>
                <c:pt idx="73">
                  <c:v>2.6993947696039888E-4</c:v>
                </c:pt>
                <c:pt idx="74">
                  <c:v>2.6901659443823449E-4</c:v>
                </c:pt>
                <c:pt idx="75">
                  <c:v>2.6590314294639859E-4</c:v>
                </c:pt>
                <c:pt idx="76">
                  <c:v>2.56397031613465E-4</c:v>
                </c:pt>
                <c:pt idx="77">
                  <c:v>2.6410308848706274E-4</c:v>
                </c:pt>
                <c:pt idx="78">
                  <c:v>2.6034588175306291E-4</c:v>
                </c:pt>
                <c:pt idx="79">
                  <c:v>2.696118967315948E-4</c:v>
                </c:pt>
                <c:pt idx="80">
                  <c:v>2.8728128409085145E-4</c:v>
                </c:pt>
                <c:pt idx="81">
                  <c:v>2.9288195855456183E-4</c:v>
                </c:pt>
                <c:pt idx="82">
                  <c:v>3.1182991596082082E-4</c:v>
                </c:pt>
                <c:pt idx="83">
                  <c:v>3.3059070118150334E-4</c:v>
                </c:pt>
                <c:pt idx="84">
                  <c:v>3.4413284104772049E-4</c:v>
                </c:pt>
                <c:pt idx="85">
                  <c:v>3.5809306074434166E-4</c:v>
                </c:pt>
                <c:pt idx="86">
                  <c:v>3.7225933738056218E-4</c:v>
                </c:pt>
                <c:pt idx="87">
                  <c:v>4.0535702397449986E-4</c:v>
                </c:pt>
                <c:pt idx="88">
                  <c:v>4.1442849981489498E-4</c:v>
                </c:pt>
                <c:pt idx="89">
                  <c:v>4.5934600330691216E-4</c:v>
                </c:pt>
                <c:pt idx="90">
                  <c:v>4.7491861720126249E-4</c:v>
                </c:pt>
                <c:pt idx="91">
                  <c:v>5.0980769648115382E-4</c:v>
                </c:pt>
                <c:pt idx="92">
                  <c:v>5.1685855874819791E-4</c:v>
                </c:pt>
                <c:pt idx="93">
                  <c:v>5.4388724605619143E-4</c:v>
                </c:pt>
                <c:pt idx="94">
                  <c:v>5.4476112736402292E-4</c:v>
                </c:pt>
                <c:pt idx="95">
                  <c:v>5.6784349824391136E-4</c:v>
                </c:pt>
                <c:pt idx="96">
                  <c:v>5.6040942574827528E-4</c:v>
                </c:pt>
                <c:pt idx="97">
                  <c:v>5.5581482922633068E-4</c:v>
                </c:pt>
                <c:pt idx="98">
                  <c:v>5.4900221995985115E-4</c:v>
                </c:pt>
                <c:pt idx="99">
                  <c:v>5.4980274328021651E-4</c:v>
                </c:pt>
                <c:pt idx="100">
                  <c:v>5.2294733326759945E-4</c:v>
                </c:pt>
                <c:pt idx="101">
                  <c:v>5.1500404730699416E-4</c:v>
                </c:pt>
                <c:pt idx="102">
                  <c:v>5.0435242851036186E-4</c:v>
                </c:pt>
                <c:pt idx="103">
                  <c:v>4.9076597829388394E-4</c:v>
                </c:pt>
                <c:pt idx="104">
                  <c:v>4.733525760723282E-4</c:v>
                </c:pt>
                <c:pt idx="105">
                  <c:v>4.711303922181804E-4</c:v>
                </c:pt>
                <c:pt idx="106">
                  <c:v>4.6660735630886269E-4</c:v>
                </c:pt>
                <c:pt idx="107">
                  <c:v>4.7273135387438379E-4</c:v>
                </c:pt>
                <c:pt idx="108">
                  <c:v>4.9085936995160045E-4</c:v>
                </c:pt>
                <c:pt idx="109">
                  <c:v>5.1815430590903318E-4</c:v>
                </c:pt>
                <c:pt idx="110">
                  <c:v>5.8006370452039007E-4</c:v>
                </c:pt>
                <c:pt idx="111">
                  <c:v>6.6582978200012129E-4</c:v>
                </c:pt>
                <c:pt idx="112">
                  <c:v>7.8362509560198621E-4</c:v>
                </c:pt>
                <c:pt idx="113">
                  <c:v>9.5899542215284797E-4</c:v>
                </c:pt>
                <c:pt idx="114">
                  <c:v>1.2263496772840369E-3</c:v>
                </c:pt>
                <c:pt idx="115">
                  <c:v>1.5490836873109763E-3</c:v>
                </c:pt>
                <c:pt idx="116">
                  <c:v>1.9707318628448319E-3</c:v>
                </c:pt>
                <c:pt idx="117">
                  <c:v>2.5054260944603257E-3</c:v>
                </c:pt>
                <c:pt idx="118">
                  <c:v>3.1490781836680673E-3</c:v>
                </c:pt>
                <c:pt idx="119">
                  <c:v>3.9115884603156291E-3</c:v>
                </c:pt>
                <c:pt idx="120">
                  <c:v>4.7769949574084578E-3</c:v>
                </c:pt>
                <c:pt idx="121">
                  <c:v>5.7871618299169441E-3</c:v>
                </c:pt>
                <c:pt idx="122">
                  <c:v>6.780773348979207E-3</c:v>
                </c:pt>
                <c:pt idx="123">
                  <c:v>7.8284867089158834E-3</c:v>
                </c:pt>
                <c:pt idx="124">
                  <c:v>8.7991254647099768E-3</c:v>
                </c:pt>
                <c:pt idx="125">
                  <c:v>9.7890689202726772E-3</c:v>
                </c:pt>
                <c:pt idx="126">
                  <c:v>1.0533128232845454E-2</c:v>
                </c:pt>
                <c:pt idx="127">
                  <c:v>1.1179964976475658E-2</c:v>
                </c:pt>
                <c:pt idx="128">
                  <c:v>1.1594152321197338E-2</c:v>
                </c:pt>
                <c:pt idx="129">
                  <c:v>1.1931196105584282E-2</c:v>
                </c:pt>
                <c:pt idx="130">
                  <c:v>1.1926027046839321E-2</c:v>
                </c:pt>
                <c:pt idx="131">
                  <c:v>1.1849717005189098E-2</c:v>
                </c:pt>
                <c:pt idx="132">
                  <c:v>1.1659060852252982E-2</c:v>
                </c:pt>
                <c:pt idx="133">
                  <c:v>1.1373947397048346E-2</c:v>
                </c:pt>
                <c:pt idx="134">
                  <c:v>1.1145650849665673E-2</c:v>
                </c:pt>
                <c:pt idx="135">
                  <c:v>1.1248523853992422E-2</c:v>
                </c:pt>
                <c:pt idx="136">
                  <c:v>1.1623538773048137E-2</c:v>
                </c:pt>
                <c:pt idx="137">
                  <c:v>1.2755901315694387E-2</c:v>
                </c:pt>
                <c:pt idx="138">
                  <c:v>1.4598790102386412E-2</c:v>
                </c:pt>
                <c:pt idx="139">
                  <c:v>1.7614300081372981E-2</c:v>
                </c:pt>
                <c:pt idx="140">
                  <c:v>2.2320362500493306E-2</c:v>
                </c:pt>
                <c:pt idx="141">
                  <c:v>2.8994315272297535E-2</c:v>
                </c:pt>
                <c:pt idx="142">
                  <c:v>3.8079694284774319E-2</c:v>
                </c:pt>
                <c:pt idx="143">
                  <c:v>5.0451616482170919E-2</c:v>
                </c:pt>
                <c:pt idx="144">
                  <c:v>6.636014134776777E-2</c:v>
                </c:pt>
                <c:pt idx="145">
                  <c:v>8.6240844650166432E-2</c:v>
                </c:pt>
                <c:pt idx="146">
                  <c:v>0.11047673339605572</c:v>
                </c:pt>
                <c:pt idx="147">
                  <c:v>0.13951928953081535</c:v>
                </c:pt>
                <c:pt idx="148">
                  <c:v>0.17263495313656521</c:v>
                </c:pt>
                <c:pt idx="149">
                  <c:v>0.20985585160176567</c:v>
                </c:pt>
                <c:pt idx="150">
                  <c:v>0.24989959987442356</c:v>
                </c:pt>
                <c:pt idx="151">
                  <c:v>0.29167707751795402</c:v>
                </c:pt>
                <c:pt idx="152">
                  <c:v>0.33409963192411574</c:v>
                </c:pt>
                <c:pt idx="153">
                  <c:v>0.37446587013299065</c:v>
                </c:pt>
                <c:pt idx="154">
                  <c:v>0.41128329564879468</c:v>
                </c:pt>
                <c:pt idx="155">
                  <c:v>0.44197130695313053</c:v>
                </c:pt>
                <c:pt idx="156">
                  <c:v>0.46511856715373884</c:v>
                </c:pt>
                <c:pt idx="157">
                  <c:v>0.47995842634935582</c:v>
                </c:pt>
                <c:pt idx="158">
                  <c:v>0.4837893541879128</c:v>
                </c:pt>
                <c:pt idx="159">
                  <c:v>0.47842621882651915</c:v>
                </c:pt>
                <c:pt idx="160">
                  <c:v>0.46282004158249768</c:v>
                </c:pt>
                <c:pt idx="161">
                  <c:v>0.43826173714470679</c:v>
                </c:pt>
                <c:pt idx="162">
                  <c:v>0.40688763015209312</c:v>
                </c:pt>
                <c:pt idx="163">
                  <c:v>0.36946524847060236</c:v>
                </c:pt>
                <c:pt idx="164">
                  <c:v>0.32784934764810725</c:v>
                </c:pt>
                <c:pt idx="165">
                  <c:v>0.2856280028075131</c:v>
                </c:pt>
                <c:pt idx="166">
                  <c:v>0.24348766111748443</c:v>
                </c:pt>
                <c:pt idx="167">
                  <c:v>0.20300041590573373</c:v>
                </c:pt>
                <c:pt idx="168">
                  <c:v>0.16541675039796072</c:v>
                </c:pt>
                <c:pt idx="169">
                  <c:v>0.13247059202297551</c:v>
                </c:pt>
                <c:pt idx="170">
                  <c:v>0.10373037942568333</c:v>
                </c:pt>
                <c:pt idx="171">
                  <c:v>7.951859253014304E-2</c:v>
                </c:pt>
                <c:pt idx="172">
                  <c:v>5.9625878241378591E-2</c:v>
                </c:pt>
                <c:pt idx="173">
                  <c:v>4.3822183120258228E-2</c:v>
                </c:pt>
                <c:pt idx="174">
                  <c:v>3.1506625392730782E-2</c:v>
                </c:pt>
                <c:pt idx="175">
                  <c:v>2.223572988549561E-2</c:v>
                </c:pt>
                <c:pt idx="176">
                  <c:v>1.5329849153639679E-2</c:v>
                </c:pt>
                <c:pt idx="177">
                  <c:v>1.0457708003087788E-2</c:v>
                </c:pt>
                <c:pt idx="178">
                  <c:v>6.9364657222994756E-3</c:v>
                </c:pt>
                <c:pt idx="179">
                  <c:v>4.5160820168711549E-3</c:v>
                </c:pt>
                <c:pt idx="180">
                  <c:v>2.9151647770522993E-3</c:v>
                </c:pt>
                <c:pt idx="181">
                  <c:v>1.903374700579866E-3</c:v>
                </c:pt>
                <c:pt idx="182">
                  <c:v>1.2121566657042691E-3</c:v>
                </c:pt>
                <c:pt idx="183">
                  <c:v>7.8514368420536562E-4</c:v>
                </c:pt>
                <c:pt idx="184">
                  <c:v>5.2773551294793563E-4</c:v>
                </c:pt>
                <c:pt idx="185">
                  <c:v>3.7644438473867557E-4</c:v>
                </c:pt>
                <c:pt idx="186">
                  <c:v>2.894590242493941E-4</c:v>
                </c:pt>
                <c:pt idx="187">
                  <c:v>2.4146884858884269E-4</c:v>
                </c:pt>
                <c:pt idx="188">
                  <c:v>2.0498203013532374E-4</c:v>
                </c:pt>
                <c:pt idx="189">
                  <c:v>1.9630175780843643E-4</c:v>
                </c:pt>
                <c:pt idx="190">
                  <c:v>1.8380120401214627E-4</c:v>
                </c:pt>
                <c:pt idx="191">
                  <c:v>1.7106934149375822E-4</c:v>
                </c:pt>
                <c:pt idx="192">
                  <c:v>1.5912474494102972E-4</c:v>
                </c:pt>
                <c:pt idx="193">
                  <c:v>1.5608012987698567E-4</c:v>
                </c:pt>
                <c:pt idx="194">
                  <c:v>1.4201809417932755E-4</c:v>
                </c:pt>
                <c:pt idx="195">
                  <c:v>1.3790822410771135E-4</c:v>
                </c:pt>
                <c:pt idx="196">
                  <c:v>1.2951831152661377E-4</c:v>
                </c:pt>
                <c:pt idx="197">
                  <c:v>1.2696675444144297E-4</c:v>
                </c:pt>
                <c:pt idx="198">
                  <c:v>1.1570399174457362E-4</c:v>
                </c:pt>
                <c:pt idx="199">
                  <c:v>1.0725048064923144E-4</c:v>
                </c:pt>
                <c:pt idx="200">
                  <c:v>9.8771913082720632E-5</c:v>
                </c:pt>
                <c:pt idx="201">
                  <c:v>9.6915816033724944E-5</c:v>
                </c:pt>
                <c:pt idx="202">
                  <c:v>8.4300385045618371E-5</c:v>
                </c:pt>
                <c:pt idx="203">
                  <c:v>7.2350748354478697E-5</c:v>
                </c:pt>
                <c:pt idx="204">
                  <c:v>7.2598773810234014E-5</c:v>
                </c:pt>
                <c:pt idx="205">
                  <c:v>6.773704513121145E-5</c:v>
                </c:pt>
                <c:pt idx="206">
                  <c:v>6.3665762471818831E-5</c:v>
                </c:pt>
                <c:pt idx="207">
                  <c:v>5.7377434177690101E-5</c:v>
                </c:pt>
                <c:pt idx="208">
                  <c:v>5.5142385490557649E-5</c:v>
                </c:pt>
                <c:pt idx="209">
                  <c:v>5.4040608248764104E-5</c:v>
                </c:pt>
                <c:pt idx="210">
                  <c:v>4.4569038929620405E-5</c:v>
                </c:pt>
                <c:pt idx="211">
                  <c:v>4.5487920844457754E-5</c:v>
                </c:pt>
                <c:pt idx="212">
                  <c:v>4.4268282357027005E-5</c:v>
                </c:pt>
                <c:pt idx="213">
                  <c:v>4.1592122634248111E-5</c:v>
                </c:pt>
                <c:pt idx="214">
                  <c:v>4.2769478015207654E-5</c:v>
                </c:pt>
                <c:pt idx="215">
                  <c:v>3.923680252874115E-5</c:v>
                </c:pt>
                <c:pt idx="216">
                  <c:v>3.5108035178063184E-5</c:v>
                </c:pt>
                <c:pt idx="217">
                  <c:v>3.5633072429972179E-5</c:v>
                </c:pt>
                <c:pt idx="218">
                  <c:v>3.5498572585530264E-5</c:v>
                </c:pt>
                <c:pt idx="219">
                  <c:v>3.1510158279882102E-5</c:v>
                </c:pt>
                <c:pt idx="220">
                  <c:v>3.8107370036347395E-5</c:v>
                </c:pt>
                <c:pt idx="221">
                  <c:v>4.0429866122062636E-5</c:v>
                </c:pt>
                <c:pt idx="222">
                  <c:v>3.9801775597319666E-5</c:v>
                </c:pt>
                <c:pt idx="223">
                  <c:v>4.222907683212411E-5</c:v>
                </c:pt>
                <c:pt idx="224">
                  <c:v>4.256101197812242E-5</c:v>
                </c:pt>
                <c:pt idx="225">
                  <c:v>4.4318549080673193E-5</c:v>
                </c:pt>
                <c:pt idx="226">
                  <c:v>4.6304395409844376E-5</c:v>
                </c:pt>
                <c:pt idx="227">
                  <c:v>5.0602889199787418E-5</c:v>
                </c:pt>
                <c:pt idx="228">
                  <c:v>5.9532258268674776E-5</c:v>
                </c:pt>
                <c:pt idx="229">
                  <c:v>6.5268560295954516E-5</c:v>
                </c:pt>
                <c:pt idx="230">
                  <c:v>6.8249377357574052E-5</c:v>
                </c:pt>
                <c:pt idx="231">
                  <c:v>7.3013011285289652E-5</c:v>
                </c:pt>
                <c:pt idx="232">
                  <c:v>8.1649421230408698E-5</c:v>
                </c:pt>
                <c:pt idx="233">
                  <c:v>9.5162336641505234E-5</c:v>
                </c:pt>
                <c:pt idx="234">
                  <c:v>1.0013812655242632E-4</c:v>
                </c:pt>
                <c:pt idx="235">
                  <c:v>1.1482687575831938E-4</c:v>
                </c:pt>
                <c:pt idx="236">
                  <c:v>1.2459479743681242E-4</c:v>
                </c:pt>
                <c:pt idx="237">
                  <c:v>1.3083810611431404E-4</c:v>
                </c:pt>
                <c:pt idx="238">
                  <c:v>1.4787630927106521E-4</c:v>
                </c:pt>
                <c:pt idx="239">
                  <c:v>1.5428513956610202E-4</c:v>
                </c:pt>
                <c:pt idx="240">
                  <c:v>1.6023471662689751E-4</c:v>
                </c:pt>
                <c:pt idx="241">
                  <c:v>1.7824595628158679E-4</c:v>
                </c:pt>
                <c:pt idx="242">
                  <c:v>1.9554123148025763E-4</c:v>
                </c:pt>
                <c:pt idx="243">
                  <c:v>1.8981437764731602E-4</c:v>
                </c:pt>
                <c:pt idx="244">
                  <c:v>2.0038059143795921E-4</c:v>
                </c:pt>
                <c:pt idx="245">
                  <c:v>1.9916833543246853E-4</c:v>
                </c:pt>
                <c:pt idx="246">
                  <c:v>2.013910256328407E-4</c:v>
                </c:pt>
                <c:pt idx="247">
                  <c:v>2.1009314744489086E-4</c:v>
                </c:pt>
                <c:pt idx="248">
                  <c:v>2.0864397089554235E-4</c:v>
                </c:pt>
                <c:pt idx="249">
                  <c:v>2.057430205506084E-4</c:v>
                </c:pt>
                <c:pt idx="250">
                  <c:v>2.0150855940845848E-4</c:v>
                </c:pt>
                <c:pt idx="251">
                  <c:v>2.0122578310777478E-4</c:v>
                </c:pt>
                <c:pt idx="252">
                  <c:v>1.963058743753361E-4</c:v>
                </c:pt>
                <c:pt idx="253">
                  <c:v>1.963480610902887E-4</c:v>
                </c:pt>
                <c:pt idx="254">
                  <c:v>1.905005289863873E-4</c:v>
                </c:pt>
                <c:pt idx="255">
                  <c:v>1.8654960961455636E-4</c:v>
                </c:pt>
                <c:pt idx="256">
                  <c:v>1.7481342772563657E-4</c:v>
                </c:pt>
                <c:pt idx="257">
                  <c:v>1.7015046220733395E-4</c:v>
                </c:pt>
                <c:pt idx="258">
                  <c:v>1.6430872866280446E-4</c:v>
                </c:pt>
                <c:pt idx="259">
                  <c:v>1.54858703650641E-4</c:v>
                </c:pt>
                <c:pt idx="260">
                  <c:v>1.5686971819021088E-4</c:v>
                </c:pt>
                <c:pt idx="261">
                  <c:v>1.5753363681245142E-4</c:v>
                </c:pt>
                <c:pt idx="262">
                  <c:v>1.5368441570662368E-4</c:v>
                </c:pt>
                <c:pt idx="263">
                  <c:v>1.4748939251344473E-4</c:v>
                </c:pt>
                <c:pt idx="264">
                  <c:v>1.5650976615076971E-4</c:v>
                </c:pt>
                <c:pt idx="265">
                  <c:v>1.4644000703658411E-4</c:v>
                </c:pt>
                <c:pt idx="266">
                  <c:v>1.5550358751886194E-4</c:v>
                </c:pt>
                <c:pt idx="267">
                  <c:v>1.5137221713692347E-4</c:v>
                </c:pt>
                <c:pt idx="268">
                  <c:v>1.6453827980238424E-4</c:v>
                </c:pt>
                <c:pt idx="269">
                  <c:v>1.7275558620011262E-4</c:v>
                </c:pt>
                <c:pt idx="270">
                  <c:v>1.760590285152451E-4</c:v>
                </c:pt>
                <c:pt idx="271">
                  <c:v>1.8275490453985885E-4</c:v>
                </c:pt>
                <c:pt idx="272">
                  <c:v>1.877605959014398E-4</c:v>
                </c:pt>
                <c:pt idx="273">
                  <c:v>1.8831953418958156E-4</c:v>
                </c:pt>
                <c:pt idx="274">
                  <c:v>1.9799490039704599E-4</c:v>
                </c:pt>
                <c:pt idx="275">
                  <c:v>1.9912811652852342E-4</c:v>
                </c:pt>
                <c:pt idx="276">
                  <c:v>2.0429710812636006E-4</c:v>
                </c:pt>
                <c:pt idx="277">
                  <c:v>2.0086342234671266E-4</c:v>
                </c:pt>
                <c:pt idx="278">
                  <c:v>2.0473724348549015E-4</c:v>
                </c:pt>
                <c:pt idx="279">
                  <c:v>2.140884409797413E-4</c:v>
                </c:pt>
                <c:pt idx="280">
                  <c:v>2.1836403841370047E-4</c:v>
                </c:pt>
                <c:pt idx="281">
                  <c:v>2.0675020603545466E-4</c:v>
                </c:pt>
                <c:pt idx="282">
                  <c:v>2.1110580103498859E-4</c:v>
                </c:pt>
                <c:pt idx="283">
                  <c:v>2.0783924943394775E-4</c:v>
                </c:pt>
                <c:pt idx="284">
                  <c:v>2.0569548720270549E-4</c:v>
                </c:pt>
                <c:pt idx="285">
                  <c:v>2.0813005033943726E-4</c:v>
                </c:pt>
                <c:pt idx="286">
                  <c:v>2.0311980595824278E-4</c:v>
                </c:pt>
                <c:pt idx="287">
                  <c:v>1.9888346998866277E-4</c:v>
                </c:pt>
                <c:pt idx="288">
                  <c:v>1.8444516705366779E-4</c:v>
                </c:pt>
                <c:pt idx="289">
                  <c:v>1.8131101767233378E-4</c:v>
                </c:pt>
                <c:pt idx="290">
                  <c:v>1.8057705445872306E-4</c:v>
                </c:pt>
                <c:pt idx="291">
                  <c:v>1.7095204380063926E-4</c:v>
                </c:pt>
                <c:pt idx="292">
                  <c:v>1.6167482038285629E-4</c:v>
                </c:pt>
                <c:pt idx="293">
                  <c:v>1.5946707864271243E-4</c:v>
                </c:pt>
                <c:pt idx="294">
                  <c:v>1.4898580593864869E-4</c:v>
                </c:pt>
                <c:pt idx="295">
                  <c:v>1.4872330230672931E-4</c:v>
                </c:pt>
                <c:pt idx="296">
                  <c:v>1.4037553265387694E-4</c:v>
                </c:pt>
                <c:pt idx="297">
                  <c:v>1.3241066939940186E-4</c:v>
                </c:pt>
                <c:pt idx="298">
                  <c:v>1.3018520237635098E-4</c:v>
                </c:pt>
                <c:pt idx="299">
                  <c:v>1.2431586743110828E-4</c:v>
                </c:pt>
                <c:pt idx="300">
                  <c:v>1.2572363345081332E-4</c:v>
                </c:pt>
                <c:pt idx="301">
                  <c:v>1.270032894711255E-4</c:v>
                </c:pt>
                <c:pt idx="302">
                  <c:v>1.2611287215459524E-4</c:v>
                </c:pt>
                <c:pt idx="303">
                  <c:v>1.2659890710207283E-4</c:v>
                </c:pt>
                <c:pt idx="304">
                  <c:v>1.2343704242531896E-4</c:v>
                </c:pt>
                <c:pt idx="305">
                  <c:v>1.1941657395181077E-4</c:v>
                </c:pt>
                <c:pt idx="306">
                  <c:v>1.2440597411730934E-4</c:v>
                </c:pt>
                <c:pt idx="307">
                  <c:v>1.2219278139709552E-4</c:v>
                </c:pt>
                <c:pt idx="308">
                  <c:v>1.1969163133368832E-4</c:v>
                </c:pt>
                <c:pt idx="309">
                  <c:v>1.3268370167499979E-4</c:v>
                </c:pt>
                <c:pt idx="310">
                  <c:v>1.2603844625825797E-4</c:v>
                </c:pt>
                <c:pt idx="311">
                  <c:v>1.3778673796689599E-4</c:v>
                </c:pt>
                <c:pt idx="312">
                  <c:v>1.3914577746851833E-4</c:v>
                </c:pt>
                <c:pt idx="313">
                  <c:v>1.4398162637087688E-4</c:v>
                </c:pt>
                <c:pt idx="314">
                  <c:v>1.4706176555131438E-4</c:v>
                </c:pt>
                <c:pt idx="315">
                  <c:v>1.3886289725149154E-4</c:v>
                </c:pt>
                <c:pt idx="316">
                  <c:v>1.4953881517954673E-4</c:v>
                </c:pt>
                <c:pt idx="317">
                  <c:v>1.4886872142155582E-4</c:v>
                </c:pt>
                <c:pt idx="318">
                  <c:v>1.6304300497655799E-4</c:v>
                </c:pt>
                <c:pt idx="319">
                  <c:v>1.6601737007727605E-4</c:v>
                </c:pt>
                <c:pt idx="320">
                  <c:v>1.6950589137809785E-4</c:v>
                </c:pt>
                <c:pt idx="321">
                  <c:v>1.68412800639645E-4</c:v>
                </c:pt>
                <c:pt idx="322">
                  <c:v>1.7543916490016164E-4</c:v>
                </c:pt>
                <c:pt idx="323">
                  <c:v>1.8707566805672778E-4</c:v>
                </c:pt>
                <c:pt idx="324">
                  <c:v>1.9215663148620553E-4</c:v>
                </c:pt>
                <c:pt idx="325">
                  <c:v>1.9074117706159035E-4</c:v>
                </c:pt>
                <c:pt idx="326">
                  <c:v>2.0045977785292985E-4</c:v>
                </c:pt>
                <c:pt idx="327">
                  <c:v>2.0158923206583024E-4</c:v>
                </c:pt>
                <c:pt idx="328">
                  <c:v>2.1481376216490026E-4</c:v>
                </c:pt>
                <c:pt idx="329">
                  <c:v>2.2642846650327037E-4</c:v>
                </c:pt>
                <c:pt idx="330">
                  <c:v>2.3010066912989956E-4</c:v>
                </c:pt>
                <c:pt idx="331">
                  <c:v>2.3582986227611109E-4</c:v>
                </c:pt>
                <c:pt idx="332">
                  <c:v>2.4494325185762174E-4</c:v>
                </c:pt>
                <c:pt idx="333">
                  <c:v>2.3990442679431553E-4</c:v>
                </c:pt>
                <c:pt idx="334">
                  <c:v>2.4671202776306822E-4</c:v>
                </c:pt>
                <c:pt idx="335">
                  <c:v>2.6321053626158673E-4</c:v>
                </c:pt>
                <c:pt idx="336">
                  <c:v>2.6787736184431983E-4</c:v>
                </c:pt>
                <c:pt idx="337">
                  <c:v>2.6444797018901665E-4</c:v>
                </c:pt>
                <c:pt idx="338">
                  <c:v>2.6740691406174397E-4</c:v>
                </c:pt>
                <c:pt idx="339">
                  <c:v>2.6526144065185439E-4</c:v>
                </c:pt>
                <c:pt idx="340">
                  <c:v>2.7332257272480508E-4</c:v>
                </c:pt>
                <c:pt idx="341">
                  <c:v>2.7767745986818443E-4</c:v>
                </c:pt>
                <c:pt idx="342">
                  <c:v>2.8029892612629166E-4</c:v>
                </c:pt>
                <c:pt idx="343">
                  <c:v>2.7788941603999469E-4</c:v>
                </c:pt>
                <c:pt idx="344">
                  <c:v>2.7845536560964286E-4</c:v>
                </c:pt>
                <c:pt idx="345">
                  <c:v>2.7749279848669008E-4</c:v>
                </c:pt>
                <c:pt idx="346">
                  <c:v>2.7211795551693028E-4</c:v>
                </c:pt>
                <c:pt idx="347">
                  <c:v>2.6982670632297757E-4</c:v>
                </c:pt>
                <c:pt idx="348">
                  <c:v>2.6735705700418682E-4</c:v>
                </c:pt>
                <c:pt idx="349">
                  <c:v>2.6748548457701998E-4</c:v>
                </c:pt>
                <c:pt idx="350">
                  <c:v>2.4683171324520301E-4</c:v>
                </c:pt>
                <c:pt idx="351">
                  <c:v>2.3703146177093379E-4</c:v>
                </c:pt>
                <c:pt idx="352">
                  <c:v>2.4135155243478759E-4</c:v>
                </c:pt>
                <c:pt idx="353">
                  <c:v>2.2360674896677613E-4</c:v>
                </c:pt>
                <c:pt idx="354">
                  <c:v>2.2808662370609153E-4</c:v>
                </c:pt>
                <c:pt idx="355">
                  <c:v>2.0723086934824688E-4</c:v>
                </c:pt>
                <c:pt idx="356">
                  <c:v>1.941754415239334E-4</c:v>
                </c:pt>
                <c:pt idx="357">
                  <c:v>1.946071343009856E-4</c:v>
                </c:pt>
                <c:pt idx="358">
                  <c:v>1.8622506803516541E-4</c:v>
                </c:pt>
                <c:pt idx="359">
                  <c:v>1.6012228931854426E-4</c:v>
                </c:pt>
                <c:pt idx="360">
                  <c:v>1.6115902776967213E-4</c:v>
                </c:pt>
                <c:pt idx="361">
                  <c:v>1.4876720850909086E-4</c:v>
                </c:pt>
                <c:pt idx="362">
                  <c:v>1.4294626108413963E-4</c:v>
                </c:pt>
                <c:pt idx="363">
                  <c:v>1.26924901551931E-4</c:v>
                </c:pt>
                <c:pt idx="364">
                  <c:v>1.1822918041729019E-4</c:v>
                </c:pt>
                <c:pt idx="365">
                  <c:v>1.1057933753414165E-4</c:v>
                </c:pt>
                <c:pt idx="366">
                  <c:v>1.0200447663113172E-4</c:v>
                </c:pt>
                <c:pt idx="367">
                  <c:v>9.4895973524406358E-5</c:v>
                </c:pt>
                <c:pt idx="368">
                  <c:v>8.9989322548110544E-5</c:v>
                </c:pt>
                <c:pt idx="369">
                  <c:v>8.5992391743180429E-5</c:v>
                </c:pt>
                <c:pt idx="370">
                  <c:v>7.2426584786391119E-5</c:v>
                </c:pt>
                <c:pt idx="371">
                  <c:v>6.9794016319364239E-5</c:v>
                </c:pt>
                <c:pt idx="372">
                  <c:v>6.3628048282942946E-5</c:v>
                </c:pt>
                <c:pt idx="373">
                  <c:v>5.9410951043959347E-5</c:v>
                </c:pt>
                <c:pt idx="374">
                  <c:v>5.4604519597849021E-5</c:v>
                </c:pt>
                <c:pt idx="375">
                  <c:v>5.1785113803898427E-5</c:v>
                </c:pt>
                <c:pt idx="376">
                  <c:v>4.8206862248694867E-5</c:v>
                </c:pt>
                <c:pt idx="377">
                  <c:v>3.9548279944982663E-5</c:v>
                </c:pt>
                <c:pt idx="378">
                  <c:v>4.4398522588993588E-5</c:v>
                </c:pt>
                <c:pt idx="379">
                  <c:v>3.650938297949939E-5</c:v>
                </c:pt>
                <c:pt idx="380">
                  <c:v>3.4498470311096919E-5</c:v>
                </c:pt>
                <c:pt idx="381">
                  <c:v>3.7398395831747415E-5</c:v>
                </c:pt>
                <c:pt idx="382">
                  <c:v>3.4963081863022543E-5</c:v>
                </c:pt>
                <c:pt idx="383">
                  <c:v>3.0218038308533186E-5</c:v>
                </c:pt>
                <c:pt idx="384">
                  <c:v>3.07806453917159E-5</c:v>
                </c:pt>
                <c:pt idx="385">
                  <c:v>2.92518948509728E-5</c:v>
                </c:pt>
                <c:pt idx="386">
                  <c:v>2.6486142940262783E-5</c:v>
                </c:pt>
                <c:pt idx="387">
                  <c:v>2.5083712518768101E-5</c:v>
                </c:pt>
                <c:pt idx="388">
                  <c:v>2.6788381006360842E-5</c:v>
                </c:pt>
                <c:pt idx="389">
                  <c:v>2.5988516730546839E-5</c:v>
                </c:pt>
                <c:pt idx="390">
                  <c:v>2.7155546403886075E-5</c:v>
                </c:pt>
                <c:pt idx="391">
                  <c:v>2.5393178667443374E-5</c:v>
                </c:pt>
                <c:pt idx="392">
                  <c:v>2.6385682292741144E-5</c:v>
                </c:pt>
                <c:pt idx="393">
                  <c:v>2.7381510665608132E-5</c:v>
                </c:pt>
                <c:pt idx="394">
                  <c:v>2.6836515517486547E-5</c:v>
                </c:pt>
                <c:pt idx="395">
                  <c:v>2.7498490062150569E-5</c:v>
                </c:pt>
                <c:pt idx="396">
                  <c:v>2.5306791227257624E-5</c:v>
                </c:pt>
                <c:pt idx="397">
                  <c:v>2.5836493836486055E-5</c:v>
                </c:pt>
                <c:pt idx="398">
                  <c:v>3.1762838512939955E-5</c:v>
                </c:pt>
                <c:pt idx="399">
                  <c:v>2.9659004075667001E-5</c:v>
                </c:pt>
                <c:pt idx="400">
                  <c:v>3.2873492963347113E-5</c:v>
                </c:pt>
                <c:pt idx="401">
                  <c:v>3.0052044445943551E-5</c:v>
                </c:pt>
                <c:pt idx="402">
                  <c:v>3.4584876679344997E-5</c:v>
                </c:pt>
                <c:pt idx="403">
                  <c:v>3.3270871029477601E-5</c:v>
                </c:pt>
                <c:pt idx="404">
                  <c:v>4.069501617753736E-5</c:v>
                </c:pt>
                <c:pt idx="405">
                  <c:v>4.1625667846187568E-5</c:v>
                </c:pt>
                <c:pt idx="406">
                  <c:v>4.5595194468486276E-5</c:v>
                </c:pt>
                <c:pt idx="407">
                  <c:v>4.4521227765717178E-5</c:v>
                </c:pt>
                <c:pt idx="408">
                  <c:v>5.1131636428158636E-5</c:v>
                </c:pt>
                <c:pt idx="409">
                  <c:v>5.8254258111883858E-5</c:v>
                </c:pt>
                <c:pt idx="410">
                  <c:v>5.768180553036468E-5</c:v>
                </c:pt>
                <c:pt idx="411">
                  <c:v>6.9567254795585692E-5</c:v>
                </c:pt>
                <c:pt idx="412">
                  <c:v>7.4316238805906688E-5</c:v>
                </c:pt>
                <c:pt idx="413">
                  <c:v>7.5802196427627206E-5</c:v>
                </c:pt>
                <c:pt idx="414">
                  <c:v>8.589978178877674E-5</c:v>
                </c:pt>
                <c:pt idx="415">
                  <c:v>8.9089201059660214E-5</c:v>
                </c:pt>
                <c:pt idx="416">
                  <c:v>1.0144360716131345E-4</c:v>
                </c:pt>
                <c:pt idx="417">
                  <c:v>1.0456321366961489E-4</c:v>
                </c:pt>
                <c:pt idx="418">
                  <c:v>1.1401940926634062E-4</c:v>
                </c:pt>
                <c:pt idx="419">
                  <c:v>1.2298701331598717E-4</c:v>
                </c:pt>
                <c:pt idx="420">
                  <c:v>1.2407396058191915E-4</c:v>
                </c:pt>
                <c:pt idx="421">
                  <c:v>1.4100197308424407E-4</c:v>
                </c:pt>
                <c:pt idx="422">
                  <c:v>1.4904266277717765E-4</c:v>
                </c:pt>
                <c:pt idx="423">
                  <c:v>1.468787541791328E-4</c:v>
                </c:pt>
                <c:pt idx="424">
                  <c:v>1.7078324065526913E-4</c:v>
                </c:pt>
                <c:pt idx="425">
                  <c:v>1.665952746291551E-4</c:v>
                </c:pt>
                <c:pt idx="426">
                  <c:v>1.7492961565246081E-4</c:v>
                </c:pt>
                <c:pt idx="427">
                  <c:v>1.8808326055765588E-4</c:v>
                </c:pt>
                <c:pt idx="428">
                  <c:v>1.898957714767357E-4</c:v>
                </c:pt>
                <c:pt idx="429">
                  <c:v>2.061509787432382E-4</c:v>
                </c:pt>
                <c:pt idx="430">
                  <c:v>2.0651051109158426E-4</c:v>
                </c:pt>
                <c:pt idx="431">
                  <c:v>2.1727415148995919E-4</c:v>
                </c:pt>
                <c:pt idx="432">
                  <c:v>2.3037438782740703E-4</c:v>
                </c:pt>
                <c:pt idx="433">
                  <c:v>2.2485990296398361E-4</c:v>
                </c:pt>
                <c:pt idx="434">
                  <c:v>2.2558650884915092E-4</c:v>
                </c:pt>
                <c:pt idx="435">
                  <c:v>2.4441689769985912E-4</c:v>
                </c:pt>
                <c:pt idx="436">
                  <c:v>2.4002131581252911E-4</c:v>
                </c:pt>
                <c:pt idx="437">
                  <c:v>2.4280022218587814E-4</c:v>
                </c:pt>
                <c:pt idx="438">
                  <c:v>2.4489494106178384E-4</c:v>
                </c:pt>
                <c:pt idx="439">
                  <c:v>2.4445967397112515E-4</c:v>
                </c:pt>
                <c:pt idx="440">
                  <c:v>2.4917270461803702E-4</c:v>
                </c:pt>
                <c:pt idx="441">
                  <c:v>2.5095084581780848E-4</c:v>
                </c:pt>
                <c:pt idx="442">
                  <c:v>2.3530729476206635E-4</c:v>
                </c:pt>
                <c:pt idx="443">
                  <c:v>2.3408632507539192E-4</c:v>
                </c:pt>
                <c:pt idx="444">
                  <c:v>2.2755708036598706E-4</c:v>
                </c:pt>
                <c:pt idx="445">
                  <c:v>2.2606833222171417E-4</c:v>
                </c:pt>
                <c:pt idx="446">
                  <c:v>2.2328261831625637E-4</c:v>
                </c:pt>
                <c:pt idx="447">
                  <c:v>2.1704255857949546E-4</c:v>
                </c:pt>
                <c:pt idx="448">
                  <c:v>2.0324597569732533E-4</c:v>
                </c:pt>
                <c:pt idx="449">
                  <c:v>2.0606008862844122E-4</c:v>
                </c:pt>
                <c:pt idx="450">
                  <c:v>1.9485851490605698E-4</c:v>
                </c:pt>
                <c:pt idx="451">
                  <c:v>1.9130496238381348E-4</c:v>
                </c:pt>
                <c:pt idx="452">
                  <c:v>1.7388560519074879E-4</c:v>
                </c:pt>
                <c:pt idx="453">
                  <c:v>1.6888379764521015E-4</c:v>
                </c:pt>
                <c:pt idx="454">
                  <c:v>1.6154687956902286E-4</c:v>
                </c:pt>
                <c:pt idx="455">
                  <c:v>1.4862611143757852E-4</c:v>
                </c:pt>
                <c:pt idx="456">
                  <c:v>1.4061831814476513E-4</c:v>
                </c:pt>
                <c:pt idx="457">
                  <c:v>1.3662622625813892E-4</c:v>
                </c:pt>
                <c:pt idx="458">
                  <c:v>1.2510428360866505E-4</c:v>
                </c:pt>
                <c:pt idx="459">
                  <c:v>1.1639986002161766E-4</c:v>
                </c:pt>
                <c:pt idx="460">
                  <c:v>1.1157202113329869E-4</c:v>
                </c:pt>
                <c:pt idx="461">
                  <c:v>1.1026177362409378E-4</c:v>
                </c:pt>
                <c:pt idx="462">
                  <c:v>9.9839914290828082E-5</c:v>
                </c:pt>
                <c:pt idx="463">
                  <c:v>9.2612361529024464E-5</c:v>
                </c:pt>
                <c:pt idx="464">
                  <c:v>8.6829093195323412E-5</c:v>
                </c:pt>
                <c:pt idx="465">
                  <c:v>7.9203726779645086E-5</c:v>
                </c:pt>
                <c:pt idx="466">
                  <c:v>8.0127949673566986E-5</c:v>
                </c:pt>
                <c:pt idx="467">
                  <c:v>7.4727052071158303E-5</c:v>
                </c:pt>
                <c:pt idx="468">
                  <c:v>7.3818085379037313E-5</c:v>
                </c:pt>
                <c:pt idx="469">
                  <c:v>6.7155065726544165E-5</c:v>
                </c:pt>
                <c:pt idx="470">
                  <c:v>6.7410449398891276E-5</c:v>
                </c:pt>
                <c:pt idx="471">
                  <c:v>6.6107491943649956E-5</c:v>
                </c:pt>
                <c:pt idx="472">
                  <c:v>6.3257815701539606E-5</c:v>
                </c:pt>
                <c:pt idx="473">
                  <c:v>6.0693944934667808E-5</c:v>
                </c:pt>
                <c:pt idx="474">
                  <c:v>6.0450406040160518E-5</c:v>
                </c:pt>
                <c:pt idx="475">
                  <c:v>6.5021863671299205E-5</c:v>
                </c:pt>
                <c:pt idx="476">
                  <c:v>6.9594131382895718E-5</c:v>
                </c:pt>
                <c:pt idx="477">
                  <c:v>6.8291699439070085E-5</c:v>
                </c:pt>
                <c:pt idx="478">
                  <c:v>7.2276672982028134E-5</c:v>
                </c:pt>
                <c:pt idx="479">
                  <c:v>7.3508197129649045E-5</c:v>
                </c:pt>
                <c:pt idx="480">
                  <c:v>7.9766925896269887E-5</c:v>
                </c:pt>
                <c:pt idx="481">
                  <c:v>8.8816226081448658E-5</c:v>
                </c:pt>
                <c:pt idx="482">
                  <c:v>9.161392708765753E-5</c:v>
                </c:pt>
                <c:pt idx="483">
                  <c:v>9.3572564058555185E-5</c:v>
                </c:pt>
                <c:pt idx="484">
                  <c:v>1.0273467384087296E-4</c:v>
                </c:pt>
                <c:pt idx="485">
                  <c:v>1.0549509237633787E-4</c:v>
                </c:pt>
                <c:pt idx="486">
                  <c:v>1.1450639495223043E-4</c:v>
                </c:pt>
                <c:pt idx="487">
                  <c:v>1.1786875662761618E-4</c:v>
                </c:pt>
                <c:pt idx="488">
                  <c:v>1.3604094243565827E-4</c:v>
                </c:pt>
                <c:pt idx="489">
                  <c:v>1.4519991362040889E-4</c:v>
                </c:pt>
                <c:pt idx="490">
                  <c:v>1.5507900412429574E-4</c:v>
                </c:pt>
                <c:pt idx="491">
                  <c:v>1.5736150682638827E-4</c:v>
                </c:pt>
                <c:pt idx="492">
                  <c:v>1.7497055703166614E-4</c:v>
                </c:pt>
                <c:pt idx="493">
                  <c:v>1.7949249306851804E-4</c:v>
                </c:pt>
                <c:pt idx="494">
                  <c:v>1.9481158116898596E-4</c:v>
                </c:pt>
                <c:pt idx="495">
                  <c:v>2.0654103533939713E-4</c:v>
                </c:pt>
                <c:pt idx="496">
                  <c:v>2.1864411531152665E-4</c:v>
                </c:pt>
                <c:pt idx="497">
                  <c:v>2.3526421170618584E-4</c:v>
                </c:pt>
                <c:pt idx="498">
                  <c:v>2.4594815328235476E-4</c:v>
                </c:pt>
                <c:pt idx="499">
                  <c:v>2.5957698251763444E-4</c:v>
                </c:pt>
                <c:pt idx="500">
                  <c:v>2.7820387035760118E-4</c:v>
                </c:pt>
                <c:pt idx="501">
                  <c:v>2.8869554135804514E-4</c:v>
                </c:pt>
                <c:pt idx="502">
                  <c:v>3.0817319878002479E-4</c:v>
                </c:pt>
                <c:pt idx="503">
                  <c:v>3.3203981078193346E-4</c:v>
                </c:pt>
                <c:pt idx="504">
                  <c:v>3.4026856593468021E-4</c:v>
                </c:pt>
                <c:pt idx="505">
                  <c:v>3.4088161716485646E-4</c:v>
                </c:pt>
                <c:pt idx="506">
                  <c:v>3.6530679220455275E-4</c:v>
                </c:pt>
                <c:pt idx="507">
                  <c:v>3.8934600631945315E-4</c:v>
                </c:pt>
                <c:pt idx="508">
                  <c:v>4.0127572556277347E-4</c:v>
                </c:pt>
                <c:pt idx="509">
                  <c:v>4.279754761733008E-4</c:v>
                </c:pt>
                <c:pt idx="510">
                  <c:v>0</c:v>
                </c:pt>
                <c:pt idx="511">
                  <c:v>0</c:v>
                </c:pt>
              </c:numCache>
            </c:numRef>
          </c:yVal>
          <c:smooth val="1"/>
          <c:extLst>
            <c:ext xmlns:c16="http://schemas.microsoft.com/office/drawing/2014/chart" uri="{C3380CC4-5D6E-409C-BE32-E72D297353CC}">
              <c16:uniqueId val="{00000001-A5BC-41AC-8D94-A104E2B1A96F}"/>
            </c:ext>
          </c:extLst>
        </c:ser>
        <c:ser>
          <c:idx val="1"/>
          <c:order val="2"/>
          <c:tx>
            <c:strRef>
              <c:f>'calib_(2)'!$H$7</c:f>
              <c:strCache>
                <c:ptCount val="1"/>
                <c:pt idx="0">
                  <c:v>secondary</c:v>
                </c:pt>
              </c:strCache>
            </c:strRef>
          </c:tx>
          <c:spPr>
            <a:ln w="19046" cap="rnd">
              <a:solidFill>
                <a:schemeClr val="accent6"/>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'calib_(2)'!$H$8:$H$519</c:f>
              <c:numCache>
                <c:formatCode>General</c:formatCode>
                <c:ptCount val="512"/>
                <c:pt idx="0">
                  <c:v>0.15613666573137239</c:v>
                </c:pt>
                <c:pt idx="1">
                  <c:v>0.17370296510521249</c:v>
                </c:pt>
                <c:pt idx="2">
                  <c:v>0.18125313524097492</c:v>
                </c:pt>
                <c:pt idx="3">
                  <c:v>0.18656648887083743</c:v>
                </c:pt>
                <c:pt idx="4">
                  <c:v>0.18989351533117349</c:v>
                </c:pt>
                <c:pt idx="5">
                  <c:v>0.19249391688209661</c:v>
                </c:pt>
                <c:pt idx="6">
                  <c:v>0.19381637676421709</c:v>
                </c:pt>
                <c:pt idx="7">
                  <c:v>0.19215179880115466</c:v>
                </c:pt>
                <c:pt idx="8">
                  <c:v>0.19546774659468799</c:v>
                </c:pt>
                <c:pt idx="9">
                  <c:v>0.19598175036520868</c:v>
                </c:pt>
                <c:pt idx="10">
                  <c:v>0.19603471960446339</c:v>
                </c:pt>
                <c:pt idx="11">
                  <c:v>0.19682691764926186</c:v>
                </c:pt>
                <c:pt idx="12">
                  <c:v>0.19531355424897298</c:v>
                </c:pt>
                <c:pt idx="13">
                  <c:v>0.19467657722123291</c:v>
                </c:pt>
                <c:pt idx="14">
                  <c:v>0.19551143118231534</c:v>
                </c:pt>
                <c:pt idx="15">
                  <c:v>0.19392881858457495</c:v>
                </c:pt>
                <c:pt idx="16">
                  <c:v>0.19421580188936843</c:v>
                </c:pt>
                <c:pt idx="17">
                  <c:v>0.19256053340357429</c:v>
                </c:pt>
                <c:pt idx="18">
                  <c:v>0.19247773895688169</c:v>
                </c:pt>
                <c:pt idx="19">
                  <c:v>0.18992249360201569</c:v>
                </c:pt>
                <c:pt idx="20">
                  <c:v>0.19028623882712775</c:v>
                </c:pt>
                <c:pt idx="21">
                  <c:v>0.18986815505406812</c:v>
                </c:pt>
                <c:pt idx="22">
                  <c:v>0.18918303699268332</c:v>
                </c:pt>
                <c:pt idx="23">
                  <c:v>0.19359819233454204</c:v>
                </c:pt>
                <c:pt idx="24">
                  <c:v>0.19839879694814577</c:v>
                </c:pt>
                <c:pt idx="25">
                  <c:v>0.20517276801486348</c:v>
                </c:pt>
                <c:pt idx="26">
                  <c:v>0.20865559232210346</c:v>
                </c:pt>
                <c:pt idx="27">
                  <c:v>0.20991109350558715</c:v>
                </c:pt>
                <c:pt idx="28">
                  <c:v>0.20719035751632653</c:v>
                </c:pt>
                <c:pt idx="29">
                  <c:v>0.19979630565702461</c:v>
                </c:pt>
                <c:pt idx="30">
                  <c:v>0.19553222781018909</c:v>
                </c:pt>
                <c:pt idx="31">
                  <c:v>0.19291793122369619</c:v>
                </c:pt>
                <c:pt idx="32">
                  <c:v>0.18960834661798953</c:v>
                </c:pt>
                <c:pt idx="33">
                  <c:v>0.18659876116742463</c:v>
                </c:pt>
                <c:pt idx="34">
                  <c:v>0.18580643822881271</c:v>
                </c:pt>
                <c:pt idx="35">
                  <c:v>0.18582595579538194</c:v>
                </c:pt>
                <c:pt idx="36">
                  <c:v>0.18647809764762663</c:v>
                </c:pt>
                <c:pt idx="37">
                  <c:v>0.18841445073926896</c:v>
                </c:pt>
                <c:pt idx="38">
                  <c:v>0.19210894845210733</c:v>
                </c:pt>
                <c:pt idx="39">
                  <c:v>0.19690735085584293</c:v>
                </c:pt>
                <c:pt idx="40">
                  <c:v>0.20401734833015739</c:v>
                </c:pt>
                <c:pt idx="41">
                  <c:v>0.21135079625643466</c:v>
                </c:pt>
                <c:pt idx="42">
                  <c:v>0.21669150112684368</c:v>
                </c:pt>
                <c:pt idx="43">
                  <c:v>0.22385155292179834</c:v>
                </c:pt>
                <c:pt idx="44">
                  <c:v>0.22541289083201441</c:v>
                </c:pt>
                <c:pt idx="45">
                  <c:v>0.22636651380568079</c:v>
                </c:pt>
                <c:pt idx="46">
                  <c:v>0.22227200832944316</c:v>
                </c:pt>
                <c:pt idx="47">
                  <c:v>0.21721498812703557</c:v>
                </c:pt>
                <c:pt idx="48">
                  <c:v>0.21331606009736692</c:v>
                </c:pt>
                <c:pt idx="49">
                  <c:v>0.20965833145829268</c:v>
                </c:pt>
                <c:pt idx="50">
                  <c:v>0.207718292566269</c:v>
                </c:pt>
                <c:pt idx="51">
                  <c:v>0.20867291795285298</c:v>
                </c:pt>
                <c:pt idx="52">
                  <c:v>0.21268772541671141</c:v>
                </c:pt>
                <c:pt idx="53">
                  <c:v>0.21564498619111971</c:v>
                </c:pt>
                <c:pt idx="54">
                  <c:v>0.2180600576196213</c:v>
                </c:pt>
                <c:pt idx="55">
                  <c:v>0.22269869873470127</c:v>
                </c:pt>
                <c:pt idx="56">
                  <c:v>0.22581783400972236</c:v>
                </c:pt>
                <c:pt idx="57">
                  <c:v>0.2288733983469346</c:v>
                </c:pt>
                <c:pt idx="58">
                  <c:v>0.2313245937825171</c:v>
                </c:pt>
                <c:pt idx="59">
                  <c:v>0.23215867241448043</c:v>
                </c:pt>
                <c:pt idx="60">
                  <c:v>0.23467500101293737</c:v>
                </c:pt>
                <c:pt idx="61">
                  <c:v>0.23870113950668748</c:v>
                </c:pt>
                <c:pt idx="62">
                  <c:v>0.24618903230202363</c:v>
                </c:pt>
                <c:pt idx="63">
                  <c:v>0.25662096756025871</c:v>
                </c:pt>
                <c:pt idx="64">
                  <c:v>0.27244295257433776</c:v>
                </c:pt>
                <c:pt idx="65">
                  <c:v>0.29321346893356315</c:v>
                </c:pt>
                <c:pt idx="66">
                  <c:v>0.32392600431885155</c:v>
                </c:pt>
                <c:pt idx="67">
                  <c:v>0.36529583859651571</c:v>
                </c:pt>
                <c:pt idx="68">
                  <c:v>0.41418140254016433</c:v>
                </c:pt>
                <c:pt idx="69">
                  <c:v>0.46725064147808371</c:v>
                </c:pt>
                <c:pt idx="70">
                  <c:v>0.5203226156252464</c:v>
                </c:pt>
                <c:pt idx="71">
                  <c:v>0.57029458684202616</c:v>
                </c:pt>
                <c:pt idx="72">
                  <c:v>0.60590843912058312</c:v>
                </c:pt>
                <c:pt idx="73">
                  <c:v>0.62492495482321997</c:v>
                </c:pt>
                <c:pt idx="74">
                  <c:v>0.62274712571858726</c:v>
                </c:pt>
                <c:pt idx="75">
                  <c:v>0.60827061991568976</c:v>
                </c:pt>
                <c:pt idx="76">
                  <c:v>0.57734801166906746</c:v>
                </c:pt>
                <c:pt idx="77">
                  <c:v>0.5399298295809134</c:v>
                </c:pt>
                <c:pt idx="78">
                  <c:v>0.50568628709577368</c:v>
                </c:pt>
                <c:pt idx="79">
                  <c:v>0.47875296154725011</c:v>
                </c:pt>
                <c:pt idx="80">
                  <c:v>0.45884770787020174</c:v>
                </c:pt>
                <c:pt idx="81">
                  <c:v>0.44854201533359017</c:v>
                </c:pt>
                <c:pt idx="82">
                  <c:v>0.44344386942697156</c:v>
                </c:pt>
                <c:pt idx="83">
                  <c:v>0.44259259044622101</c:v>
                </c:pt>
                <c:pt idx="84">
                  <c:v>0.43716808494692933</c:v>
                </c:pt>
                <c:pt idx="85">
                  <c:v>0.42769020948584757</c:v>
                </c:pt>
                <c:pt idx="86">
                  <c:v>0.41717739715970331</c:v>
                </c:pt>
                <c:pt idx="87">
                  <c:v>0.40080029196542816</c:v>
                </c:pt>
                <c:pt idx="88">
                  <c:v>0.38169426230306391</c:v>
                </c:pt>
                <c:pt idx="89">
                  <c:v>0.36082383647360916</c:v>
                </c:pt>
                <c:pt idx="90">
                  <c:v>0.34277612046391559</c:v>
                </c:pt>
                <c:pt idx="91">
                  <c:v>0.32532593787566733</c:v>
                </c:pt>
                <c:pt idx="92">
                  <c:v>0.31199288426485555</c:v>
                </c:pt>
                <c:pt idx="93">
                  <c:v>0.30134891516965201</c:v>
                </c:pt>
                <c:pt idx="94">
                  <c:v>0.29433374759852138</c:v>
                </c:pt>
                <c:pt idx="95">
                  <c:v>0.29022918482014859</c:v>
                </c:pt>
                <c:pt idx="96">
                  <c:v>0.28694877385495599</c:v>
                </c:pt>
                <c:pt idx="97">
                  <c:v>0.28682563996497984</c:v>
                </c:pt>
                <c:pt idx="98">
                  <c:v>0.28511861422534407</c:v>
                </c:pt>
                <c:pt idx="99">
                  <c:v>0.28553012565201574</c:v>
                </c:pt>
                <c:pt idx="100">
                  <c:v>0.28495012787027585</c:v>
                </c:pt>
                <c:pt idx="101">
                  <c:v>0.28578520420458031</c:v>
                </c:pt>
                <c:pt idx="102">
                  <c:v>0.28488281464030474</c:v>
                </c:pt>
                <c:pt idx="103">
                  <c:v>0.28265831367285787</c:v>
                </c:pt>
                <c:pt idx="104">
                  <c:v>0.2832808563148988</c:v>
                </c:pt>
                <c:pt idx="105">
                  <c:v>0.28129169538633636</c:v>
                </c:pt>
                <c:pt idx="106">
                  <c:v>0.28099780707151689</c:v>
                </c:pt>
                <c:pt idx="107">
                  <c:v>0.28001093924359788</c:v>
                </c:pt>
                <c:pt idx="108">
                  <c:v>0.27691620495184965</c:v>
                </c:pt>
                <c:pt idx="109">
                  <c:v>0.27841674065385702</c:v>
                </c:pt>
                <c:pt idx="110">
                  <c:v>0.27645404444446064</c:v>
                </c:pt>
                <c:pt idx="111">
                  <c:v>0.27617063923940444</c:v>
                </c:pt>
                <c:pt idx="112">
                  <c:v>0.27446706765580425</c:v>
                </c:pt>
                <c:pt idx="113">
                  <c:v>0.27528462756498773</c:v>
                </c:pt>
                <c:pt idx="114">
                  <c:v>0.274907767829561</c:v>
                </c:pt>
                <c:pt idx="115">
                  <c:v>0.27523006684341089</c:v>
                </c:pt>
                <c:pt idx="116">
                  <c:v>0.27448828526701557</c:v>
                </c:pt>
                <c:pt idx="117">
                  <c:v>0.27446200073798888</c:v>
                </c:pt>
                <c:pt idx="118">
                  <c:v>0.27437941630992613</c:v>
                </c:pt>
                <c:pt idx="119">
                  <c:v>0.27647081816891689</c:v>
                </c:pt>
                <c:pt idx="120">
                  <c:v>0.27668186901969927</c:v>
                </c:pt>
                <c:pt idx="121">
                  <c:v>0.27795291204932676</c:v>
                </c:pt>
                <c:pt idx="122">
                  <c:v>0.27849238249573016</c:v>
                </c:pt>
                <c:pt idx="123">
                  <c:v>0.28087665867452416</c:v>
                </c:pt>
                <c:pt idx="124">
                  <c:v>0.28247810611294405</c:v>
                </c:pt>
                <c:pt idx="125">
                  <c:v>0.28656159018469451</c:v>
                </c:pt>
                <c:pt idx="126">
                  <c:v>0.28427134577162883</c:v>
                </c:pt>
                <c:pt idx="127">
                  <c:v>0.28785875822940488</c:v>
                </c:pt>
                <c:pt idx="128">
                  <c:v>0.28879153294309157</c:v>
                </c:pt>
                <c:pt idx="129">
                  <c:v>0.28961638861350136</c:v>
                </c:pt>
                <c:pt idx="130">
                  <c:v>0.29214168125007878</c:v>
                </c:pt>
                <c:pt idx="131">
                  <c:v>0.29276195749160183</c:v>
                </c:pt>
                <c:pt idx="132">
                  <c:v>0.29507263073167761</c:v>
                </c:pt>
                <c:pt idx="133">
                  <c:v>0.29717666475928861</c:v>
                </c:pt>
                <c:pt idx="134">
                  <c:v>0.29606235094682021</c:v>
                </c:pt>
                <c:pt idx="135">
                  <c:v>0.29835187396553087</c:v>
                </c:pt>
                <c:pt idx="136">
                  <c:v>0.29911567368066649</c:v>
                </c:pt>
                <c:pt idx="137">
                  <c:v>0.30203281883788846</c:v>
                </c:pt>
                <c:pt idx="138">
                  <c:v>0.30446182730856514</c:v>
                </c:pt>
                <c:pt idx="139">
                  <c:v>0.30606018100247068</c:v>
                </c:pt>
                <c:pt idx="140">
                  <c:v>0.3098828380782544</c:v>
                </c:pt>
                <c:pt idx="141">
                  <c:v>0.31514096271326975</c:v>
                </c:pt>
                <c:pt idx="142">
                  <c:v>0.3187373684843261</c:v>
                </c:pt>
                <c:pt idx="143">
                  <c:v>0.32576604329748315</c:v>
                </c:pt>
                <c:pt idx="144">
                  <c:v>0.33521242896809383</c:v>
                </c:pt>
                <c:pt idx="145">
                  <c:v>0.34288120037048392</c:v>
                </c:pt>
                <c:pt idx="146">
                  <c:v>0.35495550598261078</c:v>
                </c:pt>
                <c:pt idx="147">
                  <c:v>0.36838689394688895</c:v>
                </c:pt>
                <c:pt idx="148">
                  <c:v>0.38047267880912294</c:v>
                </c:pt>
                <c:pt idx="149">
                  <c:v>0.39677025328449889</c:v>
                </c:pt>
                <c:pt idx="150">
                  <c:v>0.41259495056866874</c:v>
                </c:pt>
                <c:pt idx="151">
                  <c:v>0.43066633990533398</c:v>
                </c:pt>
                <c:pt idx="152">
                  <c:v>0.44654519953084887</c:v>
                </c:pt>
                <c:pt idx="153">
                  <c:v>0.46262921429994475</c:v>
                </c:pt>
                <c:pt idx="154">
                  <c:v>0.47864030515991918</c:v>
                </c:pt>
                <c:pt idx="155">
                  <c:v>0.49302909789849514</c:v>
                </c:pt>
                <c:pt idx="156">
                  <c:v>0.5044674087472083</c:v>
                </c:pt>
                <c:pt idx="157">
                  <c:v>0.51174734608559824</c:v>
                </c:pt>
                <c:pt idx="158">
                  <c:v>0.51675054258759867</c:v>
                </c:pt>
                <c:pt idx="159">
                  <c:v>0.51799230239295957</c:v>
                </c:pt>
                <c:pt idx="160">
                  <c:v>0.51649652744204122</c:v>
                </c:pt>
                <c:pt idx="161">
                  <c:v>0.50996819344891442</c:v>
                </c:pt>
                <c:pt idx="162">
                  <c:v>0.50271128344575455</c:v>
                </c:pt>
                <c:pt idx="163">
                  <c:v>0.49365283265321996</c:v>
                </c:pt>
                <c:pt idx="164">
                  <c:v>0.48409187256314334</c:v>
                </c:pt>
                <c:pt idx="165">
                  <c:v>0.47248373444449188</c:v>
                </c:pt>
                <c:pt idx="166">
                  <c:v>0.46389692998378051</c:v>
                </c:pt>
                <c:pt idx="167">
                  <c:v>0.45354733265408242</c:v>
                </c:pt>
                <c:pt idx="168">
                  <c:v>0.4461580344806364</c:v>
                </c:pt>
                <c:pt idx="169">
                  <c:v>0.44054066783905654</c:v>
                </c:pt>
                <c:pt idx="170">
                  <c:v>0.43326378592951531</c:v>
                </c:pt>
                <c:pt idx="171">
                  <c:v>0.43060630748963319</c:v>
                </c:pt>
                <c:pt idx="172">
                  <c:v>0.42742338602362151</c:v>
                </c:pt>
                <c:pt idx="173">
                  <c:v>0.42696812377757559</c:v>
                </c:pt>
                <c:pt idx="174">
                  <c:v>0.42580046935611593</c:v>
                </c:pt>
                <c:pt idx="175">
                  <c:v>0.42274506701262987</c:v>
                </c:pt>
                <c:pt idx="176">
                  <c:v>0.42215183227172992</c:v>
                </c:pt>
                <c:pt idx="177">
                  <c:v>0.42135992924887711</c:v>
                </c:pt>
                <c:pt idx="178">
                  <c:v>0.42166381658796881</c:v>
                </c:pt>
                <c:pt idx="179">
                  <c:v>0.41901489168274331</c:v>
                </c:pt>
                <c:pt idx="180">
                  <c:v>0.41461565493936209</c:v>
                </c:pt>
                <c:pt idx="181">
                  <c:v>0.41139960630253392</c:v>
                </c:pt>
                <c:pt idx="182">
                  <c:v>0.40846584424740195</c:v>
                </c:pt>
                <c:pt idx="183">
                  <c:v>0.40463457725536423</c:v>
                </c:pt>
                <c:pt idx="184">
                  <c:v>0.40117075415927567</c:v>
                </c:pt>
                <c:pt idx="185">
                  <c:v>0.39561010589591977</c:v>
                </c:pt>
                <c:pt idx="186">
                  <c:v>0.39095473460476177</c:v>
                </c:pt>
                <c:pt idx="187">
                  <c:v>0.38507213599372359</c:v>
                </c:pt>
                <c:pt idx="188">
                  <c:v>0.3797905666198359</c:v>
                </c:pt>
                <c:pt idx="189">
                  <c:v>0.37466726022732438</c:v>
                </c:pt>
                <c:pt idx="190">
                  <c:v>0.36933127922623332</c:v>
                </c:pt>
                <c:pt idx="191">
                  <c:v>0.36418129553133866</c:v>
                </c:pt>
                <c:pt idx="192">
                  <c:v>0.3587488552233461</c:v>
                </c:pt>
                <c:pt idx="193">
                  <c:v>0.35252555063889512</c:v>
                </c:pt>
                <c:pt idx="194">
                  <c:v>0.34792835909107478</c:v>
                </c:pt>
                <c:pt idx="195">
                  <c:v>0.34249440000773546</c:v>
                </c:pt>
                <c:pt idx="196">
                  <c:v>0.33789083340010156</c:v>
                </c:pt>
                <c:pt idx="197">
                  <c:v>0.33207355697288315</c:v>
                </c:pt>
                <c:pt idx="198">
                  <c:v>0.32703491892984271</c:v>
                </c:pt>
                <c:pt idx="199">
                  <c:v>0.3218307704393481</c:v>
                </c:pt>
                <c:pt idx="200">
                  <c:v>0.31940498925709188</c:v>
                </c:pt>
                <c:pt idx="201">
                  <c:v>0.31458715805878334</c:v>
                </c:pt>
                <c:pt idx="202">
                  <c:v>0.30719393386101446</c:v>
                </c:pt>
                <c:pt idx="203">
                  <c:v>0.30301188574897542</c:v>
                </c:pt>
                <c:pt idx="204">
                  <c:v>0.29973821069254869</c:v>
                </c:pt>
                <c:pt idx="205">
                  <c:v>0.29622815000186031</c:v>
                </c:pt>
                <c:pt idx="206">
                  <c:v>0.29240330295961536</c:v>
                </c:pt>
                <c:pt idx="207">
                  <c:v>0.28801686764131906</c:v>
                </c:pt>
                <c:pt idx="208">
                  <c:v>0.2835393067274421</c:v>
                </c:pt>
                <c:pt idx="209">
                  <c:v>0.280630474105724</c:v>
                </c:pt>
                <c:pt idx="210">
                  <c:v>0.27554104305711669</c:v>
                </c:pt>
                <c:pt idx="211">
                  <c:v>0.2730694718220239</c:v>
                </c:pt>
                <c:pt idx="212">
                  <c:v>0.26932123827151033</c:v>
                </c:pt>
                <c:pt idx="213">
                  <c:v>0.26580767860773968</c:v>
                </c:pt>
                <c:pt idx="214">
                  <c:v>0.26280216319566962</c:v>
                </c:pt>
                <c:pt idx="215">
                  <c:v>0.26040079699682894</c:v>
                </c:pt>
                <c:pt idx="216">
                  <c:v>0.25755886566931696</c:v>
                </c:pt>
                <c:pt idx="217">
                  <c:v>0.25268881167109081</c:v>
                </c:pt>
                <c:pt idx="218">
                  <c:v>0.25227908056347204</c:v>
                </c:pt>
                <c:pt idx="219">
                  <c:v>0.24906181734483465</c:v>
                </c:pt>
                <c:pt idx="220">
                  <c:v>0.24689430179826868</c:v>
                </c:pt>
                <c:pt idx="221">
                  <c:v>0.24409000777639892</c:v>
                </c:pt>
                <c:pt idx="222">
                  <c:v>0.24267394014195043</c:v>
                </c:pt>
                <c:pt idx="223">
                  <c:v>0.24133825916866267</c:v>
                </c:pt>
                <c:pt idx="224">
                  <c:v>0.23867760175623054</c:v>
                </c:pt>
                <c:pt idx="225">
                  <c:v>0.23575268853631703</c:v>
                </c:pt>
                <c:pt idx="226">
                  <c:v>0.23266929604683576</c:v>
                </c:pt>
                <c:pt idx="227">
                  <c:v>0.23349420192946155</c:v>
                </c:pt>
                <c:pt idx="228">
                  <c:v>0.23137538103990157</c:v>
                </c:pt>
                <c:pt idx="229">
                  <c:v>0.22737047460363066</c:v>
                </c:pt>
                <c:pt idx="230">
                  <c:v>0.22767252152709483</c:v>
                </c:pt>
                <c:pt idx="231">
                  <c:v>0.22668893705580473</c:v>
                </c:pt>
                <c:pt idx="232">
                  <c:v>0.22426961326274836</c:v>
                </c:pt>
                <c:pt idx="233">
                  <c:v>0.22180707657896107</c:v>
                </c:pt>
                <c:pt idx="234">
                  <c:v>0.22202840610828717</c:v>
                </c:pt>
                <c:pt idx="235">
                  <c:v>0.220663197611116</c:v>
                </c:pt>
                <c:pt idx="236">
                  <c:v>0.21907962714133444</c:v>
                </c:pt>
                <c:pt idx="237">
                  <c:v>0.21924113542937973</c:v>
                </c:pt>
                <c:pt idx="238">
                  <c:v>0.21766281695261766</c:v>
                </c:pt>
                <c:pt idx="239">
                  <c:v>0.2168079628563894</c:v>
                </c:pt>
                <c:pt idx="240">
                  <c:v>0.21683143169780045</c:v>
                </c:pt>
                <c:pt idx="241">
                  <c:v>0.21505223960814629</c:v>
                </c:pt>
                <c:pt idx="242">
                  <c:v>0.21525094632715486</c:v>
                </c:pt>
                <c:pt idx="243">
                  <c:v>0.21378784999934786</c:v>
                </c:pt>
                <c:pt idx="244">
                  <c:v>0.21293181885424581</c:v>
                </c:pt>
                <c:pt idx="245">
                  <c:v>0.21183385537976424</c:v>
                </c:pt>
                <c:pt idx="246">
                  <c:v>0.21200431571206368</c:v>
                </c:pt>
                <c:pt idx="247">
                  <c:v>0.21048386423817503</c:v>
                </c:pt>
                <c:pt idx="248">
                  <c:v>0.20892112842851393</c:v>
                </c:pt>
                <c:pt idx="249">
                  <c:v>0.20732124967060711</c:v>
                </c:pt>
                <c:pt idx="250">
                  <c:v>0.20733310200575336</c:v>
                </c:pt>
                <c:pt idx="251">
                  <c:v>0.2070483072997647</c:v>
                </c:pt>
                <c:pt idx="252">
                  <c:v>0.20572107473669671</c:v>
                </c:pt>
                <c:pt idx="253">
                  <c:v>0.20541298647074133</c:v>
                </c:pt>
                <c:pt idx="254">
                  <c:v>0.20523478470829179</c:v>
                </c:pt>
                <c:pt idx="255">
                  <c:v>0.20333496964008665</c:v>
                </c:pt>
                <c:pt idx="256">
                  <c:v>0.20267418112438268</c:v>
                </c:pt>
                <c:pt idx="257">
                  <c:v>0.20073887430373127</c:v>
                </c:pt>
                <c:pt idx="258">
                  <c:v>0.20005514755680837</c:v>
                </c:pt>
                <c:pt idx="259">
                  <c:v>0.20010259464940663</c:v>
                </c:pt>
                <c:pt idx="260">
                  <c:v>0.19861079343265173</c:v>
                </c:pt>
                <c:pt idx="261">
                  <c:v>0.20108690539737287</c:v>
                </c:pt>
                <c:pt idx="262">
                  <c:v>0.19794225145978453</c:v>
                </c:pt>
                <c:pt idx="263">
                  <c:v>0.19858255945115116</c:v>
                </c:pt>
                <c:pt idx="264">
                  <c:v>0.19602868914577004</c:v>
                </c:pt>
                <c:pt idx="265">
                  <c:v>0.19738149037388192</c:v>
                </c:pt>
                <c:pt idx="266">
                  <c:v>0.1964766204380749</c:v>
                </c:pt>
                <c:pt idx="267">
                  <c:v>0.19769568302820922</c:v>
                </c:pt>
                <c:pt idx="268">
                  <c:v>0.19586227438155265</c:v>
                </c:pt>
                <c:pt idx="269">
                  <c:v>0.19745928766802029</c:v>
                </c:pt>
                <c:pt idx="270">
                  <c:v>0.19552921109463212</c:v>
                </c:pt>
                <c:pt idx="271">
                  <c:v>0.19588243865769922</c:v>
                </c:pt>
                <c:pt idx="272">
                  <c:v>0.19553038715708831</c:v>
                </c:pt>
                <c:pt idx="273">
                  <c:v>0.19493578824905552</c:v>
                </c:pt>
                <c:pt idx="274">
                  <c:v>0.19461405614912969</c:v>
                </c:pt>
                <c:pt idx="275">
                  <c:v>0.19492014680010944</c:v>
                </c:pt>
                <c:pt idx="276">
                  <c:v>0.19315969149825318</c:v>
                </c:pt>
                <c:pt idx="277">
                  <c:v>0.19445895116960699</c:v>
                </c:pt>
                <c:pt idx="278">
                  <c:v>0.19176567055695548</c:v>
                </c:pt>
                <c:pt idx="279">
                  <c:v>0.19150765003740211</c:v>
                </c:pt>
                <c:pt idx="280">
                  <c:v>0.19192833349278438</c:v>
                </c:pt>
                <c:pt idx="281">
                  <c:v>0.18857664461523177</c:v>
                </c:pt>
                <c:pt idx="282">
                  <c:v>0.18745757532822688</c:v>
                </c:pt>
                <c:pt idx="283">
                  <c:v>0.18653804418798819</c:v>
                </c:pt>
                <c:pt idx="284">
                  <c:v>0.18646939225899767</c:v>
                </c:pt>
                <c:pt idx="285">
                  <c:v>0.18438302962584729</c:v>
                </c:pt>
                <c:pt idx="286">
                  <c:v>0.18463621110418887</c:v>
                </c:pt>
                <c:pt idx="287">
                  <c:v>0.18321911751439141</c:v>
                </c:pt>
                <c:pt idx="288">
                  <c:v>0.18268033867689037</c:v>
                </c:pt>
                <c:pt idx="289">
                  <c:v>0.1805673968186724</c:v>
                </c:pt>
                <c:pt idx="290">
                  <c:v>0.18064390203197211</c:v>
                </c:pt>
                <c:pt idx="291">
                  <c:v>0.17850638176639411</c:v>
                </c:pt>
                <c:pt idx="292">
                  <c:v>0.17759355285044104</c:v>
                </c:pt>
                <c:pt idx="293">
                  <c:v>0.17657302422463997</c:v>
                </c:pt>
                <c:pt idx="294">
                  <c:v>0.17548165225130571</c:v>
                </c:pt>
                <c:pt idx="295">
                  <c:v>0.17502097282961004</c:v>
                </c:pt>
                <c:pt idx="296">
                  <c:v>0.17359201262702562</c:v>
                </c:pt>
                <c:pt idx="297">
                  <c:v>0.17474412007403861</c:v>
                </c:pt>
                <c:pt idx="298">
                  <c:v>0.17315070209257161</c:v>
                </c:pt>
                <c:pt idx="299">
                  <c:v>0.17236129062029329</c:v>
                </c:pt>
                <c:pt idx="300">
                  <c:v>0.17206456910625353</c:v>
                </c:pt>
                <c:pt idx="301">
                  <c:v>0.17265654609376416</c:v>
                </c:pt>
                <c:pt idx="302">
                  <c:v>0.17206460922325736</c:v>
                </c:pt>
                <c:pt idx="303">
                  <c:v>0.17257653488763633</c:v>
                </c:pt>
                <c:pt idx="304">
                  <c:v>0.172591524563391</c:v>
                </c:pt>
                <c:pt idx="305">
                  <c:v>0.1731954851364986</c:v>
                </c:pt>
                <c:pt idx="306">
                  <c:v>0.17506914001733759</c:v>
                </c:pt>
                <c:pt idx="307">
                  <c:v>0.17290579219736477</c:v>
                </c:pt>
                <c:pt idx="308">
                  <c:v>0.17414763514793802</c:v>
                </c:pt>
                <c:pt idx="309">
                  <c:v>0.17388569924684438</c:v>
                </c:pt>
                <c:pt idx="310">
                  <c:v>0.17588497211685949</c:v>
                </c:pt>
                <c:pt idx="311">
                  <c:v>0.17517146073068526</c:v>
                </c:pt>
                <c:pt idx="312">
                  <c:v>0.17607976618692145</c:v>
                </c:pt>
                <c:pt idx="313">
                  <c:v>0.17667909161465789</c:v>
                </c:pt>
                <c:pt idx="314">
                  <c:v>0.17829961147809964</c:v>
                </c:pt>
                <c:pt idx="315">
                  <c:v>0.17861827388060936</c:v>
                </c:pt>
                <c:pt idx="316">
                  <c:v>0.1809519908849718</c:v>
                </c:pt>
                <c:pt idx="317">
                  <c:v>0.17969728318735498</c:v>
                </c:pt>
                <c:pt idx="318">
                  <c:v>0.18172634379365821</c:v>
                </c:pt>
                <c:pt idx="319">
                  <c:v>0.18404955414678925</c:v>
                </c:pt>
                <c:pt idx="320">
                  <c:v>0.18365907136693127</c:v>
                </c:pt>
                <c:pt idx="321">
                  <c:v>0.18582913614157276</c:v>
                </c:pt>
                <c:pt idx="322">
                  <c:v>0.18724732753334639</c:v>
                </c:pt>
                <c:pt idx="323">
                  <c:v>0.18733044023885298</c:v>
                </c:pt>
                <c:pt idx="324">
                  <c:v>0.19104984289312307</c:v>
                </c:pt>
                <c:pt idx="325">
                  <c:v>0.19061828684106413</c:v>
                </c:pt>
                <c:pt idx="326">
                  <c:v>0.19098845186672703</c:v>
                </c:pt>
                <c:pt idx="327">
                  <c:v>0.19434037069151777</c:v>
                </c:pt>
                <c:pt idx="328">
                  <c:v>0.19553223438276779</c:v>
                </c:pt>
                <c:pt idx="329">
                  <c:v>0.19587058471907162</c:v>
                </c:pt>
                <c:pt idx="330">
                  <c:v>0.19802322438488767</c:v>
                </c:pt>
                <c:pt idx="331">
                  <c:v>0.19918000525306406</c:v>
                </c:pt>
                <c:pt idx="332">
                  <c:v>0.20076657498501299</c:v>
                </c:pt>
                <c:pt idx="333">
                  <c:v>0.20268622444741763</c:v>
                </c:pt>
                <c:pt idx="334">
                  <c:v>0.20378930931754063</c:v>
                </c:pt>
                <c:pt idx="335">
                  <c:v>0.20318622775634443</c:v>
                </c:pt>
                <c:pt idx="336">
                  <c:v>0.2055846188320776</c:v>
                </c:pt>
                <c:pt idx="337">
                  <c:v>0.20523375634195826</c:v>
                </c:pt>
                <c:pt idx="338">
                  <c:v>0.20734547093518743</c:v>
                </c:pt>
                <c:pt idx="339">
                  <c:v>0.20772216040083791</c:v>
                </c:pt>
                <c:pt idx="340">
                  <c:v>0.20709639778420891</c:v>
                </c:pt>
                <c:pt idx="341">
                  <c:v>0.2077268896042215</c:v>
                </c:pt>
                <c:pt idx="342">
                  <c:v>0.20690337175095821</c:v>
                </c:pt>
                <c:pt idx="343">
                  <c:v>0.20527059478867274</c:v>
                </c:pt>
                <c:pt idx="344">
                  <c:v>0.20452079882204044</c:v>
                </c:pt>
                <c:pt idx="345">
                  <c:v>0.20290985010217297</c:v>
                </c:pt>
                <c:pt idx="346">
                  <c:v>0.20177416120514047</c:v>
                </c:pt>
                <c:pt idx="347">
                  <c:v>0.1987375269904158</c:v>
                </c:pt>
                <c:pt idx="348">
                  <c:v>0.19653447095795959</c:v>
                </c:pt>
                <c:pt idx="349">
                  <c:v>0.19427924238263802</c:v>
                </c:pt>
                <c:pt idx="350">
                  <c:v>0.1932414415733319</c:v>
                </c:pt>
                <c:pt idx="351">
                  <c:v>0.18926938676786814</c:v>
                </c:pt>
                <c:pt idx="352">
                  <c:v>0.18602186888986522</c:v>
                </c:pt>
                <c:pt idx="353">
                  <c:v>0.18122130456245422</c:v>
                </c:pt>
                <c:pt idx="354">
                  <c:v>0.17885969474378657</c:v>
                </c:pt>
                <c:pt idx="355">
                  <c:v>0.17519424913083376</c:v>
                </c:pt>
                <c:pt idx="356">
                  <c:v>0.17107820482658834</c:v>
                </c:pt>
                <c:pt idx="357">
                  <c:v>0.16627092675754426</c:v>
                </c:pt>
                <c:pt idx="358">
                  <c:v>0.16272470401098271</c:v>
                </c:pt>
                <c:pt idx="359">
                  <c:v>0.15831692206465919</c:v>
                </c:pt>
                <c:pt idx="360">
                  <c:v>0.15401087004641451</c:v>
                </c:pt>
                <c:pt idx="361">
                  <c:v>0.15026367889017833</c:v>
                </c:pt>
                <c:pt idx="362">
                  <c:v>0.14637883908637817</c:v>
                </c:pt>
                <c:pt idx="363">
                  <c:v>0.14233831340407943</c:v>
                </c:pt>
                <c:pt idx="364">
                  <c:v>0.13787956910877289</c:v>
                </c:pt>
                <c:pt idx="365">
                  <c:v>0.135203753999557</c:v>
                </c:pt>
                <c:pt idx="366">
                  <c:v>0.13203688536082173</c:v>
                </c:pt>
                <c:pt idx="367">
                  <c:v>0.12865396052053063</c:v>
                </c:pt>
                <c:pt idx="368">
                  <c:v>0.12450608332884497</c:v>
                </c:pt>
                <c:pt idx="369">
                  <c:v>0.12182541747935263</c:v>
                </c:pt>
                <c:pt idx="370">
                  <c:v>0.11863180469819073</c:v>
                </c:pt>
                <c:pt idx="371">
                  <c:v>0.11548125992252802</c:v>
                </c:pt>
                <c:pt idx="372">
                  <c:v>0.11407897563364974</c:v>
                </c:pt>
                <c:pt idx="373">
                  <c:v>0.11137059677377037</c:v>
                </c:pt>
                <c:pt idx="374">
                  <c:v>0.10919916826370724</c:v>
                </c:pt>
                <c:pt idx="375">
                  <c:v>0.10661878324465716</c:v>
                </c:pt>
                <c:pt idx="376">
                  <c:v>0.10618228536514067</c:v>
                </c:pt>
                <c:pt idx="377">
                  <c:v>0.10445373153081039</c:v>
                </c:pt>
                <c:pt idx="378">
                  <c:v>0.10261141380841204</c:v>
                </c:pt>
                <c:pt idx="379">
                  <c:v>0.10157464407079819</c:v>
                </c:pt>
                <c:pt idx="380">
                  <c:v>9.8982355754675372E-2</c:v>
                </c:pt>
                <c:pt idx="381">
                  <c:v>9.9889912024512736E-2</c:v>
                </c:pt>
                <c:pt idx="382">
                  <c:v>9.7373404154333848E-2</c:v>
                </c:pt>
                <c:pt idx="383">
                  <c:v>9.668609923823919E-2</c:v>
                </c:pt>
                <c:pt idx="384">
                  <c:v>9.6713449435386775E-2</c:v>
                </c:pt>
                <c:pt idx="385">
                  <c:v>9.5663286173394743E-2</c:v>
                </c:pt>
                <c:pt idx="386">
                  <c:v>9.4715742888544202E-2</c:v>
                </c:pt>
                <c:pt idx="387">
                  <c:v>9.3894533962387422E-2</c:v>
                </c:pt>
                <c:pt idx="388">
                  <c:v>9.4785887436663441E-2</c:v>
                </c:pt>
                <c:pt idx="389">
                  <c:v>9.3353955958555848E-2</c:v>
                </c:pt>
                <c:pt idx="390">
                  <c:v>9.3726881555092206E-2</c:v>
                </c:pt>
                <c:pt idx="391">
                  <c:v>9.3052759624476483E-2</c:v>
                </c:pt>
                <c:pt idx="392">
                  <c:v>9.3186485618155179E-2</c:v>
                </c:pt>
                <c:pt idx="393">
                  <c:v>9.2916912766136242E-2</c:v>
                </c:pt>
                <c:pt idx="394">
                  <c:v>9.2537483845357024E-2</c:v>
                </c:pt>
                <c:pt idx="395">
                  <c:v>9.2962189461441552E-2</c:v>
                </c:pt>
                <c:pt idx="396">
                  <c:v>9.3383753707877479E-2</c:v>
                </c:pt>
                <c:pt idx="397">
                  <c:v>9.2653740166589463E-2</c:v>
                </c:pt>
                <c:pt idx="398">
                  <c:v>9.4064765407421397E-2</c:v>
                </c:pt>
                <c:pt idx="399">
                  <c:v>9.3381376394693724E-2</c:v>
                </c:pt>
                <c:pt idx="400">
                  <c:v>9.5627274290620415E-2</c:v>
                </c:pt>
                <c:pt idx="401">
                  <c:v>9.5051727825197607E-2</c:v>
                </c:pt>
                <c:pt idx="402">
                  <c:v>9.579710097655883E-2</c:v>
                </c:pt>
                <c:pt idx="403">
                  <c:v>9.5715506584992241E-2</c:v>
                </c:pt>
                <c:pt idx="404">
                  <c:v>9.7668269741876521E-2</c:v>
                </c:pt>
                <c:pt idx="405">
                  <c:v>9.9481317135611202E-2</c:v>
                </c:pt>
                <c:pt idx="406">
                  <c:v>0.10170856270641707</c:v>
                </c:pt>
                <c:pt idx="407">
                  <c:v>0.10155194196068916</c:v>
                </c:pt>
                <c:pt idx="408">
                  <c:v>0.10426965055513424</c:v>
                </c:pt>
                <c:pt idx="409">
                  <c:v>0.10578087730061043</c:v>
                </c:pt>
                <c:pt idx="410">
                  <c:v>0.10774974570867044</c:v>
                </c:pt>
                <c:pt idx="411">
                  <c:v>0.10950323056016635</c:v>
                </c:pt>
                <c:pt idx="412">
                  <c:v>0.11161757205620056</c:v>
                </c:pt>
                <c:pt idx="413">
                  <c:v>0.11559680257067415</c:v>
                </c:pt>
                <c:pt idx="414">
                  <c:v>0.11706868898666568</c:v>
                </c:pt>
                <c:pt idx="415">
                  <c:v>0.12108621372309966</c:v>
                </c:pt>
                <c:pt idx="416">
                  <c:v>0.12375640200290693</c:v>
                </c:pt>
                <c:pt idx="417">
                  <c:v>0.12798077399740765</c:v>
                </c:pt>
                <c:pt idx="418">
                  <c:v>0.13157434587251737</c:v>
                </c:pt>
                <c:pt idx="419">
                  <c:v>0.13490104925779067</c:v>
                </c:pt>
                <c:pt idx="420">
                  <c:v>0.13939919650052437</c:v>
                </c:pt>
                <c:pt idx="421">
                  <c:v>0.14206607558433368</c:v>
                </c:pt>
                <c:pt idx="422">
                  <c:v>0.14693898135447761</c:v>
                </c:pt>
                <c:pt idx="423">
                  <c:v>0.15043673855169065</c:v>
                </c:pt>
                <c:pt idx="424">
                  <c:v>0.15449374305076746</c:v>
                </c:pt>
                <c:pt idx="425">
                  <c:v>0.15882013472763973</c:v>
                </c:pt>
                <c:pt idx="426">
                  <c:v>0.16301093732552996</c:v>
                </c:pt>
                <c:pt idx="427">
                  <c:v>0.16654109192624642</c:v>
                </c:pt>
                <c:pt idx="428">
                  <c:v>0.17083980920460135</c:v>
                </c:pt>
                <c:pt idx="429">
                  <c:v>0.17236891133703644</c:v>
                </c:pt>
                <c:pt idx="430">
                  <c:v>0.17604415161102144</c:v>
                </c:pt>
                <c:pt idx="431">
                  <c:v>0.18021194077618677</c:v>
                </c:pt>
                <c:pt idx="432">
                  <c:v>0.18300778666116363</c:v>
                </c:pt>
                <c:pt idx="433">
                  <c:v>0.18363034863593092</c:v>
                </c:pt>
                <c:pt idx="434">
                  <c:v>0.18587530948063996</c:v>
                </c:pt>
                <c:pt idx="435">
                  <c:v>0.18846393570789127</c:v>
                </c:pt>
                <c:pt idx="436">
                  <c:v>0.18816965575522338</c:v>
                </c:pt>
                <c:pt idx="437">
                  <c:v>0.18947345707531782</c:v>
                </c:pt>
                <c:pt idx="438">
                  <c:v>0.19058495636493575</c:v>
                </c:pt>
                <c:pt idx="439">
                  <c:v>0.1893657126628705</c:v>
                </c:pt>
                <c:pt idx="440">
                  <c:v>0.18918832885289816</c:v>
                </c:pt>
                <c:pt idx="441">
                  <c:v>0.18847357898028017</c:v>
                </c:pt>
                <c:pt idx="442">
                  <c:v>0.1856215903767148</c:v>
                </c:pt>
                <c:pt idx="443">
                  <c:v>0.18408061027902248</c:v>
                </c:pt>
                <c:pt idx="444">
                  <c:v>0.18242701541244449</c:v>
                </c:pt>
                <c:pt idx="445">
                  <c:v>0.18010549430462208</c:v>
                </c:pt>
                <c:pt idx="446">
                  <c:v>0.17547509368252825</c:v>
                </c:pt>
                <c:pt idx="447">
                  <c:v>0.17396645803342509</c:v>
                </c:pt>
                <c:pt idx="448">
                  <c:v>0.16874631388517825</c:v>
                </c:pt>
                <c:pt idx="449">
                  <c:v>0.16487770918475422</c:v>
                </c:pt>
                <c:pt idx="450">
                  <c:v>0.16036540855381207</c:v>
                </c:pt>
                <c:pt idx="451">
                  <c:v>0.15674770575980429</c:v>
                </c:pt>
                <c:pt idx="452">
                  <c:v>0.15151296499966788</c:v>
                </c:pt>
                <c:pt idx="453">
                  <c:v>0.14705925742854833</c:v>
                </c:pt>
                <c:pt idx="454">
                  <c:v>0.14285683918825773</c:v>
                </c:pt>
                <c:pt idx="455">
                  <c:v>0.13856284788631551</c:v>
                </c:pt>
                <c:pt idx="456">
                  <c:v>0.13258274901093639</c:v>
                </c:pt>
                <c:pt idx="457">
                  <c:v>0.12865660288934866</c:v>
                </c:pt>
                <c:pt idx="458">
                  <c:v>0.12555060284347136</c:v>
                </c:pt>
                <c:pt idx="459">
                  <c:v>0.12123073815156667</c:v>
                </c:pt>
                <c:pt idx="460">
                  <c:v>0.11699313276252946</c:v>
                </c:pt>
                <c:pt idx="461">
                  <c:v>0.11379968700223625</c:v>
                </c:pt>
                <c:pt idx="462">
                  <c:v>0.1109950320547621</c:v>
                </c:pt>
                <c:pt idx="463">
                  <c:v>0.10827615156379927</c:v>
                </c:pt>
                <c:pt idx="464">
                  <c:v>0.10422153488327851</c:v>
                </c:pt>
                <c:pt idx="465">
                  <c:v>0.10073271271643316</c:v>
                </c:pt>
                <c:pt idx="466">
                  <c:v>9.9758559989670537E-2</c:v>
                </c:pt>
                <c:pt idx="467">
                  <c:v>9.7429284146497847E-2</c:v>
                </c:pt>
                <c:pt idx="468">
                  <c:v>9.6463326189825602E-2</c:v>
                </c:pt>
                <c:pt idx="469">
                  <c:v>9.4550197546365386E-2</c:v>
                </c:pt>
                <c:pt idx="470">
                  <c:v>9.3830068073397055E-2</c:v>
                </c:pt>
                <c:pt idx="471">
                  <c:v>9.3107149976507347E-2</c:v>
                </c:pt>
                <c:pt idx="472">
                  <c:v>9.4009374126245965E-2</c:v>
                </c:pt>
                <c:pt idx="473">
                  <c:v>9.3625505061444389E-2</c:v>
                </c:pt>
                <c:pt idx="474">
                  <c:v>9.5025710226935567E-2</c:v>
                </c:pt>
                <c:pt idx="475">
                  <c:v>9.6595482544271555E-2</c:v>
                </c:pt>
                <c:pt idx="476">
                  <c:v>9.6825981012416004E-2</c:v>
                </c:pt>
                <c:pt idx="477">
                  <c:v>9.9071718538342318E-2</c:v>
                </c:pt>
                <c:pt idx="478">
                  <c:v>0.1011086906490757</c:v>
                </c:pt>
                <c:pt idx="479">
                  <c:v>0.10321217969421875</c:v>
                </c:pt>
                <c:pt idx="480">
                  <c:v>0.10626165438067343</c:v>
                </c:pt>
                <c:pt idx="481">
                  <c:v>0.10788405597566811</c:v>
                </c:pt>
                <c:pt idx="482">
                  <c:v>0.11236745288794986</c:v>
                </c:pt>
                <c:pt idx="483">
                  <c:v>0.1166831097953155</c:v>
                </c:pt>
                <c:pt idx="484">
                  <c:v>0.1210411856114689</c:v>
                </c:pt>
                <c:pt idx="485">
                  <c:v>0.12650368144474305</c:v>
                </c:pt>
                <c:pt idx="486">
                  <c:v>0.13115734043943819</c:v>
                </c:pt>
                <c:pt idx="487">
                  <c:v>0.13689408218680887</c:v>
                </c:pt>
                <c:pt idx="488">
                  <c:v>0.14157849629132616</c:v>
                </c:pt>
                <c:pt idx="489">
                  <c:v>0.14753605362249461</c:v>
                </c:pt>
                <c:pt idx="490">
                  <c:v>0.15423300485859462</c:v>
                </c:pt>
                <c:pt idx="491">
                  <c:v>0.16170106305250612</c:v>
                </c:pt>
                <c:pt idx="492">
                  <c:v>0.16805336361321349</c:v>
                </c:pt>
                <c:pt idx="493">
                  <c:v>0.17734050091853576</c:v>
                </c:pt>
                <c:pt idx="494">
                  <c:v>0.18275093053621619</c:v>
                </c:pt>
                <c:pt idx="495">
                  <c:v>0.19290003935428038</c:v>
                </c:pt>
                <c:pt idx="496">
                  <c:v>0.2015954863739278</c:v>
                </c:pt>
                <c:pt idx="497">
                  <c:v>0.21079163390220179</c:v>
                </c:pt>
                <c:pt idx="498">
                  <c:v>0.22049810215638954</c:v>
                </c:pt>
                <c:pt idx="499">
                  <c:v>0.23044387008552905</c:v>
                </c:pt>
                <c:pt idx="500">
                  <c:v>0.23936064443394917</c:v>
                </c:pt>
                <c:pt idx="501">
                  <c:v>0.24962144440523959</c:v>
                </c:pt>
                <c:pt idx="502">
                  <c:v>0.25989326523789641</c:v>
                </c:pt>
                <c:pt idx="503">
                  <c:v>0.27018966344382767</c:v>
                </c:pt>
                <c:pt idx="504">
                  <c:v>0.28092015396083336</c:v>
                </c:pt>
                <c:pt idx="505">
                  <c:v>0.29203777693869892</c:v>
                </c:pt>
                <c:pt idx="506">
                  <c:v>0.30223856995945991</c:v>
                </c:pt>
                <c:pt idx="507">
                  <c:v>0.31331993958517534</c:v>
                </c:pt>
                <c:pt idx="508">
                  <c:v>0.32482192325519305</c:v>
                </c:pt>
                <c:pt idx="509">
                  <c:v>0.33561672453237973</c:v>
                </c:pt>
                <c:pt idx="510">
                  <c:v>0</c:v>
                </c:pt>
                <c:pt idx="511">
                  <c:v>0</c:v>
                </c:pt>
              </c:numCache>
            </c:numRef>
          </c:yVal>
          <c:smooth val="1"/>
          <c:extLst>
            <c:ext xmlns:c16="http://schemas.microsoft.com/office/drawing/2014/chart" uri="{C3380CC4-5D6E-409C-BE32-E72D297353CC}">
              <c16:uniqueId val="{00000002-A5BC-41AC-8D94-A104E2B1A96F}"/>
            </c:ext>
          </c:extLst>
        </c:ser>
        <c:dLbls>
          <c:showLegendKey val="0"/>
          <c:showVal val="0"/>
          <c:showCatName val="0"/>
          <c:showSerName val="0"/>
          <c:showPercent val="0"/>
          <c:showBubbleSize val="0"/>
        </c:dLbls>
        <c:axId val="1640086688"/>
        <c:axId val="1640086208"/>
        <c:extLst>
          <c:ext xmlns:c15="http://schemas.microsoft.com/office/drawing/2012/chart" uri="{02D57815-91ED-43cb-92C2-25804820EDAC}">
            <c15:filteredScatterSeries>
              <c15:ser>
                <c:idx val="2"/>
                <c:order val="3"/>
                <c:tx>
                  <c:strRef>
                    <c:extLst>
                      <c:ext uri="{02D57815-91ED-43cb-92C2-25804820EDAC}">
                        <c15:formulaRef>
                          <c15:sqref>'calib_(2)'!$D$7</c15:sqref>
                        </c15:formulaRef>
                      </c:ext>
                    </c:extLst>
                    <c:strCache>
                      <c:ptCount val="1"/>
                      <c:pt idx="0">
                        <c:v>penetration</c:v>
                      </c:pt>
                    </c:strCache>
                  </c:strRef>
                </c:tx>
                <c:spPr>
                  <a:ln w="19046" cap="rnd">
                    <a:solidFill>
                      <a:srgbClr val="0F9ED5"/>
                    </a:solidFill>
                    <a:custDash>
                      <a:ds d="500016" sp="0"/>
                    </a:custDash>
                    <a:round/>
                  </a:ln>
                </c:spPr>
                <c:marker>
                  <c:symbol val="none"/>
                </c:marker>
                <c:xVal>
                  <c:numRef>
                    <c:extLst>
                      <c:ext uri="{02D57815-91ED-43cb-92C2-25804820EDAC}">
                        <c15:formulaRef>
                          <c15:sqref>'calib_(2)'!$A$8:$A$519</c15:sqref>
                        </c15:formulaRef>
                      </c:ext>
                    </c:extLst>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extLst>
                      <c:ext uri="{02D57815-91ED-43cb-92C2-25804820EDAC}">
                        <c15:formulaRef>
                          <c15:sqref>'calib_(2)'!$D$8:$D$519</c15:sqref>
                        </c15:formulaRef>
                      </c:ext>
                    </c:extLst>
                    <c:numCache>
                      <c:formatCode>General</c:formatCode>
                      <c:ptCount val="512"/>
                      <c:pt idx="0">
                        <c:v>3.0897797623661342E-2</c:v>
                      </c:pt>
                      <c:pt idx="1">
                        <c:v>3.4212437274727857E-2</c:v>
                      </c:pt>
                      <c:pt idx="2">
                        <c:v>3.6398069880277752E-2</c:v>
                      </c:pt>
                      <c:pt idx="3">
                        <c:v>3.7535157540029757E-2</c:v>
                      </c:pt>
                      <c:pt idx="4">
                        <c:v>3.8103794200830134E-2</c:v>
                      </c:pt>
                      <c:pt idx="5">
                        <c:v>3.8619881132285171E-2</c:v>
                      </c:pt>
                      <c:pt idx="6">
                        <c:v>3.8874335372740584E-2</c:v>
                      </c:pt>
                      <c:pt idx="7">
                        <c:v>3.8539090758891149E-2</c:v>
                      </c:pt>
                      <c:pt idx="8">
                        <c:v>3.9720662986533699E-2</c:v>
                      </c:pt>
                      <c:pt idx="9">
                        <c:v>3.9938360515342754E-2</c:v>
                      </c:pt>
                      <c:pt idx="10">
                        <c:v>3.9930510207485601E-2</c:v>
                      </c:pt>
                      <c:pt idx="11">
                        <c:v>3.9664410149335687E-2</c:v>
                      </c:pt>
                      <c:pt idx="12">
                        <c:v>3.9132495023875412E-2</c:v>
                      </c:pt>
                      <c:pt idx="13">
                        <c:v>3.9305834752917476E-2</c:v>
                      </c:pt>
                      <c:pt idx="14">
                        <c:v>3.9514801060810609E-2</c:v>
                      </c:pt>
                      <c:pt idx="15">
                        <c:v>3.9519502353450676E-2</c:v>
                      </c:pt>
                      <c:pt idx="16">
                        <c:v>3.9507272854557136E-2</c:v>
                      </c:pt>
                      <c:pt idx="17">
                        <c:v>3.9422509766959782E-2</c:v>
                      </c:pt>
                      <c:pt idx="18">
                        <c:v>3.9301672638586124E-2</c:v>
                      </c:pt>
                      <c:pt idx="19">
                        <c:v>3.9201646835337077E-2</c:v>
                      </c:pt>
                      <c:pt idx="20">
                        <c:v>3.9051618737416811E-2</c:v>
                      </c:pt>
                      <c:pt idx="21">
                        <c:v>3.9007264931022204E-2</c:v>
                      </c:pt>
                      <c:pt idx="22">
                        <c:v>3.9055465040739451E-2</c:v>
                      </c:pt>
                      <c:pt idx="23">
                        <c:v>4.1059966372355441E-2</c:v>
                      </c:pt>
                      <c:pt idx="24">
                        <c:v>4.3116447963674497E-2</c:v>
                      </c:pt>
                      <c:pt idx="25">
                        <c:v>4.5789933373667484E-2</c:v>
                      </c:pt>
                      <c:pt idx="26">
                        <c:v>4.7289765958903787E-2</c:v>
                      </c:pt>
                      <c:pt idx="27">
                        <c:v>4.7443670294141461E-2</c:v>
                      </c:pt>
                      <c:pt idx="28">
                        <c:v>4.568553415433748E-2</c:v>
                      </c:pt>
                      <c:pt idx="29">
                        <c:v>4.2548002796213312E-2</c:v>
                      </c:pt>
                      <c:pt idx="30">
                        <c:v>4.1365952331419285E-2</c:v>
                      </c:pt>
                      <c:pt idx="31">
                        <c:v>4.0322081483548343E-2</c:v>
                      </c:pt>
                      <c:pt idx="32">
                        <c:v>3.9434783950215102E-2</c:v>
                      </c:pt>
                      <c:pt idx="33">
                        <c:v>3.761202589041903E-2</c:v>
                      </c:pt>
                      <c:pt idx="34">
                        <c:v>3.7664594436741611E-2</c:v>
                      </c:pt>
                      <c:pt idx="35">
                        <c:v>3.7358110278788485E-2</c:v>
                      </c:pt>
                      <c:pt idx="36">
                        <c:v>3.6902182766265515E-2</c:v>
                      </c:pt>
                      <c:pt idx="37">
                        <c:v>3.6695884330756434E-2</c:v>
                      </c:pt>
                      <c:pt idx="38">
                        <c:v>3.6248995636779621E-2</c:v>
                      </c:pt>
                      <c:pt idx="39">
                        <c:v>3.6486531298083887E-2</c:v>
                      </c:pt>
                      <c:pt idx="40">
                        <c:v>3.6482860213779604E-2</c:v>
                      </c:pt>
                      <c:pt idx="41">
                        <c:v>3.6656533809706751E-2</c:v>
                      </c:pt>
                      <c:pt idx="42">
                        <c:v>3.5914296106611523E-2</c:v>
                      </c:pt>
                      <c:pt idx="43">
                        <c:v>3.653516783219516E-2</c:v>
                      </c:pt>
                      <c:pt idx="44">
                        <c:v>3.5869932820826414E-2</c:v>
                      </c:pt>
                      <c:pt idx="45">
                        <c:v>3.6777762984630133E-2</c:v>
                      </c:pt>
                      <c:pt idx="46">
                        <c:v>3.657550011069944E-2</c:v>
                      </c:pt>
                      <c:pt idx="47">
                        <c:v>3.6531081562331522E-2</c:v>
                      </c:pt>
                      <c:pt idx="48">
                        <c:v>3.6366164266912943E-2</c:v>
                      </c:pt>
                      <c:pt idx="49">
                        <c:v>3.632955146683977E-2</c:v>
                      </c:pt>
                      <c:pt idx="50">
                        <c:v>3.6486747479531081E-2</c:v>
                      </c:pt>
                      <c:pt idx="51">
                        <c:v>3.6664439029125043E-2</c:v>
                      </c:pt>
                      <c:pt idx="52">
                        <c:v>3.6680231672782532E-2</c:v>
                      </c:pt>
                      <c:pt idx="53">
                        <c:v>3.6240548163368295E-2</c:v>
                      </c:pt>
                      <c:pt idx="54">
                        <c:v>3.6639546619721304E-2</c:v>
                      </c:pt>
                      <c:pt idx="55">
                        <c:v>3.6947092594012396E-2</c:v>
                      </c:pt>
                      <c:pt idx="56">
                        <c:v>3.6607732677289923E-2</c:v>
                      </c:pt>
                      <c:pt idx="57">
                        <c:v>3.5531329864163366E-2</c:v>
                      </c:pt>
                      <c:pt idx="58">
                        <c:v>3.5825541898008684E-2</c:v>
                      </c:pt>
                      <c:pt idx="59">
                        <c:v>3.534976279134E-2</c:v>
                      </c:pt>
                      <c:pt idx="60">
                        <c:v>3.4579559814074484E-2</c:v>
                      </c:pt>
                      <c:pt idx="61">
                        <c:v>3.4579403633145142E-2</c:v>
                      </c:pt>
                      <c:pt idx="62">
                        <c:v>3.4119614676174526E-2</c:v>
                      </c:pt>
                      <c:pt idx="63">
                        <c:v>3.4014913741786446E-2</c:v>
                      </c:pt>
                      <c:pt idx="64">
                        <c:v>3.3179817980416186E-2</c:v>
                      </c:pt>
                      <c:pt idx="65">
                        <c:v>3.3034910133586601E-2</c:v>
                      </c:pt>
                      <c:pt idx="66">
                        <c:v>3.2688170504556968E-2</c:v>
                      </c:pt>
                      <c:pt idx="67">
                        <c:v>3.2728388927255297E-2</c:v>
                      </c:pt>
                      <c:pt idx="68">
                        <c:v>3.2010916383891738E-2</c:v>
                      </c:pt>
                      <c:pt idx="69">
                        <c:v>3.2228348232130027E-2</c:v>
                      </c:pt>
                      <c:pt idx="70">
                        <c:v>3.1906100361584866E-2</c:v>
                      </c:pt>
                      <c:pt idx="71">
                        <c:v>3.187362109581305E-2</c:v>
                      </c:pt>
                      <c:pt idx="72">
                        <c:v>3.154689460864029E-2</c:v>
                      </c:pt>
                      <c:pt idx="73">
                        <c:v>3.1296901325942539E-2</c:v>
                      </c:pt>
                      <c:pt idx="74">
                        <c:v>3.2155609433974032E-2</c:v>
                      </c:pt>
                      <c:pt idx="75">
                        <c:v>3.1446305210427641E-2</c:v>
                      </c:pt>
                      <c:pt idx="76">
                        <c:v>3.1474372456694981E-2</c:v>
                      </c:pt>
                      <c:pt idx="77">
                        <c:v>3.1683700347567151E-2</c:v>
                      </c:pt>
                      <c:pt idx="78">
                        <c:v>3.075645345974783E-2</c:v>
                      </c:pt>
                      <c:pt idx="79">
                        <c:v>3.0482190454523123E-2</c:v>
                      </c:pt>
                      <c:pt idx="80">
                        <c:v>3.0381878394326583E-2</c:v>
                      </c:pt>
                      <c:pt idx="81">
                        <c:v>3.0328737671430184E-2</c:v>
                      </c:pt>
                      <c:pt idx="82">
                        <c:v>3.070841759160059E-2</c:v>
                      </c:pt>
                      <c:pt idx="83">
                        <c:v>3.0038323245935878E-2</c:v>
                      </c:pt>
                      <c:pt idx="84">
                        <c:v>3.0054504135313336E-2</c:v>
                      </c:pt>
                      <c:pt idx="85">
                        <c:v>2.9865516115766148E-2</c:v>
                      </c:pt>
                      <c:pt idx="86">
                        <c:v>2.9938162885992749E-2</c:v>
                      </c:pt>
                      <c:pt idx="87">
                        <c:v>2.9756707723569562E-2</c:v>
                      </c:pt>
                      <c:pt idx="88">
                        <c:v>3.0204011115911894E-2</c:v>
                      </c:pt>
                      <c:pt idx="89">
                        <c:v>2.9647615832891175E-2</c:v>
                      </c:pt>
                      <c:pt idx="90">
                        <c:v>2.9506552269794747E-2</c:v>
                      </c:pt>
                      <c:pt idx="91">
                        <c:v>2.8921840203455663E-2</c:v>
                      </c:pt>
                      <c:pt idx="92">
                        <c:v>2.9538537681277087E-2</c:v>
                      </c:pt>
                      <c:pt idx="93">
                        <c:v>2.8728231244583589E-2</c:v>
                      </c:pt>
                      <c:pt idx="94">
                        <c:v>2.9377634720029959E-2</c:v>
                      </c:pt>
                      <c:pt idx="95">
                        <c:v>2.9167768092510551E-2</c:v>
                      </c:pt>
                      <c:pt idx="96">
                        <c:v>2.8619621114225946E-2</c:v>
                      </c:pt>
                      <c:pt idx="97">
                        <c:v>2.8582883888537448E-2</c:v>
                      </c:pt>
                      <c:pt idx="98">
                        <c:v>2.8336836770838297E-2</c:v>
                      </c:pt>
                      <c:pt idx="99">
                        <c:v>2.8554705819917134E-2</c:v>
                      </c:pt>
                      <c:pt idx="100">
                        <c:v>2.9046687122938841E-2</c:v>
                      </c:pt>
                      <c:pt idx="101">
                        <c:v>2.8772533753459145E-2</c:v>
                      </c:pt>
                      <c:pt idx="102">
                        <c:v>2.868774878671166E-2</c:v>
                      </c:pt>
                      <c:pt idx="103">
                        <c:v>2.8659412620010052E-2</c:v>
                      </c:pt>
                      <c:pt idx="104">
                        <c:v>2.8442004183057059E-2</c:v>
                      </c:pt>
                      <c:pt idx="105">
                        <c:v>2.8417763941188987E-2</c:v>
                      </c:pt>
                      <c:pt idx="106">
                        <c:v>2.8458052433070563E-2</c:v>
                      </c:pt>
                      <c:pt idx="107">
                        <c:v>2.8203811360997092E-2</c:v>
                      </c:pt>
                      <c:pt idx="108">
                        <c:v>2.8300782396997803E-2</c:v>
                      </c:pt>
                      <c:pt idx="109">
                        <c:v>2.7978425751805848E-2</c:v>
                      </c:pt>
                      <c:pt idx="110">
                        <c:v>2.8429534411132419E-2</c:v>
                      </c:pt>
                      <c:pt idx="111">
                        <c:v>2.8776343087368976E-2</c:v>
                      </c:pt>
                      <c:pt idx="112">
                        <c:v>2.8554826903697525E-2</c:v>
                      </c:pt>
                      <c:pt idx="113">
                        <c:v>2.7905271184296296E-2</c:v>
                      </c:pt>
                      <c:pt idx="114">
                        <c:v>2.8074936566644348E-2</c:v>
                      </c:pt>
                      <c:pt idx="115">
                        <c:v>2.8684191456721693E-2</c:v>
                      </c:pt>
                      <c:pt idx="116">
                        <c:v>2.8377205395389491E-2</c:v>
                      </c:pt>
                      <c:pt idx="117">
                        <c:v>2.8514401608994638E-2</c:v>
                      </c:pt>
                      <c:pt idx="118">
                        <c:v>2.88490094113516E-2</c:v>
                      </c:pt>
                      <c:pt idx="119">
                        <c:v>2.9050796849359687E-2</c:v>
                      </c:pt>
                      <c:pt idx="120">
                        <c:v>2.8764349306783933E-2</c:v>
                      </c:pt>
                      <c:pt idx="121">
                        <c:v>2.9087204541787606E-2</c:v>
                      </c:pt>
                      <c:pt idx="122">
                        <c:v>2.9224044754634561E-2</c:v>
                      </c:pt>
                      <c:pt idx="123">
                        <c:v>2.9833079282432881E-2</c:v>
                      </c:pt>
                      <c:pt idx="124">
                        <c:v>2.9728273634829105E-2</c:v>
                      </c:pt>
                      <c:pt idx="125">
                        <c:v>3.011133689834445E-2</c:v>
                      </c:pt>
                      <c:pt idx="126">
                        <c:v>3.0353342940083645E-2</c:v>
                      </c:pt>
                      <c:pt idx="127">
                        <c:v>3.0070829735031064E-2</c:v>
                      </c:pt>
                      <c:pt idx="128">
                        <c:v>3.1022978222720952E-2</c:v>
                      </c:pt>
                      <c:pt idx="129">
                        <c:v>3.067609424047044E-2</c:v>
                      </c:pt>
                      <c:pt idx="130">
                        <c:v>3.0832774797670541E-2</c:v>
                      </c:pt>
                      <c:pt idx="131">
                        <c:v>3.0821702416943961E-2</c:v>
                      </c:pt>
                      <c:pt idx="132">
                        <c:v>3.0570948429878429E-2</c:v>
                      </c:pt>
                      <c:pt idx="133">
                        <c:v>3.0695994835090848E-2</c:v>
                      </c:pt>
                      <c:pt idx="134">
                        <c:v>3.0296849359788484E-2</c:v>
                      </c:pt>
                      <c:pt idx="135">
                        <c:v>3.0591202184195913E-2</c:v>
                      </c:pt>
                      <c:pt idx="136">
                        <c:v>3.0631371526892152E-2</c:v>
                      </c:pt>
                      <c:pt idx="137">
                        <c:v>3.0873352359115043E-2</c:v>
                      </c:pt>
                      <c:pt idx="138">
                        <c:v>3.1301020849068439E-2</c:v>
                      </c:pt>
                      <c:pt idx="139">
                        <c:v>3.178492162880979E-2</c:v>
                      </c:pt>
                      <c:pt idx="140">
                        <c:v>3.3107498401188706E-2</c:v>
                      </c:pt>
                      <c:pt idx="141">
                        <c:v>3.4946843725196415E-2</c:v>
                      </c:pt>
                      <c:pt idx="142">
                        <c:v>3.7172601272551058E-2</c:v>
                      </c:pt>
                      <c:pt idx="143">
                        <c:v>4.0572320388931167E-2</c:v>
                      </c:pt>
                      <c:pt idx="144">
                        <c:v>4.5455156973726811E-2</c:v>
                      </c:pt>
                      <c:pt idx="145">
                        <c:v>5.0374881162040711E-2</c:v>
                      </c:pt>
                      <c:pt idx="146">
                        <c:v>5.6802897853663645E-2</c:v>
                      </c:pt>
                      <c:pt idx="147">
                        <c:v>6.4271614754267237E-2</c:v>
                      </c:pt>
                      <c:pt idx="148">
                        <c:v>7.2574603824789294E-2</c:v>
                      </c:pt>
                      <c:pt idx="149">
                        <c:v>8.3571965197208775E-2</c:v>
                      </c:pt>
                      <c:pt idx="150">
                        <c:v>9.4257750950010613E-2</c:v>
                      </c:pt>
                      <c:pt idx="151">
                        <c:v>0.10524994769320734</c:v>
                      </c:pt>
                      <c:pt idx="152">
                        <c:v>0.11696137453710027</c:v>
                      </c:pt>
                      <c:pt idx="153">
                        <c:v>0.12713575798613183</c:v>
                      </c:pt>
                      <c:pt idx="154">
                        <c:v>0.13651491766324086</c:v>
                      </c:pt>
                      <c:pt idx="155">
                        <c:v>0.14504394050579952</c:v>
                      </c:pt>
                      <c:pt idx="156">
                        <c:v>0.15150436503730458</c:v>
                      </c:pt>
                      <c:pt idx="157">
                        <c:v>0.15548867820630957</c:v>
                      </c:pt>
                      <c:pt idx="158">
                        <c:v>0.15667001293418392</c:v>
                      </c:pt>
                      <c:pt idx="159">
                        <c:v>0.15537518317841725</c:v>
                      </c:pt>
                      <c:pt idx="160">
                        <c:v>0.15138306071749194</c:v>
                      </c:pt>
                      <c:pt idx="161">
                        <c:v>0.14475383372335804</c:v>
                      </c:pt>
                      <c:pt idx="162">
                        <c:v>0.13631786071559629</c:v>
                      </c:pt>
                      <c:pt idx="163">
                        <c:v>0.12638914911305535</c:v>
                      </c:pt>
                      <c:pt idx="164">
                        <c:v>0.11557819430517152</c:v>
                      </c:pt>
                      <c:pt idx="165">
                        <c:v>0.10444825959272416</c:v>
                      </c:pt>
                      <c:pt idx="166">
                        <c:v>9.3624766770326787E-2</c:v>
                      </c:pt>
                      <c:pt idx="167">
                        <c:v>8.2228272135522085E-2</c:v>
                      </c:pt>
                      <c:pt idx="168">
                        <c:v>7.2844512803276862E-2</c:v>
                      </c:pt>
                      <c:pt idx="169">
                        <c:v>6.3876233849890232E-2</c:v>
                      </c:pt>
                      <c:pt idx="170">
                        <c:v>5.6117489430139132E-2</c:v>
                      </c:pt>
                      <c:pt idx="171">
                        <c:v>4.9697710866791957E-2</c:v>
                      </c:pt>
                      <c:pt idx="172">
                        <c:v>4.4462836375928655E-2</c:v>
                      </c:pt>
                      <c:pt idx="173">
                        <c:v>4.1237368399228834E-2</c:v>
                      </c:pt>
                      <c:pt idx="174">
                        <c:v>3.7922590707843359E-2</c:v>
                      </c:pt>
                      <c:pt idx="175">
                        <c:v>3.5207999074425726E-2</c:v>
                      </c:pt>
                      <c:pt idx="176">
                        <c:v>3.3740406934949195E-2</c:v>
                      </c:pt>
                      <c:pt idx="177">
                        <c:v>3.2329941835903264E-2</c:v>
                      </c:pt>
                      <c:pt idx="178">
                        <c:v>3.1583659227627396E-2</c:v>
                      </c:pt>
                      <c:pt idx="179">
                        <c:v>3.0740422001517928E-2</c:v>
                      </c:pt>
                      <c:pt idx="180">
                        <c:v>3.0889332054815581E-2</c:v>
                      </c:pt>
                      <c:pt idx="181">
                        <c:v>3.0595285941877701E-2</c:v>
                      </c:pt>
                      <c:pt idx="182">
                        <c:v>3.0639832960548067E-2</c:v>
                      </c:pt>
                      <c:pt idx="183">
                        <c:v>3.1405998974489722E-2</c:v>
                      </c:pt>
                      <c:pt idx="184">
                        <c:v>3.1829478302422595E-2</c:v>
                      </c:pt>
                      <c:pt idx="185">
                        <c:v>3.114740600821523E-2</c:v>
                      </c:pt>
                      <c:pt idx="186">
                        <c:v>3.1797020490979343E-2</c:v>
                      </c:pt>
                      <c:pt idx="187">
                        <c:v>3.1796965551191853E-2</c:v>
                      </c:pt>
                      <c:pt idx="188">
                        <c:v>3.2188515826111132E-2</c:v>
                      </c:pt>
                      <c:pt idx="189">
                        <c:v>3.236934518668938E-2</c:v>
                      </c:pt>
                      <c:pt idx="190">
                        <c:v>3.2212057746373701E-2</c:v>
                      </c:pt>
                      <c:pt idx="191">
                        <c:v>3.2203701898678758E-2</c:v>
                      </c:pt>
                      <c:pt idx="192">
                        <c:v>3.3224891913793984E-2</c:v>
                      </c:pt>
                      <c:pt idx="193">
                        <c:v>3.278065746633034E-2</c:v>
                      </c:pt>
                      <c:pt idx="194">
                        <c:v>3.3397579452650747E-2</c:v>
                      </c:pt>
                      <c:pt idx="195">
                        <c:v>3.3043032361774624E-2</c:v>
                      </c:pt>
                      <c:pt idx="196">
                        <c:v>3.3071526836447269E-2</c:v>
                      </c:pt>
                      <c:pt idx="197">
                        <c:v>3.3386003721431801E-2</c:v>
                      </c:pt>
                      <c:pt idx="198">
                        <c:v>3.3438393638952145E-2</c:v>
                      </c:pt>
                      <c:pt idx="199">
                        <c:v>3.3833494806077898E-2</c:v>
                      </c:pt>
                      <c:pt idx="200">
                        <c:v>3.3817175638608046E-2</c:v>
                      </c:pt>
                      <c:pt idx="201">
                        <c:v>3.4385626864330471E-2</c:v>
                      </c:pt>
                      <c:pt idx="202">
                        <c:v>3.3864936193727185E-2</c:v>
                      </c:pt>
                      <c:pt idx="203">
                        <c:v>3.3256666794163468E-2</c:v>
                      </c:pt>
                      <c:pt idx="204">
                        <c:v>3.3394281846982926E-2</c:v>
                      </c:pt>
                      <c:pt idx="205">
                        <c:v>3.4450641765564817E-2</c:v>
                      </c:pt>
                      <c:pt idx="206">
                        <c:v>3.4418380944454041E-2</c:v>
                      </c:pt>
                      <c:pt idx="207">
                        <c:v>3.4035467690454485E-2</c:v>
                      </c:pt>
                      <c:pt idx="208">
                        <c:v>3.4676169878856272E-2</c:v>
                      </c:pt>
                      <c:pt idx="209">
                        <c:v>3.447827359813771E-2</c:v>
                      </c:pt>
                      <c:pt idx="210">
                        <c:v>3.4945922603039553E-2</c:v>
                      </c:pt>
                      <c:pt idx="211">
                        <c:v>3.4837797136202941E-2</c:v>
                      </c:pt>
                      <c:pt idx="212">
                        <c:v>3.5736352870549354E-2</c:v>
                      </c:pt>
                      <c:pt idx="213">
                        <c:v>3.5624175879688441E-2</c:v>
                      </c:pt>
                      <c:pt idx="214">
                        <c:v>3.5402357657875728E-2</c:v>
                      </c:pt>
                      <c:pt idx="215">
                        <c:v>3.587859698583E-2</c:v>
                      </c:pt>
                      <c:pt idx="216">
                        <c:v>3.6470833196868169E-2</c:v>
                      </c:pt>
                      <c:pt idx="217">
                        <c:v>3.6547256535210348E-2</c:v>
                      </c:pt>
                      <c:pt idx="218">
                        <c:v>3.64384834608769E-2</c:v>
                      </c:pt>
                      <c:pt idx="219">
                        <c:v>3.7268532490161523E-2</c:v>
                      </c:pt>
                      <c:pt idx="220">
                        <c:v>3.6757121239397894E-2</c:v>
                      </c:pt>
                      <c:pt idx="221">
                        <c:v>3.8003546525871346E-2</c:v>
                      </c:pt>
                      <c:pt idx="222">
                        <c:v>3.8035276410360544E-2</c:v>
                      </c:pt>
                      <c:pt idx="223">
                        <c:v>3.9027064142957535E-2</c:v>
                      </c:pt>
                      <c:pt idx="224">
                        <c:v>3.8950625601296328E-2</c:v>
                      </c:pt>
                      <c:pt idx="225">
                        <c:v>3.8688953389239888E-2</c:v>
                      </c:pt>
                      <c:pt idx="226">
                        <c:v>3.9878674365760952E-2</c:v>
                      </c:pt>
                      <c:pt idx="227">
                        <c:v>4.0338532041484208E-2</c:v>
                      </c:pt>
                      <c:pt idx="228">
                        <c:v>4.0083605735290843E-2</c:v>
                      </c:pt>
                      <c:pt idx="229">
                        <c:v>4.076950862504311E-2</c:v>
                      </c:pt>
                      <c:pt idx="230">
                        <c:v>4.1487260321945989E-2</c:v>
                      </c:pt>
                      <c:pt idx="231">
                        <c:v>4.1491711392235502E-2</c:v>
                      </c:pt>
                      <c:pt idx="232">
                        <c:v>4.2427043108568784E-2</c:v>
                      </c:pt>
                      <c:pt idx="233">
                        <c:v>4.2995669581563395E-2</c:v>
                      </c:pt>
                      <c:pt idx="234">
                        <c:v>4.337851439482731E-2</c:v>
                      </c:pt>
                      <c:pt idx="235">
                        <c:v>4.4076559253237745E-2</c:v>
                      </c:pt>
                      <c:pt idx="236">
                        <c:v>4.4527832227728603E-2</c:v>
                      </c:pt>
                      <c:pt idx="237">
                        <c:v>4.5515912133502603E-2</c:v>
                      </c:pt>
                      <c:pt idx="238">
                        <c:v>4.5801918663172396E-2</c:v>
                      </c:pt>
                      <c:pt idx="239">
                        <c:v>4.6632869278108981E-2</c:v>
                      </c:pt>
                      <c:pt idx="240">
                        <c:v>4.776607210506556E-2</c:v>
                      </c:pt>
                      <c:pt idx="241">
                        <c:v>4.7939591057939754E-2</c:v>
                      </c:pt>
                      <c:pt idx="242">
                        <c:v>4.8919524483241952E-2</c:v>
                      </c:pt>
                      <c:pt idx="243">
                        <c:v>4.9641225534254201E-2</c:v>
                      </c:pt>
                      <c:pt idx="244">
                        <c:v>4.9922964811377112E-2</c:v>
                      </c:pt>
                      <c:pt idx="245">
                        <c:v>4.975834729088599E-2</c:v>
                      </c:pt>
                      <c:pt idx="246">
                        <c:v>5.1088950542207516E-2</c:v>
                      </c:pt>
                      <c:pt idx="247">
                        <c:v>5.1208915480840361E-2</c:v>
                      </c:pt>
                      <c:pt idx="248">
                        <c:v>5.1459772665977101E-2</c:v>
                      </c:pt>
                      <c:pt idx="249">
                        <c:v>5.2214362812651099E-2</c:v>
                      </c:pt>
                      <c:pt idx="250">
                        <c:v>5.276215897337666E-2</c:v>
                      </c:pt>
                      <c:pt idx="251">
                        <c:v>5.2730458031394201E-2</c:v>
                      </c:pt>
                      <c:pt idx="252">
                        <c:v>5.3136989248545048E-2</c:v>
                      </c:pt>
                      <c:pt idx="253">
                        <c:v>5.3730117707305639E-2</c:v>
                      </c:pt>
                      <c:pt idx="254">
                        <c:v>5.504864990886401E-2</c:v>
                      </c:pt>
                      <c:pt idx="255">
                        <c:v>5.4266550698640684E-2</c:v>
                      </c:pt>
                      <c:pt idx="256">
                        <c:v>5.4742561275399108E-2</c:v>
                      </c:pt>
                      <c:pt idx="257">
                        <c:v>5.4959874433090465E-2</c:v>
                      </c:pt>
                      <c:pt idx="258">
                        <c:v>5.5463543088766526E-2</c:v>
                      </c:pt>
                      <c:pt idx="259">
                        <c:v>5.6239059824173016E-2</c:v>
                      </c:pt>
                      <c:pt idx="260">
                        <c:v>5.6888147748924076E-2</c:v>
                      </c:pt>
                      <c:pt idx="261">
                        <c:v>5.7625867790073712E-2</c:v>
                      </c:pt>
                      <c:pt idx="262">
                        <c:v>5.7242790543924532E-2</c:v>
                      </c:pt>
                      <c:pt idx="263">
                        <c:v>5.8133637726417213E-2</c:v>
                      </c:pt>
                      <c:pt idx="264">
                        <c:v>5.7637904467723725E-2</c:v>
                      </c:pt>
                      <c:pt idx="265">
                        <c:v>5.8831528757820467E-2</c:v>
                      </c:pt>
                      <c:pt idx="266">
                        <c:v>5.9077547892973419E-2</c:v>
                      </c:pt>
                      <c:pt idx="267">
                        <c:v>5.9835574398995561E-2</c:v>
                      </c:pt>
                      <c:pt idx="268">
                        <c:v>6.0618155613451845E-2</c:v>
                      </c:pt>
                      <c:pt idx="269">
                        <c:v>6.1142559885764974E-2</c:v>
                      </c:pt>
                      <c:pt idx="270">
                        <c:v>6.1065383671498955E-2</c:v>
                      </c:pt>
                      <c:pt idx="271">
                        <c:v>6.2105635044610391E-2</c:v>
                      </c:pt>
                      <c:pt idx="272">
                        <c:v>6.2411631344382358E-2</c:v>
                      </c:pt>
                      <c:pt idx="273">
                        <c:v>6.276650115455544E-2</c:v>
                      </c:pt>
                      <c:pt idx="274">
                        <c:v>6.2820394708172356E-2</c:v>
                      </c:pt>
                      <c:pt idx="275">
                        <c:v>6.3468633458146892E-2</c:v>
                      </c:pt>
                      <c:pt idx="276">
                        <c:v>6.3319444075757916E-2</c:v>
                      </c:pt>
                      <c:pt idx="277">
                        <c:v>6.4364049407451898E-2</c:v>
                      </c:pt>
                      <c:pt idx="278">
                        <c:v>6.3988600444643801E-2</c:v>
                      </c:pt>
                      <c:pt idx="279">
                        <c:v>6.3735332638889919E-2</c:v>
                      </c:pt>
                      <c:pt idx="280">
                        <c:v>6.4335892345592907E-2</c:v>
                      </c:pt>
                      <c:pt idx="281">
                        <c:v>6.3238808254790779E-2</c:v>
                      </c:pt>
                      <c:pt idx="282">
                        <c:v>6.3153791551857741E-2</c:v>
                      </c:pt>
                      <c:pt idx="283">
                        <c:v>6.3186244633478841E-2</c:v>
                      </c:pt>
                      <c:pt idx="284">
                        <c:v>6.2751672529996416E-2</c:v>
                      </c:pt>
                      <c:pt idx="285">
                        <c:v>6.2432447376830263E-2</c:v>
                      </c:pt>
                      <c:pt idx="286">
                        <c:v>6.2210462809480463E-2</c:v>
                      </c:pt>
                      <c:pt idx="287">
                        <c:v>6.2351287495933834E-2</c:v>
                      </c:pt>
                      <c:pt idx="288">
                        <c:v>6.1678438772886014E-2</c:v>
                      </c:pt>
                      <c:pt idx="289">
                        <c:v>6.1275288879723694E-2</c:v>
                      </c:pt>
                      <c:pt idx="290">
                        <c:v>6.1477060224827601E-2</c:v>
                      </c:pt>
                      <c:pt idx="291">
                        <c:v>6.0521096605403495E-2</c:v>
                      </c:pt>
                      <c:pt idx="292">
                        <c:v>6.0859810254180552E-2</c:v>
                      </c:pt>
                      <c:pt idx="293">
                        <c:v>6.0053162462336475E-2</c:v>
                      </c:pt>
                      <c:pt idx="294">
                        <c:v>5.9625501415111172E-2</c:v>
                      </c:pt>
                      <c:pt idx="295">
                        <c:v>6.0529604776416238E-2</c:v>
                      </c:pt>
                      <c:pt idx="296">
                        <c:v>5.956910214290876E-2</c:v>
                      </c:pt>
                      <c:pt idx="297">
                        <c:v>6.0782940263861177E-2</c:v>
                      </c:pt>
                      <c:pt idx="298">
                        <c:v>6.0585633666136417E-2</c:v>
                      </c:pt>
                      <c:pt idx="299">
                        <c:v>6.0590229067120541E-2</c:v>
                      </c:pt>
                      <c:pt idx="300">
                        <c:v>6.0460624456682585E-2</c:v>
                      </c:pt>
                      <c:pt idx="301">
                        <c:v>6.0836138399593814E-2</c:v>
                      </c:pt>
                      <c:pt idx="302">
                        <c:v>6.1231019601378459E-2</c:v>
                      </c:pt>
                      <c:pt idx="303">
                        <c:v>6.1694408780046617E-2</c:v>
                      </c:pt>
                      <c:pt idx="304">
                        <c:v>6.2799788371922849E-2</c:v>
                      </c:pt>
                      <c:pt idx="305">
                        <c:v>6.398970662812499E-2</c:v>
                      </c:pt>
                      <c:pt idx="306">
                        <c:v>6.5122364558105675E-2</c:v>
                      </c:pt>
                      <c:pt idx="307">
                        <c:v>6.5138868127208316E-2</c:v>
                      </c:pt>
                      <c:pt idx="308">
                        <c:v>6.593318495236962E-2</c:v>
                      </c:pt>
                      <c:pt idx="309">
                        <c:v>6.598497719462941E-2</c:v>
                      </c:pt>
                      <c:pt idx="310">
                        <c:v>6.709851332433861E-2</c:v>
                      </c:pt>
                      <c:pt idx="311">
                        <c:v>6.8287943512689214E-2</c:v>
                      </c:pt>
                      <c:pt idx="312">
                        <c:v>6.9961617115885957E-2</c:v>
                      </c:pt>
                      <c:pt idx="313">
                        <c:v>7.1135515973585139E-2</c:v>
                      </c:pt>
                      <c:pt idx="314">
                        <c:v>7.2239587185922258E-2</c:v>
                      </c:pt>
                      <c:pt idx="315">
                        <c:v>7.3013631598336404E-2</c:v>
                      </c:pt>
                      <c:pt idx="316">
                        <c:v>7.5332753890702944E-2</c:v>
                      </c:pt>
                      <c:pt idx="317">
                        <c:v>7.6002186696811497E-2</c:v>
                      </c:pt>
                      <c:pt idx="318">
                        <c:v>7.6981861196723206E-2</c:v>
                      </c:pt>
                      <c:pt idx="319">
                        <c:v>7.9462349892000211E-2</c:v>
                      </c:pt>
                      <c:pt idx="320">
                        <c:v>8.0405792402271775E-2</c:v>
                      </c:pt>
                      <c:pt idx="321">
                        <c:v>8.22769558152735E-2</c:v>
                      </c:pt>
                      <c:pt idx="322">
                        <c:v>8.337341762124742E-2</c:v>
                      </c:pt>
                      <c:pt idx="323">
                        <c:v>8.44627424686408E-2</c:v>
                      </c:pt>
                      <c:pt idx="324">
                        <c:v>8.7568029399129013E-2</c:v>
                      </c:pt>
                      <c:pt idx="325">
                        <c:v>8.8741109083748673E-2</c:v>
                      </c:pt>
                      <c:pt idx="326">
                        <c:v>8.9374254680808701E-2</c:v>
                      </c:pt>
                      <c:pt idx="327">
                        <c:v>9.1798212792944728E-2</c:v>
                      </c:pt>
                      <c:pt idx="328">
                        <c:v>9.3745623100968622E-2</c:v>
                      </c:pt>
                      <c:pt idx="329">
                        <c:v>9.5036150229762834E-2</c:v>
                      </c:pt>
                      <c:pt idx="330">
                        <c:v>9.6677505758451215E-2</c:v>
                      </c:pt>
                      <c:pt idx="331">
                        <c:v>9.8273645654128869E-2</c:v>
                      </c:pt>
                      <c:pt idx="332">
                        <c:v>0.10083548476035241</c:v>
                      </c:pt>
                      <c:pt idx="333">
                        <c:v>0.10201209982251942</c:v>
                      </c:pt>
                      <c:pt idx="334">
                        <c:v>0.10331103316175272</c:v>
                      </c:pt>
                      <c:pt idx="335">
                        <c:v>0.10362558891927304</c:v>
                      </c:pt>
                      <c:pt idx="336">
                        <c:v>0.10600446728871074</c:v>
                      </c:pt>
                      <c:pt idx="337">
                        <c:v>0.10664912142831584</c:v>
                      </c:pt>
                      <c:pt idx="338">
                        <c:v>0.1087629454465676</c:v>
                      </c:pt>
                      <c:pt idx="339">
                        <c:v>0.10906117749287104</c:v>
                      </c:pt>
                      <c:pt idx="340">
                        <c:v>0.1086535323379787</c:v>
                      </c:pt>
                      <c:pt idx="341">
                        <c:v>0.10849652355259454</c:v>
                      </c:pt>
                      <c:pt idx="342">
                        <c:v>0.10906570091822085</c:v>
                      </c:pt>
                      <c:pt idx="343">
                        <c:v>0.10846044236354944</c:v>
                      </c:pt>
                      <c:pt idx="344">
                        <c:v>0.10748070586053471</c:v>
                      </c:pt>
                      <c:pt idx="345">
                        <c:v>0.10668221892839164</c:v>
                      </c:pt>
                      <c:pt idx="346">
                        <c:v>0.10616588591533895</c:v>
                      </c:pt>
                      <c:pt idx="347">
                        <c:v>0.10414600955849859</c:v>
                      </c:pt>
                      <c:pt idx="348">
                        <c:v>0.10218168462479506</c:v>
                      </c:pt>
                      <c:pt idx="349">
                        <c:v>0.10043880541482164</c:v>
                      </c:pt>
                      <c:pt idx="350">
                        <c:v>9.8782208726630877E-2</c:v>
                      </c:pt>
                      <c:pt idx="351">
                        <c:v>9.6774537605425037E-2</c:v>
                      </c:pt>
                      <c:pt idx="352">
                        <c:v>9.4128448791217567E-2</c:v>
                      </c:pt>
                      <c:pt idx="353">
                        <c:v>9.0753614505245023E-2</c:v>
                      </c:pt>
                      <c:pt idx="354">
                        <c:v>8.7958500096539979E-2</c:v>
                      </c:pt>
                      <c:pt idx="355">
                        <c:v>8.5229032653296552E-2</c:v>
                      </c:pt>
                      <c:pt idx="356">
                        <c:v>8.1873963815879441E-2</c:v>
                      </c:pt>
                      <c:pt idx="357">
                        <c:v>7.8119044231994464E-2</c:v>
                      </c:pt>
                      <c:pt idx="358">
                        <c:v>7.4953535171467217E-2</c:v>
                      </c:pt>
                      <c:pt idx="359">
                        <c:v>7.1190987009164985E-2</c:v>
                      </c:pt>
                      <c:pt idx="360">
                        <c:v>6.7610440506373395E-2</c:v>
                      </c:pt>
                      <c:pt idx="361">
                        <c:v>6.4396354708775944E-2</c:v>
                      </c:pt>
                      <c:pt idx="362">
                        <c:v>6.0843693744354471E-2</c:v>
                      </c:pt>
                      <c:pt idx="363">
                        <c:v>5.8137606996731997E-2</c:v>
                      </c:pt>
                      <c:pt idx="364">
                        <c:v>5.397684854940607E-2</c:v>
                      </c:pt>
                      <c:pt idx="365">
                        <c:v>5.1628809716965013E-2</c:v>
                      </c:pt>
                      <c:pt idx="366">
                        <c:v>4.9459972666751228E-2</c:v>
                      </c:pt>
                      <c:pt idx="367">
                        <c:v>4.6322504138956562E-2</c:v>
                      </c:pt>
                      <c:pt idx="368">
                        <c:v>4.2885885778918852E-2</c:v>
                      </c:pt>
                      <c:pt idx="369">
                        <c:v>4.0825867133032052E-2</c:v>
                      </c:pt>
                      <c:pt idx="370">
                        <c:v>3.8479122289322612E-2</c:v>
                      </c:pt>
                      <c:pt idx="371">
                        <c:v>3.610741543157036E-2</c:v>
                      </c:pt>
                      <c:pt idx="372">
                        <c:v>3.3978302961179353E-2</c:v>
                      </c:pt>
                      <c:pt idx="373">
                        <c:v>3.2446574020870679E-2</c:v>
                      </c:pt>
                      <c:pt idx="374">
                        <c:v>3.0675852180553805E-2</c:v>
                      </c:pt>
                      <c:pt idx="375">
                        <c:v>2.8422142571327587E-2</c:v>
                      </c:pt>
                      <c:pt idx="376">
                        <c:v>2.7518439407825283E-2</c:v>
                      </c:pt>
                      <c:pt idx="377">
                        <c:v>2.6474285344696077E-2</c:v>
                      </c:pt>
                      <c:pt idx="378">
                        <c:v>2.4821102647576442E-2</c:v>
                      </c:pt>
                      <c:pt idx="379">
                        <c:v>2.4360950773665794E-2</c:v>
                      </c:pt>
                      <c:pt idx="380">
                        <c:v>2.2457523271463432E-2</c:v>
                      </c:pt>
                      <c:pt idx="381">
                        <c:v>2.2057993447912285E-2</c:v>
                      </c:pt>
                      <c:pt idx="382">
                        <c:v>2.1187253494161486E-2</c:v>
                      </c:pt>
                      <c:pt idx="383">
                        <c:v>2.0037856180196725E-2</c:v>
                      </c:pt>
                      <c:pt idx="384">
                        <c:v>1.9671231346968753E-2</c:v>
                      </c:pt>
                      <c:pt idx="385">
                        <c:v>1.9279439153854265E-2</c:v>
                      </c:pt>
                      <c:pt idx="386">
                        <c:v>1.8590525736716233E-2</c:v>
                      </c:pt>
                      <c:pt idx="387">
                        <c:v>1.8388769657317311E-2</c:v>
                      </c:pt>
                      <c:pt idx="388">
                        <c:v>1.8396467891249692E-2</c:v>
                      </c:pt>
                      <c:pt idx="389">
                        <c:v>1.7606291522271701E-2</c:v>
                      </c:pt>
                      <c:pt idx="390">
                        <c:v>1.7594013351275511E-2</c:v>
                      </c:pt>
                      <c:pt idx="391">
                        <c:v>1.7618499652091654E-2</c:v>
                      </c:pt>
                      <c:pt idx="392">
                        <c:v>1.7719024563095098E-2</c:v>
                      </c:pt>
                      <c:pt idx="393">
                        <c:v>1.7614317638422212E-2</c:v>
                      </c:pt>
                      <c:pt idx="394">
                        <c:v>1.80619785128504E-2</c:v>
                      </c:pt>
                      <c:pt idx="395">
                        <c:v>1.792886132452761E-2</c:v>
                      </c:pt>
                      <c:pt idx="396">
                        <c:v>1.8098225855314919E-2</c:v>
                      </c:pt>
                      <c:pt idx="397">
                        <c:v>1.8190921680305144E-2</c:v>
                      </c:pt>
                      <c:pt idx="398">
                        <c:v>1.8836518407508124E-2</c:v>
                      </c:pt>
                      <c:pt idx="399">
                        <c:v>1.9707379365813474E-2</c:v>
                      </c:pt>
                      <c:pt idx="400">
                        <c:v>2.0167169996421395E-2</c:v>
                      </c:pt>
                      <c:pt idx="401">
                        <c:v>2.0586553274831103E-2</c:v>
                      </c:pt>
                      <c:pt idx="402">
                        <c:v>2.1598710127228988E-2</c:v>
                      </c:pt>
                      <c:pt idx="403">
                        <c:v>2.2191080178666101E-2</c:v>
                      </c:pt>
                      <c:pt idx="404">
                        <c:v>2.338127539888395E-2</c:v>
                      </c:pt>
                      <c:pt idx="405">
                        <c:v>2.47238756481277E-2</c:v>
                      </c:pt>
                      <c:pt idx="406">
                        <c:v>2.6405283774837234E-2</c:v>
                      </c:pt>
                      <c:pt idx="407">
                        <c:v>2.7562601772058371E-2</c:v>
                      </c:pt>
                      <c:pt idx="408">
                        <c:v>2.980889200654193E-2</c:v>
                      </c:pt>
                      <c:pt idx="409">
                        <c:v>3.1264870901424768E-2</c:v>
                      </c:pt>
                      <c:pt idx="410">
                        <c:v>3.3377754674079725E-2</c:v>
                      </c:pt>
                      <c:pt idx="411">
                        <c:v>3.56804450590191E-2</c:v>
                      </c:pt>
                      <c:pt idx="412">
                        <c:v>3.7482549302551758E-2</c:v>
                      </c:pt>
                      <c:pt idx="413">
                        <c:v>4.1285402315776695E-2</c:v>
                      </c:pt>
                      <c:pt idx="414">
                        <c:v>4.30112558857643E-2</c:v>
                      </c:pt>
                      <c:pt idx="415">
                        <c:v>4.6430732820923616E-2</c:v>
                      </c:pt>
                      <c:pt idx="416">
                        <c:v>4.9032278587485094E-2</c:v>
                      </c:pt>
                      <c:pt idx="417">
                        <c:v>5.3302806076044734E-2</c:v>
                      </c:pt>
                      <c:pt idx="418">
                        <c:v>5.5992493806778752E-2</c:v>
                      </c:pt>
                      <c:pt idx="419">
                        <c:v>5.9916109047112531E-2</c:v>
                      </c:pt>
                      <c:pt idx="420">
                        <c:v>6.4154977241760808E-2</c:v>
                      </c:pt>
                      <c:pt idx="421">
                        <c:v>6.7106826507302417E-2</c:v>
                      </c:pt>
                      <c:pt idx="422">
                        <c:v>7.1473657983899375E-2</c:v>
                      </c:pt>
                      <c:pt idx="423">
                        <c:v>7.4554360215560764E-2</c:v>
                      </c:pt>
                      <c:pt idx="424">
                        <c:v>7.8595230837568558E-2</c:v>
                      </c:pt>
                      <c:pt idx="425">
                        <c:v>8.2982813904730904E-2</c:v>
                      </c:pt>
                      <c:pt idx="426">
                        <c:v>8.6583956987296817E-2</c:v>
                      </c:pt>
                      <c:pt idx="427">
                        <c:v>8.9724591274448651E-2</c:v>
                      </c:pt>
                      <c:pt idx="428">
                        <c:v>9.4003271715066741E-2</c:v>
                      </c:pt>
                      <c:pt idx="429">
                        <c:v>9.7383133785661977E-2</c:v>
                      </c:pt>
                      <c:pt idx="430">
                        <c:v>0.10021808732943714</c:v>
                      </c:pt>
                      <c:pt idx="431">
                        <c:v>0.10354098727729216</c:v>
                      </c:pt>
                      <c:pt idx="432">
                        <c:v>0.10707329107373506</c:v>
                      </c:pt>
                      <c:pt idx="433">
                        <c:v>0.1074850229578285</c:v>
                      </c:pt>
                      <c:pt idx="434">
                        <c:v>0.11074682001526837</c:v>
                      </c:pt>
                      <c:pt idx="435">
                        <c:v>0.11361387094882021</c:v>
                      </c:pt>
                      <c:pt idx="436">
                        <c:v>0.11388520869970981</c:v>
                      </c:pt>
                      <c:pt idx="437">
                        <c:v>0.11459768305234429</c:v>
                      </c:pt>
                      <c:pt idx="438">
                        <c:v>0.11523090993811128</c:v>
                      </c:pt>
                      <c:pt idx="439">
                        <c:v>0.11449746694581583</c:v>
                      </c:pt>
                      <c:pt idx="440">
                        <c:v>0.11526368194336491</c:v>
                      </c:pt>
                      <c:pt idx="441">
                        <c:v>0.11498150979886147</c:v>
                      </c:pt>
                      <c:pt idx="442">
                        <c:v>0.11314236361489151</c:v>
                      </c:pt>
                      <c:pt idx="443">
                        <c:v>0.11193623115987084</c:v>
                      </c:pt>
                      <c:pt idx="444">
                        <c:v>0.10998443448911077</c:v>
                      </c:pt>
                      <c:pt idx="445">
                        <c:v>0.10858925297098951</c:v>
                      </c:pt>
                      <c:pt idx="446">
                        <c:v>0.10442802700937448</c:v>
                      </c:pt>
                      <c:pt idx="447">
                        <c:v>0.10330653525205272</c:v>
                      </c:pt>
                      <c:pt idx="448">
                        <c:v>9.9576553630815398E-2</c:v>
                      </c:pt>
                      <c:pt idx="449">
                        <c:v>9.5741568076992078E-2</c:v>
                      </c:pt>
                      <c:pt idx="450">
                        <c:v>9.2528252797389604E-2</c:v>
                      </c:pt>
                      <c:pt idx="451">
                        <c:v>8.9922319541172052E-2</c:v>
                      </c:pt>
                      <c:pt idx="452">
                        <c:v>8.4744630820353953E-2</c:v>
                      </c:pt>
                      <c:pt idx="453">
                        <c:v>8.1393438061624343E-2</c:v>
                      </c:pt>
                      <c:pt idx="454">
                        <c:v>7.7994913021067411E-2</c:v>
                      </c:pt>
                      <c:pt idx="455">
                        <c:v>7.3892751213280566E-2</c:v>
                      </c:pt>
                      <c:pt idx="456">
                        <c:v>6.9425022214225959E-2</c:v>
                      </c:pt>
                      <c:pt idx="457">
                        <c:v>6.5920217553977103E-2</c:v>
                      </c:pt>
                      <c:pt idx="458">
                        <c:v>6.2840683950753234E-2</c:v>
                      </c:pt>
                      <c:pt idx="459">
                        <c:v>5.9049336123235707E-2</c:v>
                      </c:pt>
                      <c:pt idx="460">
                        <c:v>5.6678068287314233E-2</c:v>
                      </c:pt>
                      <c:pt idx="461">
                        <c:v>5.2952549733899346E-2</c:v>
                      </c:pt>
                      <c:pt idx="462">
                        <c:v>5.0479824201589904E-2</c:v>
                      </c:pt>
                      <c:pt idx="463">
                        <c:v>4.8234084655754142E-2</c:v>
                      </c:pt>
                      <c:pt idx="464">
                        <c:v>4.510427979433259E-2</c:v>
                      </c:pt>
                      <c:pt idx="465">
                        <c:v>4.2749454359380108E-2</c:v>
                      </c:pt>
                      <c:pt idx="466">
                        <c:v>4.1539641742576398E-2</c:v>
                      </c:pt>
                      <c:pt idx="467">
                        <c:v>4.0003120201349246E-2</c:v>
                      </c:pt>
                      <c:pt idx="468">
                        <c:v>3.8563752992717706E-2</c:v>
                      </c:pt>
                      <c:pt idx="469">
                        <c:v>3.7744740963704879E-2</c:v>
                      </c:pt>
                      <c:pt idx="470">
                        <c:v>3.6918640942837873E-2</c:v>
                      </c:pt>
                      <c:pt idx="471">
                        <c:v>3.6337626708182025E-2</c:v>
                      </c:pt>
                      <c:pt idx="472">
                        <c:v>3.6692962553975979E-2</c:v>
                      </c:pt>
                      <c:pt idx="473">
                        <c:v>3.753133472173751E-2</c:v>
                      </c:pt>
                      <c:pt idx="474">
                        <c:v>3.8152257133052675E-2</c:v>
                      </c:pt>
                      <c:pt idx="475">
                        <c:v>3.9463077253983909E-2</c:v>
                      </c:pt>
                      <c:pt idx="476">
                        <c:v>4.0765419950367594E-2</c:v>
                      </c:pt>
                      <c:pt idx="477">
                        <c:v>4.3197078474436011E-2</c:v>
                      </c:pt>
                      <c:pt idx="478">
                        <c:v>4.466116975553E-2</c:v>
                      </c:pt>
                      <c:pt idx="479">
                        <c:v>4.7641138785282804E-2</c:v>
                      </c:pt>
                      <c:pt idx="480">
                        <c:v>4.9963777932404314E-2</c:v>
                      </c:pt>
                      <c:pt idx="481">
                        <c:v>5.2416170280318496E-2</c:v>
                      </c:pt>
                      <c:pt idx="482">
                        <c:v>5.6500546572966243E-2</c:v>
                      </c:pt>
                      <c:pt idx="483">
                        <c:v>6.0464732413098875E-2</c:v>
                      </c:pt>
                      <c:pt idx="484">
                        <c:v>6.4916118731673647E-2</c:v>
                      </c:pt>
                      <c:pt idx="485">
                        <c:v>6.9791652533266357E-2</c:v>
                      </c:pt>
                      <c:pt idx="486">
                        <c:v>7.3889125119115301E-2</c:v>
                      </c:pt>
                      <c:pt idx="487">
                        <c:v>7.9655083372461993E-2</c:v>
                      </c:pt>
                      <c:pt idx="488">
                        <c:v>8.476894535179523E-2</c:v>
                      </c:pt>
                      <c:pt idx="489">
                        <c:v>9.0127766417315944E-2</c:v>
                      </c:pt>
                      <c:pt idx="490">
                        <c:v>9.6806529120550197E-2</c:v>
                      </c:pt>
                      <c:pt idx="491">
                        <c:v>0.10368181480469689</c:v>
                      </c:pt>
                      <c:pt idx="492">
                        <c:v>0.11061062147660684</c:v>
                      </c:pt>
                      <c:pt idx="493">
                        <c:v>0.11899375073814331</c:v>
                      </c:pt>
                      <c:pt idx="494">
                        <c:v>0.12451735482247547</c:v>
                      </c:pt>
                      <c:pt idx="495">
                        <c:v>0.13424511839692249</c:v>
                      </c:pt>
                      <c:pt idx="496">
                        <c:v>0.14239456734345374</c:v>
                      </c:pt>
                      <c:pt idx="497">
                        <c:v>0.15114929963298129</c:v>
                      </c:pt>
                      <c:pt idx="498">
                        <c:v>0.16075824220532758</c:v>
                      </c:pt>
                      <c:pt idx="499">
                        <c:v>0.16997348517903008</c:v>
                      </c:pt>
                      <c:pt idx="500">
                        <c:v>0.17884400371865311</c:v>
                      </c:pt>
                      <c:pt idx="501">
                        <c:v>0.1884827731089278</c:v>
                      </c:pt>
                      <c:pt idx="502">
                        <c:v>0.19916903901627978</c:v>
                      </c:pt>
                      <c:pt idx="503">
                        <c:v>0.20876673258143547</c:v>
                      </c:pt>
                      <c:pt idx="504">
                        <c:v>0.21933255682817515</c:v>
                      </c:pt>
                      <c:pt idx="505">
                        <c:v>0.22945564473255931</c:v>
                      </c:pt>
                      <c:pt idx="506">
                        <c:v>0.24026106538994607</c:v>
                      </c:pt>
                      <c:pt idx="507">
                        <c:v>0.25139067082071942</c:v>
                      </c:pt>
                      <c:pt idx="508">
                        <c:v>0.26219960299633721</c:v>
                      </c:pt>
                      <c:pt idx="509">
                        <c:v>0.27349035673117517</c:v>
                      </c:pt>
                      <c:pt idx="510">
                        <c:v>0</c:v>
                      </c:pt>
                      <c:pt idx="511">
                        <c:v>0</c:v>
                      </c:pt>
                    </c:numCache>
                  </c:numRef>
                </c:yVal>
                <c:smooth val="1"/>
                <c:extLst>
                  <c:ext xmlns:c16="http://schemas.microsoft.com/office/drawing/2014/chart" uri="{C3380CC4-5D6E-409C-BE32-E72D297353CC}">
                    <c16:uniqueId val="{00000003-A5BC-41AC-8D94-A104E2B1A96F}"/>
                  </c:ext>
                </c:extLst>
              </c15:ser>
            </c15:filteredScatterSeries>
          </c:ext>
        </c:extLst>
      </c:scatterChart>
      <c:valAx>
        <c:axId val="1640086208"/>
        <c:scaling>
          <c:orientation val="minMax"/>
          <c:max val="1"/>
          <c:min val="0"/>
        </c:scaling>
        <c:delete val="0"/>
        <c:axPos val="l"/>
        <c:title>
          <c:tx>
            <c:rich>
              <a:bodyPr/>
              <a:lstStyle/>
              <a:p>
                <a:pPr>
                  <a:defRPr sz="1200" b="0"/>
                </a:pPr>
                <a:r>
                  <a:rPr lang="en-US" altLang="ja-JP" sz="1200" b="0" dirty="0"/>
                  <a:t>Normalized</a:t>
                </a:r>
                <a:r>
                  <a:rPr lang="en-US" altLang="ja-JP" sz="1200" b="0" baseline="0" dirty="0"/>
                  <a:t> Photon Count</a:t>
                </a:r>
                <a:endParaRPr lang="ja-JP" altLang="en-US" sz="1200" b="0" dirty="0"/>
              </a:p>
            </c:rich>
          </c:tx>
          <c:overlay val="0"/>
        </c:title>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ysClr val="windowText" lastClr="000000"/>
                </a:solidFill>
                <a:latin typeface="Aptos Narrow"/>
              </a:defRPr>
            </a:pPr>
            <a:endParaRPr lang="ja-JP"/>
          </a:p>
        </c:txPr>
        <c:crossAx val="1640086688"/>
        <c:crosses val="autoZero"/>
        <c:crossBetween val="midCat"/>
        <c:majorUnit val="0.2"/>
      </c:valAx>
      <c:valAx>
        <c:axId val="1640086688"/>
        <c:scaling>
          <c:orientation val="minMax"/>
          <c:max val="512"/>
          <c:min val="0"/>
        </c:scaling>
        <c:delete val="0"/>
        <c:axPos val="b"/>
        <c:title>
          <c:tx>
            <c:rich>
              <a:bodyPr/>
              <a:lstStyle/>
              <a:p>
                <a:pPr>
                  <a:defRPr sz="1200"/>
                </a:pPr>
                <a:r>
                  <a:rPr lang="en-US" altLang="ja-JP" sz="1200"/>
                  <a:t>Energy(keV)</a:t>
                </a:r>
                <a:endParaRPr lang="ja-JP" altLang="en-US" sz="1200"/>
              </a:p>
            </c:rich>
          </c:tx>
          <c:overlay val="0"/>
        </c:title>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ysClr val="windowText" lastClr="000000"/>
                </a:solidFill>
                <a:latin typeface="Aptos Narrow"/>
              </a:defRPr>
            </a:pPr>
            <a:endParaRPr lang="ja-JP"/>
          </a:p>
        </c:txPr>
        <c:crossAx val="1640086208"/>
        <c:crosses val="autoZero"/>
        <c:crossBetween val="midCat"/>
      </c:valAx>
      <c:spPr>
        <a:noFill/>
        <a:ln>
          <a:solidFill>
            <a:sysClr val="windowText" lastClr="000000"/>
          </a:solidFill>
        </a:ln>
      </c:spPr>
    </c:plotArea>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rgbClr val="000000"/>
          </a:solidFill>
          <a:latin typeface="Aptos Narrow"/>
        </a:defRPr>
      </a:pPr>
      <a:endParaRPr lang="ja-JP"/>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lIns="0" tIns="0" rIns="0" bIns="0"/>
          <a:lstStyle/>
          <a:p>
            <a:pPr marL="0" marR="0" indent="0" algn="ctr" defTabSz="914400" fontAlgn="auto" hangingPunct="1">
              <a:lnSpc>
                <a:spcPct val="100000"/>
              </a:lnSpc>
              <a:spcBef>
                <a:spcPts val="0"/>
              </a:spcBef>
              <a:spcAft>
                <a:spcPts val="0"/>
              </a:spcAft>
              <a:tabLst/>
              <a:defRPr sz="1400" b="0" i="0" u="none" strike="noStrike" kern="1200" spc="0" baseline="0">
                <a:solidFill>
                  <a:sysClr val="windowText" lastClr="000000"/>
                </a:solidFill>
                <a:latin typeface="Aptos Narrow"/>
              </a:defRPr>
            </a:pPr>
            <a:r>
              <a:rPr lang="en-US" altLang="ja-JP" sz="1400" b="0" i="0" u="none" strike="noStrike" kern="1200" cap="none" spc="0" baseline="0" dirty="0">
                <a:solidFill>
                  <a:sysClr val="windowText" lastClr="000000"/>
                </a:solidFill>
                <a:uFillTx/>
                <a:latin typeface="Aptos Narrow"/>
              </a:rPr>
              <a:t>LEHR</a:t>
            </a:r>
            <a:r>
              <a:rPr lang="ja-JP" altLang="en-US" sz="1400" b="0" i="0" u="none" strike="noStrike" kern="1200" cap="none" spc="0" baseline="0" dirty="0">
                <a:solidFill>
                  <a:sysClr val="windowText" lastClr="000000"/>
                </a:solidFill>
                <a:uFillTx/>
                <a:latin typeface="Aptos Narrow"/>
              </a:rPr>
              <a:t>における</a:t>
            </a:r>
            <a:r>
              <a:rPr lang="en-US" altLang="ja-JP" sz="1400" b="0" i="0" u="none" strike="noStrike" kern="1200" cap="none" spc="0" baseline="0" dirty="0">
                <a:solidFill>
                  <a:sysClr val="windowText" lastClr="000000"/>
                </a:solidFill>
                <a:uFillTx/>
                <a:latin typeface="Aptos Narrow"/>
              </a:rPr>
              <a:t>I-123</a:t>
            </a:r>
            <a:r>
              <a:rPr lang="ja-JP" altLang="en-US" sz="1400" b="0" i="0" u="none" strike="noStrike" kern="1200" cap="none" spc="0" baseline="0" dirty="0">
                <a:solidFill>
                  <a:sysClr val="windowText" lastClr="000000"/>
                </a:solidFill>
                <a:uFillTx/>
                <a:latin typeface="Aptos Narrow"/>
              </a:rPr>
              <a:t>点線源</a:t>
            </a:r>
          </a:p>
        </c:rich>
      </c:tx>
      <c:layout>
        <c:manualLayout>
          <c:xMode val="edge"/>
          <c:yMode val="edge"/>
          <c:x val="0.2964974513079795"/>
          <c:y val="7.049044672520903E-2"/>
        </c:manualLayout>
      </c:layout>
      <c:overlay val="0"/>
      <c:spPr>
        <a:noFill/>
        <a:ln>
          <a:noFill/>
        </a:ln>
      </c:spPr>
    </c:title>
    <c:autoTitleDeleted val="0"/>
    <c:plotArea>
      <c:layout>
        <c:manualLayout>
          <c:layoutTarget val="inner"/>
          <c:xMode val="edge"/>
          <c:yMode val="edge"/>
          <c:x val="0.17259538813942624"/>
          <c:y val="0.2210500517747003"/>
          <c:w val="0.76501707511729111"/>
          <c:h val="0.63188071330647932"/>
        </c:manualLayout>
      </c:layout>
      <c:scatterChart>
        <c:scatterStyle val="smoothMarker"/>
        <c:varyColors val="0"/>
        <c:ser>
          <c:idx val="0"/>
          <c:order val="0"/>
          <c:tx>
            <c:strRef>
              <c:f>'calib_(2)'!$B$7</c:f>
              <c:strCache>
                <c:ptCount val="1"/>
                <c:pt idx="0">
                  <c:v>all</c:v>
                </c:pt>
              </c:strCache>
            </c:strRef>
          </c:tx>
          <c:spPr>
            <a:ln w="19046" cap="rnd">
              <a:solidFill>
                <a:srgbClr val="FF0000"/>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'calib_(2)'!$B$8:$B$519</c:f>
              <c:numCache>
                <c:formatCode>General</c:formatCode>
                <c:ptCount val="512"/>
                <c:pt idx="0">
                  <c:v>0.15951274419017236</c:v>
                </c:pt>
                <c:pt idx="1">
                  <c:v>0.18541765697186541</c:v>
                </c:pt>
                <c:pt idx="2">
                  <c:v>0.19025672098734203</c:v>
                </c:pt>
                <c:pt idx="3">
                  <c:v>0.18977320164498876</c:v>
                </c:pt>
                <c:pt idx="4">
                  <c:v>0.19215212514630042</c:v>
                </c:pt>
                <c:pt idx="5">
                  <c:v>0.19457185184172321</c:v>
                </c:pt>
                <c:pt idx="6">
                  <c:v>0.19566054291139195</c:v>
                </c:pt>
                <c:pt idx="7">
                  <c:v>0.19392654000297693</c:v>
                </c:pt>
                <c:pt idx="8">
                  <c:v>0.19703240209500139</c:v>
                </c:pt>
                <c:pt idx="9">
                  <c:v>0.197395091874356</c:v>
                </c:pt>
                <c:pt idx="10">
                  <c:v>0.19731307387708846</c:v>
                </c:pt>
                <c:pt idx="11">
                  <c:v>0.19800000901189366</c:v>
                </c:pt>
                <c:pt idx="12">
                  <c:v>0.19630599112188934</c:v>
                </c:pt>
                <c:pt idx="13">
                  <c:v>0.19558069165904396</c:v>
                </c:pt>
                <c:pt idx="14">
                  <c:v>0.19626633818338196</c:v>
                </c:pt>
                <c:pt idx="15">
                  <c:v>0.19461277330976495</c:v>
                </c:pt>
                <c:pt idx="16">
                  <c:v>0.1948150171229297</c:v>
                </c:pt>
                <c:pt idx="17">
                  <c:v>0.19312068706404817</c:v>
                </c:pt>
                <c:pt idx="18">
                  <c:v>0.19332304779147913</c:v>
                </c:pt>
                <c:pt idx="19">
                  <c:v>0.19251565238865881</c:v>
                </c:pt>
                <c:pt idx="20">
                  <c:v>0.20163050762219159</c:v>
                </c:pt>
                <c:pt idx="21">
                  <c:v>0.23304325174321203</c:v>
                </c:pt>
                <c:pt idx="22">
                  <c:v>0.32313113418309647</c:v>
                </c:pt>
                <c:pt idx="23">
                  <c:v>0.52496261703164293</c:v>
                </c:pt>
                <c:pt idx="24">
                  <c:v>0.84930331195213471</c:v>
                </c:pt>
                <c:pt idx="25">
                  <c:v>1.2218737981768679</c:v>
                </c:pt>
                <c:pt idx="26">
                  <c:v>1.479515475408494</c:v>
                </c:pt>
                <c:pt idx="27">
                  <c:v>1.4995586689281351</c:v>
                </c:pt>
                <c:pt idx="28">
                  <c:v>1.2964367776240484</c:v>
                </c:pt>
                <c:pt idx="29">
                  <c:v>1.0031050824346162</c:v>
                </c:pt>
                <c:pt idx="30">
                  <c:v>0.7500610784730688</c:v>
                </c:pt>
                <c:pt idx="31">
                  <c:v>0.56585220269505676</c:v>
                </c:pt>
                <c:pt idx="32">
                  <c:v>0.43128517872087896</c:v>
                </c:pt>
                <c:pt idx="33">
                  <c:v>0.32857493965230161</c:v>
                </c:pt>
                <c:pt idx="34">
                  <c:v>0.25796485123785373</c:v>
                </c:pt>
                <c:pt idx="35">
                  <c:v>0.21699381303275267</c:v>
                </c:pt>
                <c:pt idx="36">
                  <c:v>0.1980000873516897</c:v>
                </c:pt>
                <c:pt idx="37">
                  <c:v>0.19247438034662717</c:v>
                </c:pt>
                <c:pt idx="38">
                  <c:v>0.19416935397425147</c:v>
                </c:pt>
                <c:pt idx="39">
                  <c:v>0.19872446987801934</c:v>
                </c:pt>
                <c:pt idx="40">
                  <c:v>0.20618581691049986</c:v>
                </c:pt>
                <c:pt idx="41">
                  <c:v>0.21392916387422642</c:v>
                </c:pt>
                <c:pt idx="42">
                  <c:v>0.21977587763060266</c:v>
                </c:pt>
                <c:pt idx="43">
                  <c:v>0.22743792793901624</c:v>
                </c:pt>
                <c:pt idx="44">
                  <c:v>0.2294145900086364</c:v>
                </c:pt>
                <c:pt idx="45">
                  <c:v>0.23090683066747142</c:v>
                </c:pt>
                <c:pt idx="46">
                  <c:v>0.22731569245392097</c:v>
                </c:pt>
                <c:pt idx="47">
                  <c:v>0.22275997206601234</c:v>
                </c:pt>
                <c:pt idx="48">
                  <c:v>0.21945329103054767</c:v>
                </c:pt>
                <c:pt idx="49">
                  <c:v>0.21630740443883267</c:v>
                </c:pt>
                <c:pt idx="50">
                  <c:v>0.21497712912645639</c:v>
                </c:pt>
                <c:pt idx="51">
                  <c:v>0.21655037469261068</c:v>
                </c:pt>
                <c:pt idx="52">
                  <c:v>0.22114668367598811</c:v>
                </c:pt>
                <c:pt idx="53">
                  <c:v>0.22461402544660289</c:v>
                </c:pt>
                <c:pt idx="54">
                  <c:v>0.2274366790929146</c:v>
                </c:pt>
                <c:pt idx="55">
                  <c:v>0.23227716899741913</c:v>
                </c:pt>
                <c:pt idx="56">
                  <c:v>0.23534103651569893</c:v>
                </c:pt>
                <c:pt idx="57">
                  <c:v>0.23800236770411984</c:v>
                </c:pt>
                <c:pt idx="58">
                  <c:v>0.23981665032485336</c:v>
                </c:pt>
                <c:pt idx="59">
                  <c:v>0.23961569444266634</c:v>
                </c:pt>
                <c:pt idx="60">
                  <c:v>0.24094647791502163</c:v>
                </c:pt>
                <c:pt idx="61">
                  <c:v>0.24372947907636758</c:v>
                </c:pt>
                <c:pt idx="62">
                  <c:v>0.24997968591870356</c:v>
                </c:pt>
                <c:pt idx="63">
                  <c:v>0.2593359098899044</c:v>
                </c:pt>
                <c:pt idx="64">
                  <c:v>0.27429726479102901</c:v>
                </c:pt>
                <c:pt idx="65">
                  <c:v>0.29450051257856452</c:v>
                </c:pt>
                <c:pt idx="66">
                  <c:v>0.32482402036831065</c:v>
                </c:pt>
                <c:pt idx="67">
                  <c:v>0.3658765304592666</c:v>
                </c:pt>
                <c:pt idx="68">
                  <c:v>0.4146717601721332</c:v>
                </c:pt>
                <c:pt idx="69">
                  <c:v>0.46761763943450046</c:v>
                </c:pt>
                <c:pt idx="70">
                  <c:v>0.52064826702470213</c:v>
                </c:pt>
                <c:pt idx="71">
                  <c:v>0.57057102330708531</c:v>
                </c:pt>
                <c:pt idx="72">
                  <c:v>0.60621945699711888</c:v>
                </c:pt>
                <c:pt idx="73">
                  <c:v>0.62517304035741605</c:v>
                </c:pt>
                <c:pt idx="74">
                  <c:v>0.62303427730594008</c:v>
                </c:pt>
                <c:pt idx="75">
                  <c:v>0.60859804819203056</c:v>
                </c:pt>
                <c:pt idx="76">
                  <c:v>0.57762751194609419</c:v>
                </c:pt>
                <c:pt idx="77">
                  <c:v>0.54012334575632948</c:v>
                </c:pt>
                <c:pt idx="78">
                  <c:v>0.50592822492517175</c:v>
                </c:pt>
                <c:pt idx="79">
                  <c:v>0.4790720007032187</c:v>
                </c:pt>
                <c:pt idx="80">
                  <c:v>0.45911300951359207</c:v>
                </c:pt>
                <c:pt idx="81">
                  <c:v>0.44878552892217244</c:v>
                </c:pt>
                <c:pt idx="82">
                  <c:v>0.44374705063859299</c:v>
                </c:pt>
                <c:pt idx="83">
                  <c:v>0.44289867539472799</c:v>
                </c:pt>
                <c:pt idx="84">
                  <c:v>0.43749389784651171</c:v>
                </c:pt>
                <c:pt idx="85">
                  <c:v>0.4280196699471891</c:v>
                </c:pt>
                <c:pt idx="86">
                  <c:v>0.41753352240256814</c:v>
                </c:pt>
                <c:pt idx="87">
                  <c:v>0.40116243150211922</c:v>
                </c:pt>
                <c:pt idx="88">
                  <c:v>0.38204754208172365</c:v>
                </c:pt>
                <c:pt idx="89">
                  <c:v>0.36123832413242979</c:v>
                </c:pt>
                <c:pt idx="90">
                  <c:v>0.34321202815460394</c:v>
                </c:pt>
                <c:pt idx="91">
                  <c:v>0.32583319113264109</c:v>
                </c:pt>
                <c:pt idx="92">
                  <c:v>0.31248565189864225</c:v>
                </c:pt>
                <c:pt idx="93">
                  <c:v>0.30192031556104204</c:v>
                </c:pt>
                <c:pt idx="94">
                  <c:v>0.29482335354162692</c:v>
                </c:pt>
                <c:pt idx="95">
                  <c:v>0.29083006814804802</c:v>
                </c:pt>
                <c:pt idx="96">
                  <c:v>0.2875253960447427</c:v>
                </c:pt>
                <c:pt idx="97">
                  <c:v>0.28740107119153657</c:v>
                </c:pt>
                <c:pt idx="98">
                  <c:v>0.28562743746511238</c:v>
                </c:pt>
                <c:pt idx="99">
                  <c:v>0.28611181503185146</c:v>
                </c:pt>
                <c:pt idx="100">
                  <c:v>0.28542607127695402</c:v>
                </c:pt>
                <c:pt idx="101">
                  <c:v>0.28631380589757793</c:v>
                </c:pt>
                <c:pt idx="102">
                  <c:v>0.28538708159089632</c:v>
                </c:pt>
                <c:pt idx="103">
                  <c:v>0.28320753406616644</c:v>
                </c:pt>
                <c:pt idx="104">
                  <c:v>0.28369216599604979</c:v>
                </c:pt>
                <c:pt idx="105">
                  <c:v>0.28171583793230831</c:v>
                </c:pt>
                <c:pt idx="106">
                  <c:v>0.28143444548803032</c:v>
                </c:pt>
                <c:pt idx="107">
                  <c:v>0.28046619471944556</c:v>
                </c:pt>
                <c:pt idx="108">
                  <c:v>0.2774024638568261</c:v>
                </c:pt>
                <c:pt idx="109">
                  <c:v>0.278934163729815</c:v>
                </c:pt>
                <c:pt idx="110">
                  <c:v>0.27703838931288577</c:v>
                </c:pt>
                <c:pt idx="111">
                  <c:v>0.27683680903607993</c:v>
                </c:pt>
                <c:pt idx="112">
                  <c:v>0.27526434324119869</c:v>
                </c:pt>
                <c:pt idx="113">
                  <c:v>0.27623312055039428</c:v>
                </c:pt>
                <c:pt idx="114">
                  <c:v>0.27615137728042738</c:v>
                </c:pt>
                <c:pt idx="115">
                  <c:v>0.27675637122777824</c:v>
                </c:pt>
                <c:pt idx="116">
                  <c:v>0.276433607811431</c:v>
                </c:pt>
                <c:pt idx="117">
                  <c:v>0.2769581663864491</c:v>
                </c:pt>
                <c:pt idx="118">
                  <c:v>0.2775627717512385</c:v>
                </c:pt>
                <c:pt idx="119">
                  <c:v>0.28038523071007199</c:v>
                </c:pt>
                <c:pt idx="120">
                  <c:v>0.28147419446775035</c:v>
                </c:pt>
                <c:pt idx="121">
                  <c:v>0.2836920296240244</c:v>
                </c:pt>
                <c:pt idx="122">
                  <c:v>0.28534653077763961</c:v>
                </c:pt>
                <c:pt idx="123">
                  <c:v>0.28873374758790793</c:v>
                </c:pt>
                <c:pt idx="124">
                  <c:v>0.29123285867045956</c:v>
                </c:pt>
                <c:pt idx="125">
                  <c:v>0.29635470221758919</c:v>
                </c:pt>
                <c:pt idx="126">
                  <c:v>0.29478268592646062</c:v>
                </c:pt>
                <c:pt idx="127">
                  <c:v>0.29901781054975068</c:v>
                </c:pt>
                <c:pt idx="128">
                  <c:v>0.30038888831919841</c:v>
                </c:pt>
                <c:pt idx="129">
                  <c:v>0.30147619439751139</c:v>
                </c:pt>
                <c:pt idx="130">
                  <c:v>0.30405640518101285</c:v>
                </c:pt>
                <c:pt idx="131">
                  <c:v>0.30462170846478182</c:v>
                </c:pt>
                <c:pt idx="132">
                  <c:v>0.3067583249653138</c:v>
                </c:pt>
                <c:pt idx="133">
                  <c:v>0.30857276437881892</c:v>
                </c:pt>
                <c:pt idx="134">
                  <c:v>0.30720279913894044</c:v>
                </c:pt>
                <c:pt idx="135">
                  <c:v>0.3096620802962371</c:v>
                </c:pt>
                <c:pt idx="136">
                  <c:v>0.3107917514333105</c:v>
                </c:pt>
                <c:pt idx="137">
                  <c:v>0.31470282385878223</c:v>
                </c:pt>
                <c:pt idx="138">
                  <c:v>0.31905827022449373</c:v>
                </c:pt>
                <c:pt idx="139">
                  <c:v>0.3236952072854421</c:v>
                </c:pt>
                <c:pt idx="140">
                  <c:v>0.33220456029791695</c:v>
                </c:pt>
                <c:pt idx="141">
                  <c:v>0.34414146452426264</c:v>
                </c:pt>
                <c:pt idx="142">
                  <c:v>0.35680401958011287</c:v>
                </c:pt>
                <c:pt idx="143">
                  <c:v>0.37624124293758243</c:v>
                </c:pt>
                <c:pt idx="144">
                  <c:v>0.40156477280358976</c:v>
                </c:pt>
                <c:pt idx="145">
                  <c:v>0.42906683636802456</c:v>
                </c:pt>
                <c:pt idx="146">
                  <c:v>0.46535954691257919</c:v>
                </c:pt>
                <c:pt idx="147">
                  <c:v>0.50786443131484227</c:v>
                </c:pt>
                <c:pt idx="148">
                  <c:v>0.55298908260536916</c:v>
                </c:pt>
                <c:pt idx="149">
                  <c:v>0.6066221872774169</c:v>
                </c:pt>
                <c:pt idx="150">
                  <c:v>0.66235225800418529</c:v>
                </c:pt>
                <c:pt idx="151">
                  <c:v>0.72219554620877358</c:v>
                </c:pt>
                <c:pt idx="152">
                  <c:v>0.78050676388558793</c:v>
                </c:pt>
                <c:pt idx="153">
                  <c:v>0.83692332001650072</c:v>
                </c:pt>
                <c:pt idx="154">
                  <c:v>0.88958839050062166</c:v>
                </c:pt>
                <c:pt idx="155">
                  <c:v>0.93459119562551696</c:v>
                </c:pt>
                <c:pt idx="156">
                  <c:v>0.96907182909604717</c:v>
                </c:pt>
                <c:pt idx="157">
                  <c:v>0.9911287584193551</c:v>
                </c:pt>
                <c:pt idx="158">
                  <c:v>1</c:v>
                </c:pt>
                <c:pt idx="159">
                  <c:v>0.99592725312652985</c:v>
                </c:pt>
                <c:pt idx="160">
                  <c:v>0.97882856094977677</c:v>
                </c:pt>
                <c:pt idx="161">
                  <c:v>0.94781915170541575</c:v>
                </c:pt>
                <c:pt idx="162">
                  <c:v>0.90922625666472912</c:v>
                </c:pt>
                <c:pt idx="163">
                  <c:v>0.86293187212595535</c:v>
                </c:pt>
                <c:pt idx="164">
                  <c:v>0.81175972801343166</c:v>
                </c:pt>
                <c:pt idx="165">
                  <c:v>0.75796572866410994</c:v>
                </c:pt>
                <c:pt idx="166">
                  <c:v>0.70727575787441688</c:v>
                </c:pt>
                <c:pt idx="167">
                  <c:v>0.6564652088823163</c:v>
                </c:pt>
                <c:pt idx="168">
                  <c:v>0.61146148636832331</c:v>
                </c:pt>
                <c:pt idx="169">
                  <c:v>0.5729494970211465</c:v>
                </c:pt>
                <c:pt idx="170">
                  <c:v>0.53697917731272693</c:v>
                </c:pt>
                <c:pt idx="171">
                  <c:v>0.51008267485042746</c:v>
                </c:pt>
                <c:pt idx="172">
                  <c:v>0.48701602774525288</c:v>
                </c:pt>
                <c:pt idx="173">
                  <c:v>0.47072463300427003</c:v>
                </c:pt>
                <c:pt idx="174">
                  <c:v>0.45721475669244904</c:v>
                </c:pt>
                <c:pt idx="175">
                  <c:v>0.44499362883483512</c:v>
                </c:pt>
                <c:pt idx="176">
                  <c:v>0.43745514187704093</c:v>
                </c:pt>
                <c:pt idx="177">
                  <c:v>0.43181067250000243</c:v>
                </c:pt>
                <c:pt idx="178">
                  <c:v>0.42862581681329404</c:v>
                </c:pt>
                <c:pt idx="179">
                  <c:v>0.42354185127081562</c:v>
                </c:pt>
                <c:pt idx="180">
                  <c:v>0.41749135084152794</c:v>
                </c:pt>
                <c:pt idx="181">
                  <c:v>0.41333973051778705</c:v>
                </c:pt>
                <c:pt idx="182">
                  <c:v>0.40967024278774139</c:v>
                </c:pt>
                <c:pt idx="183">
                  <c:v>0.40539472408751376</c:v>
                </c:pt>
                <c:pt idx="184">
                  <c:v>0.4017677577555957</c:v>
                </c:pt>
                <c:pt idx="185">
                  <c:v>0.39600032990930417</c:v>
                </c:pt>
                <c:pt idx="186">
                  <c:v>0.39120236174260348</c:v>
                </c:pt>
                <c:pt idx="187">
                  <c:v>0.38535346150073657</c:v>
                </c:pt>
                <c:pt idx="188">
                  <c:v>0.37995051912753042</c:v>
                </c:pt>
                <c:pt idx="189">
                  <c:v>0.37490831246060408</c:v>
                </c:pt>
                <c:pt idx="190">
                  <c:v>0.36954607525773159</c:v>
                </c:pt>
                <c:pt idx="191">
                  <c:v>0.36430328562946607</c:v>
                </c:pt>
                <c:pt idx="192">
                  <c:v>0.35885943960240313</c:v>
                </c:pt>
                <c:pt idx="193">
                  <c:v>0.35265064208065872</c:v>
                </c:pt>
                <c:pt idx="194">
                  <c:v>0.34813363676441222</c:v>
                </c:pt>
                <c:pt idx="195">
                  <c:v>0.34268889416526416</c:v>
                </c:pt>
                <c:pt idx="196">
                  <c:v>0.3380521711362357</c:v>
                </c:pt>
                <c:pt idx="197">
                  <c:v>0.33220303785864264</c:v>
                </c:pt>
                <c:pt idx="198">
                  <c:v>0.3271645006356132</c:v>
                </c:pt>
                <c:pt idx="199">
                  <c:v>0.32188215410950405</c:v>
                </c:pt>
                <c:pt idx="200">
                  <c:v>0.319461450915902</c:v>
                </c:pt>
                <c:pt idx="201">
                  <c:v>0.31474265248109895</c:v>
                </c:pt>
                <c:pt idx="202">
                  <c:v>0.30736322372208247</c:v>
                </c:pt>
                <c:pt idx="203">
                  <c:v>0.30308915082122284</c:v>
                </c:pt>
                <c:pt idx="204">
                  <c:v>0.29982280475402517</c:v>
                </c:pt>
                <c:pt idx="205">
                  <c:v>0.29623379216163781</c:v>
                </c:pt>
                <c:pt idx="206">
                  <c:v>0.2924833212487799</c:v>
                </c:pt>
                <c:pt idx="207">
                  <c:v>0.28812935874787227</c:v>
                </c:pt>
                <c:pt idx="208">
                  <c:v>0.28361071436117136</c:v>
                </c:pt>
                <c:pt idx="209">
                  <c:v>0.28062583992785539</c:v>
                </c:pt>
                <c:pt idx="210">
                  <c:v>0.27562564672584788</c:v>
                </c:pt>
                <c:pt idx="211">
                  <c:v>0.27308779998152943</c:v>
                </c:pt>
                <c:pt idx="212">
                  <c:v>0.26937588944385477</c:v>
                </c:pt>
                <c:pt idx="213">
                  <c:v>0.26582846179886715</c:v>
                </c:pt>
                <c:pt idx="214">
                  <c:v>0.26284360738975721</c:v>
                </c:pt>
                <c:pt idx="215">
                  <c:v>0.26042481674811069</c:v>
                </c:pt>
                <c:pt idx="216">
                  <c:v>0.25764144396926614</c:v>
                </c:pt>
                <c:pt idx="217">
                  <c:v>0.25268164512824259</c:v>
                </c:pt>
                <c:pt idx="218">
                  <c:v>0.25231967895717911</c:v>
                </c:pt>
                <c:pt idx="219">
                  <c:v>0.24909060459838187</c:v>
                </c:pt>
                <c:pt idx="220">
                  <c:v>0.24691581806102142</c:v>
                </c:pt>
                <c:pt idx="221">
                  <c:v>0.2441735623445063</c:v>
                </c:pt>
                <c:pt idx="222">
                  <c:v>0.24276039033396277</c:v>
                </c:pt>
                <c:pt idx="223">
                  <c:v>0.24143066181331146</c:v>
                </c:pt>
                <c:pt idx="224">
                  <c:v>0.23872813522194275</c:v>
                </c:pt>
                <c:pt idx="225">
                  <c:v>0.23582561007271707</c:v>
                </c:pt>
                <c:pt idx="226">
                  <c:v>0.23272056785587053</c:v>
                </c:pt>
                <c:pt idx="227">
                  <c:v>0.2335275338358708</c:v>
                </c:pt>
                <c:pt idx="228">
                  <c:v>0.23142994485923893</c:v>
                </c:pt>
                <c:pt idx="229">
                  <c:v>0.22739792334994061</c:v>
                </c:pt>
                <c:pt idx="230">
                  <c:v>0.22772014173159069</c:v>
                </c:pt>
                <c:pt idx="231">
                  <c:v>0.22679294846326006</c:v>
                </c:pt>
                <c:pt idx="232">
                  <c:v>0.22433284720415192</c:v>
                </c:pt>
                <c:pt idx="233">
                  <c:v>0.22187327106953711</c:v>
                </c:pt>
                <c:pt idx="234">
                  <c:v>0.22211555781975134</c:v>
                </c:pt>
                <c:pt idx="235">
                  <c:v>0.2207435428060838</c:v>
                </c:pt>
                <c:pt idx="236">
                  <c:v>0.21917109658200412</c:v>
                </c:pt>
                <c:pt idx="237">
                  <c:v>0.21937351653169704</c:v>
                </c:pt>
                <c:pt idx="238">
                  <c:v>0.21775972054827808</c:v>
                </c:pt>
                <c:pt idx="239">
                  <c:v>0.21695394515579014</c:v>
                </c:pt>
                <c:pt idx="240">
                  <c:v>0.21699326629830343</c:v>
                </c:pt>
                <c:pt idx="241">
                  <c:v>0.21522035255362051</c:v>
                </c:pt>
                <c:pt idx="242">
                  <c:v>0.21546135126008847</c:v>
                </c:pt>
                <c:pt idx="243">
                  <c:v>0.21392824631494778</c:v>
                </c:pt>
                <c:pt idx="244">
                  <c:v>0.21312042216879662</c:v>
                </c:pt>
                <c:pt idx="245">
                  <c:v>0.21207388178587974</c:v>
                </c:pt>
                <c:pt idx="246">
                  <c:v>0.21219555215493371</c:v>
                </c:pt>
                <c:pt idx="247">
                  <c:v>0.21070251005773158</c:v>
                </c:pt>
                <c:pt idx="248">
                  <c:v>0.20908892855963743</c:v>
                </c:pt>
                <c:pt idx="249">
                  <c:v>0.20751659919323412</c:v>
                </c:pt>
                <c:pt idx="250">
                  <c:v>0.20751669784032239</c:v>
                </c:pt>
                <c:pt idx="251">
                  <c:v>0.20723483683079891</c:v>
                </c:pt>
                <c:pt idx="252">
                  <c:v>0.20590356590298237</c:v>
                </c:pt>
                <c:pt idx="253">
                  <c:v>0.20558113467917011</c:v>
                </c:pt>
                <c:pt idx="254">
                  <c:v>0.20541961617345059</c:v>
                </c:pt>
                <c:pt idx="255">
                  <c:v>0.20352347132878107</c:v>
                </c:pt>
                <c:pt idx="256">
                  <c:v>0.20283948282348466</c:v>
                </c:pt>
                <c:pt idx="257">
                  <c:v>0.20090300272636485</c:v>
                </c:pt>
                <c:pt idx="258">
                  <c:v>0.20017713803484674</c:v>
                </c:pt>
                <c:pt idx="259">
                  <c:v>0.20029886632267624</c:v>
                </c:pt>
                <c:pt idx="260">
                  <c:v>0.19872659606549214</c:v>
                </c:pt>
                <c:pt idx="261">
                  <c:v>0.20122646785741255</c:v>
                </c:pt>
                <c:pt idx="262">
                  <c:v>0.19808032848898877</c:v>
                </c:pt>
                <c:pt idx="263">
                  <c:v>0.19876570294903978</c:v>
                </c:pt>
                <c:pt idx="264">
                  <c:v>0.19618603822022423</c:v>
                </c:pt>
                <c:pt idx="265">
                  <c:v>0.19751594361458022</c:v>
                </c:pt>
                <c:pt idx="266">
                  <c:v>0.19662881206088315</c:v>
                </c:pt>
                <c:pt idx="267">
                  <c:v>0.19779840876747201</c:v>
                </c:pt>
                <c:pt idx="268">
                  <c:v>0.19598381244815261</c:v>
                </c:pt>
                <c:pt idx="269">
                  <c:v>0.19763786630707597</c:v>
                </c:pt>
                <c:pt idx="270">
                  <c:v>0.19570191269411452</c:v>
                </c:pt>
                <c:pt idx="271">
                  <c:v>0.19602309529873299</c:v>
                </c:pt>
                <c:pt idx="272">
                  <c:v>0.19570062464995722</c:v>
                </c:pt>
                <c:pt idx="273">
                  <c:v>0.19513672604193674</c:v>
                </c:pt>
                <c:pt idx="274">
                  <c:v>0.19481546572055936</c:v>
                </c:pt>
                <c:pt idx="275">
                  <c:v>0.19509631318645598</c:v>
                </c:pt>
                <c:pt idx="276">
                  <c:v>0.19340243087525927</c:v>
                </c:pt>
                <c:pt idx="277">
                  <c:v>0.19465291370469318</c:v>
                </c:pt>
                <c:pt idx="278">
                  <c:v>0.19195048615681626</c:v>
                </c:pt>
                <c:pt idx="279">
                  <c:v>0.19166881898551147</c:v>
                </c:pt>
                <c:pt idx="280">
                  <c:v>0.19215278834229782</c:v>
                </c:pt>
                <c:pt idx="281">
                  <c:v>0.18880559580467485</c:v>
                </c:pt>
                <c:pt idx="282">
                  <c:v>0.18767537855536678</c:v>
                </c:pt>
                <c:pt idx="283">
                  <c:v>0.18674873168249451</c:v>
                </c:pt>
                <c:pt idx="284">
                  <c:v>0.18670831871355956</c:v>
                </c:pt>
                <c:pt idx="285">
                  <c:v>0.18461170600888516</c:v>
                </c:pt>
                <c:pt idx="286">
                  <c:v>0.18481314934749257</c:v>
                </c:pt>
                <c:pt idx="287">
                  <c:v>0.18344212762688694</c:v>
                </c:pt>
                <c:pt idx="288">
                  <c:v>0.18287686382412296</c:v>
                </c:pt>
                <c:pt idx="289">
                  <c:v>0.18074092890104254</c:v>
                </c:pt>
                <c:pt idx="290">
                  <c:v>0.1808212880297351</c:v>
                </c:pt>
                <c:pt idx="291">
                  <c:v>0.17868365588914564</c:v>
                </c:pt>
                <c:pt idx="292">
                  <c:v>0.17779623338080947</c:v>
                </c:pt>
                <c:pt idx="293">
                  <c:v>0.17674789826728604</c:v>
                </c:pt>
                <c:pt idx="294">
                  <c:v>0.1755781844191116</c:v>
                </c:pt>
                <c:pt idx="295">
                  <c:v>0.17517570657557185</c:v>
                </c:pt>
                <c:pt idx="296">
                  <c:v>0.1737627700374095</c:v>
                </c:pt>
                <c:pt idx="297">
                  <c:v>0.17489259609745811</c:v>
                </c:pt>
                <c:pt idx="298">
                  <c:v>0.17328010840889879</c:v>
                </c:pt>
                <c:pt idx="299">
                  <c:v>0.172514843442128</c:v>
                </c:pt>
                <c:pt idx="300">
                  <c:v>0.17219110454704153</c:v>
                </c:pt>
                <c:pt idx="301">
                  <c:v>0.17275629250243138</c:v>
                </c:pt>
                <c:pt idx="302">
                  <c:v>0.17223216250083695</c:v>
                </c:pt>
                <c:pt idx="303">
                  <c:v>0.17267556220964447</c:v>
                </c:pt>
                <c:pt idx="304">
                  <c:v>0.17271593682978303</c:v>
                </c:pt>
                <c:pt idx="305">
                  <c:v>0.17332036622808791</c:v>
                </c:pt>
                <c:pt idx="306">
                  <c:v>0.1751764091963956</c:v>
                </c:pt>
                <c:pt idx="307">
                  <c:v>0.17299848145550173</c:v>
                </c:pt>
                <c:pt idx="308">
                  <c:v>0.17428904534373682</c:v>
                </c:pt>
                <c:pt idx="309">
                  <c:v>0.17400648075053898</c:v>
                </c:pt>
                <c:pt idx="310">
                  <c:v>0.17606348022503032</c:v>
                </c:pt>
                <c:pt idx="311">
                  <c:v>0.1753368734311346</c:v>
                </c:pt>
                <c:pt idx="312">
                  <c:v>0.17618403993362602</c:v>
                </c:pt>
                <c:pt idx="313">
                  <c:v>0.17678956110121452</c:v>
                </c:pt>
                <c:pt idx="314">
                  <c:v>0.17844136942229225</c:v>
                </c:pt>
                <c:pt idx="315">
                  <c:v>0.17876426960775324</c:v>
                </c:pt>
                <c:pt idx="316">
                  <c:v>0.18110326736991705</c:v>
                </c:pt>
                <c:pt idx="317">
                  <c:v>0.17981274211329079</c:v>
                </c:pt>
                <c:pt idx="318">
                  <c:v>0.18186984051809385</c:v>
                </c:pt>
                <c:pt idx="319">
                  <c:v>0.1842494265922287</c:v>
                </c:pt>
                <c:pt idx="320">
                  <c:v>0.18388585856510475</c:v>
                </c:pt>
                <c:pt idx="321">
                  <c:v>0.18602294521690727</c:v>
                </c:pt>
                <c:pt idx="322">
                  <c:v>0.18743496464905821</c:v>
                </c:pt>
                <c:pt idx="323">
                  <c:v>0.1875153038672728</c:v>
                </c:pt>
                <c:pt idx="324">
                  <c:v>0.19122600538048667</c:v>
                </c:pt>
                <c:pt idx="325">
                  <c:v>0.19082155678230672</c:v>
                </c:pt>
                <c:pt idx="326">
                  <c:v>0.19122536135820251</c:v>
                </c:pt>
                <c:pt idx="327">
                  <c:v>0.19453268641581437</c:v>
                </c:pt>
                <c:pt idx="328">
                  <c:v>0.19574137003819789</c:v>
                </c:pt>
                <c:pt idx="329">
                  <c:v>0.19606440585933077</c:v>
                </c:pt>
                <c:pt idx="330">
                  <c:v>0.19828280709463342</c:v>
                </c:pt>
                <c:pt idx="331">
                  <c:v>0.19945115484194106</c:v>
                </c:pt>
                <c:pt idx="332">
                  <c:v>0.20098472846495891</c:v>
                </c:pt>
                <c:pt idx="333">
                  <c:v>0.20291931575096822</c:v>
                </c:pt>
                <c:pt idx="334">
                  <c:v>0.20404955183390164</c:v>
                </c:pt>
                <c:pt idx="335">
                  <c:v>0.20348459963439072</c:v>
                </c:pt>
                <c:pt idx="336">
                  <c:v>0.20582328511422318</c:v>
                </c:pt>
                <c:pt idx="337">
                  <c:v>0.20550028843455631</c:v>
                </c:pt>
                <c:pt idx="338">
                  <c:v>0.20759760325074536</c:v>
                </c:pt>
                <c:pt idx="339">
                  <c:v>0.20796019421269407</c:v>
                </c:pt>
                <c:pt idx="340">
                  <c:v>0.20735443870548143</c:v>
                </c:pt>
                <c:pt idx="341">
                  <c:v>0.20799978877888459</c:v>
                </c:pt>
                <c:pt idx="342">
                  <c:v>0.20719424715902557</c:v>
                </c:pt>
                <c:pt idx="343">
                  <c:v>0.2055407018000317</c:v>
                </c:pt>
                <c:pt idx="344">
                  <c:v>0.20477569017655373</c:v>
                </c:pt>
                <c:pt idx="345">
                  <c:v>0.20316156341658045</c:v>
                </c:pt>
                <c:pt idx="346">
                  <c:v>0.20207289157776226</c:v>
                </c:pt>
                <c:pt idx="347">
                  <c:v>0.19900754053476577</c:v>
                </c:pt>
                <c:pt idx="348">
                  <c:v>0.19678968620423082</c:v>
                </c:pt>
                <c:pt idx="349">
                  <c:v>0.19453126313280023</c:v>
                </c:pt>
                <c:pt idx="350">
                  <c:v>0.19344344895123511</c:v>
                </c:pt>
                <c:pt idx="351">
                  <c:v>0.18949194472292871</c:v>
                </c:pt>
                <c:pt idx="352">
                  <c:v>0.18626449014824187</c:v>
                </c:pt>
                <c:pt idx="353">
                  <c:v>0.18146609267148964</c:v>
                </c:pt>
                <c:pt idx="354">
                  <c:v>0.17904693069515676</c:v>
                </c:pt>
                <c:pt idx="355">
                  <c:v>0.17541836364062088</c:v>
                </c:pt>
                <c:pt idx="356">
                  <c:v>0.17126426326895505</c:v>
                </c:pt>
                <c:pt idx="357">
                  <c:v>0.16646438385378509</c:v>
                </c:pt>
                <c:pt idx="358">
                  <c:v>0.16291607875424619</c:v>
                </c:pt>
                <c:pt idx="359">
                  <c:v>0.15847611262642733</c:v>
                </c:pt>
                <c:pt idx="360">
                  <c:v>0.15416504460224748</c:v>
                </c:pt>
                <c:pt idx="361">
                  <c:v>0.15041118742060589</c:v>
                </c:pt>
                <c:pt idx="362">
                  <c:v>0.14652835731295721</c:v>
                </c:pt>
                <c:pt idx="363">
                  <c:v>0.14246317709938436</c:v>
                </c:pt>
                <c:pt idx="364">
                  <c:v>0.13799117090340959</c:v>
                </c:pt>
                <c:pt idx="365">
                  <c:v>0.13531310600400251</c:v>
                </c:pt>
                <c:pt idx="366">
                  <c:v>0.132139948981702</c:v>
                </c:pt>
                <c:pt idx="367">
                  <c:v>0.12874849083028175</c:v>
                </c:pt>
                <c:pt idx="368">
                  <c:v>0.12460212822540317</c:v>
                </c:pt>
                <c:pt idx="369">
                  <c:v>0.12191650625895664</c:v>
                </c:pt>
                <c:pt idx="370">
                  <c:v>0.1187033016631496</c:v>
                </c:pt>
                <c:pt idx="371">
                  <c:v>0.11554563513361069</c:v>
                </c:pt>
                <c:pt idx="372">
                  <c:v>0.11414649031829044</c:v>
                </c:pt>
                <c:pt idx="373">
                  <c:v>0.1114247651617801</c:v>
                </c:pt>
                <c:pt idx="374">
                  <c:v>0.10925080437701531</c:v>
                </c:pt>
                <c:pt idx="375">
                  <c:v>0.10667061339343049</c:v>
                </c:pt>
                <c:pt idx="376">
                  <c:v>0.10623787888936287</c:v>
                </c:pt>
                <c:pt idx="377">
                  <c:v>0.10449681880709637</c:v>
                </c:pt>
                <c:pt idx="378">
                  <c:v>0.10266203225491223</c:v>
                </c:pt>
                <c:pt idx="379">
                  <c:v>0.10160567376656272</c:v>
                </c:pt>
                <c:pt idx="380">
                  <c:v>9.9023985238547982E-2</c:v>
                </c:pt>
                <c:pt idx="381">
                  <c:v>9.9922759434532382E-2</c:v>
                </c:pt>
                <c:pt idx="382">
                  <c:v>9.7415714071244525E-2</c:v>
                </c:pt>
                <c:pt idx="383">
                  <c:v>9.6710180805229334E-2</c:v>
                </c:pt>
                <c:pt idx="384">
                  <c:v>9.6738691896599727E-2</c:v>
                </c:pt>
                <c:pt idx="385">
                  <c:v>9.5693178000946524E-2</c:v>
                </c:pt>
                <c:pt idx="386">
                  <c:v>9.4745726772650904E-2</c:v>
                </c:pt>
                <c:pt idx="387">
                  <c:v>9.3922641340436208E-2</c:v>
                </c:pt>
                <c:pt idx="388">
                  <c:v>9.4813395121576424E-2</c:v>
                </c:pt>
                <c:pt idx="389">
                  <c:v>9.3386086010654235E-2</c:v>
                </c:pt>
                <c:pt idx="390">
                  <c:v>9.3753618685955914E-2</c:v>
                </c:pt>
                <c:pt idx="391">
                  <c:v>9.308030261307243E-2</c:v>
                </c:pt>
                <c:pt idx="392">
                  <c:v>9.3205181072362045E-2</c:v>
                </c:pt>
                <c:pt idx="393">
                  <c:v>9.2939073004598305E-2</c:v>
                </c:pt>
                <c:pt idx="394">
                  <c:v>9.2559736815528287E-2</c:v>
                </c:pt>
                <c:pt idx="395">
                  <c:v>9.2987364847264775E-2</c:v>
                </c:pt>
                <c:pt idx="396">
                  <c:v>9.3418891660682249E-2</c:v>
                </c:pt>
                <c:pt idx="397">
                  <c:v>9.2688787197158548E-2</c:v>
                </c:pt>
                <c:pt idx="398">
                  <c:v>9.4092861676572964E-2</c:v>
                </c:pt>
                <c:pt idx="399">
                  <c:v>9.3418694211217818E-2</c:v>
                </c:pt>
                <c:pt idx="400">
                  <c:v>9.56567193789708E-2</c:v>
                </c:pt>
                <c:pt idx="401">
                  <c:v>9.5076736242784232E-2</c:v>
                </c:pt>
                <c:pt idx="402">
                  <c:v>9.5830551979664669E-2</c:v>
                </c:pt>
                <c:pt idx="403">
                  <c:v>9.5749716848780739E-2</c:v>
                </c:pt>
                <c:pt idx="404">
                  <c:v>9.7709859609897004E-2</c:v>
                </c:pt>
                <c:pt idx="405">
                  <c:v>9.9516276651203522E-2</c:v>
                </c:pt>
                <c:pt idx="406">
                  <c:v>0.10175433014209768</c:v>
                </c:pt>
                <c:pt idx="407">
                  <c:v>0.10159314903784611</c:v>
                </c:pt>
                <c:pt idx="408">
                  <c:v>0.10432303843335272</c:v>
                </c:pt>
                <c:pt idx="409">
                  <c:v>0.10584342387105573</c:v>
                </c:pt>
                <c:pt idx="410">
                  <c:v>0.10781147702045846</c:v>
                </c:pt>
                <c:pt idx="411">
                  <c:v>0.10957791434014419</c:v>
                </c:pt>
                <c:pt idx="412">
                  <c:v>0.11168965103507106</c:v>
                </c:pt>
                <c:pt idx="413">
                  <c:v>0.11567069494349994</c:v>
                </c:pt>
                <c:pt idx="414">
                  <c:v>0.11715536785574465</c:v>
                </c:pt>
                <c:pt idx="415">
                  <c:v>0.12117916880727325</c:v>
                </c:pt>
                <c:pt idx="416">
                  <c:v>0.12385286571424513</c:v>
                </c:pt>
                <c:pt idx="417">
                  <c:v>0.12808355552631656</c:v>
                </c:pt>
                <c:pt idx="418">
                  <c:v>0.13168872109377222</c:v>
                </c:pt>
                <c:pt idx="419">
                  <c:v>0.13503142921729955</c:v>
                </c:pt>
                <c:pt idx="420">
                  <c:v>0.13951984208579385</c:v>
                </c:pt>
                <c:pt idx="421">
                  <c:v>0.14220534306169078</c:v>
                </c:pt>
                <c:pt idx="422">
                  <c:v>0.14708861108917037</c:v>
                </c:pt>
                <c:pt idx="423">
                  <c:v>0.15058010879442743</c:v>
                </c:pt>
                <c:pt idx="424">
                  <c:v>0.15467047107062371</c:v>
                </c:pt>
                <c:pt idx="425">
                  <c:v>0.15897310656926184</c:v>
                </c:pt>
                <c:pt idx="426">
                  <c:v>0.16315912638455807</c:v>
                </c:pt>
                <c:pt idx="427">
                  <c:v>0.16670651415131515</c:v>
                </c:pt>
                <c:pt idx="428">
                  <c:v>0.17102191859969126</c:v>
                </c:pt>
                <c:pt idx="429">
                  <c:v>0.17255486748855153</c:v>
                </c:pt>
                <c:pt idx="430">
                  <c:v>0.17626470998443644</c:v>
                </c:pt>
                <c:pt idx="431">
                  <c:v>0.18041810756523441</c:v>
                </c:pt>
                <c:pt idx="432">
                  <c:v>0.1832406844015963</c:v>
                </c:pt>
                <c:pt idx="433">
                  <c:v>0.18388646423872992</c:v>
                </c:pt>
                <c:pt idx="434">
                  <c:v>0.18610398597936723</c:v>
                </c:pt>
                <c:pt idx="435">
                  <c:v>0.18876531790455289</c:v>
                </c:pt>
                <c:pt idx="436">
                  <c:v>0.18840364359534859</c:v>
                </c:pt>
                <c:pt idx="437">
                  <c:v>0.18973241632151591</c:v>
                </c:pt>
                <c:pt idx="438">
                  <c:v>0.19082266885956842</c:v>
                </c:pt>
                <c:pt idx="439">
                  <c:v>0.18961283492430667</c:v>
                </c:pt>
                <c:pt idx="440">
                  <c:v>0.18941064886069608</c:v>
                </c:pt>
                <c:pt idx="441">
                  <c:v>0.18872541184952338</c:v>
                </c:pt>
                <c:pt idx="442">
                  <c:v>0.1858623629350073</c:v>
                </c:pt>
                <c:pt idx="443">
                  <c:v>0.18432919922142013</c:v>
                </c:pt>
                <c:pt idx="444">
                  <c:v>0.1826760840221488</c:v>
                </c:pt>
                <c:pt idx="445">
                  <c:v>0.18029647701713622</c:v>
                </c:pt>
                <c:pt idx="446">
                  <c:v>0.17569936648276002</c:v>
                </c:pt>
                <c:pt idx="447">
                  <c:v>0.1741676478321873</c:v>
                </c:pt>
                <c:pt idx="448">
                  <c:v>0.16896513332730129</c:v>
                </c:pt>
                <c:pt idx="449">
                  <c:v>0.16505390626207772</c:v>
                </c:pt>
                <c:pt idx="450">
                  <c:v>0.1605742630764756</c:v>
                </c:pt>
                <c:pt idx="451">
                  <c:v>0.15694390418010634</c:v>
                </c:pt>
                <c:pt idx="452">
                  <c:v>0.15168977152792168</c:v>
                </c:pt>
                <c:pt idx="453">
                  <c:v>0.14722934514186165</c:v>
                </c:pt>
                <c:pt idx="454">
                  <c:v>0.14301650670008065</c:v>
                </c:pt>
                <c:pt idx="455">
                  <c:v>0.13871626359579697</c:v>
                </c:pt>
                <c:pt idx="456">
                  <c:v>0.13272075509551029</c:v>
                </c:pt>
                <c:pt idx="457">
                  <c:v>0.12878800225902856</c:v>
                </c:pt>
                <c:pt idx="458">
                  <c:v>0.12568067495838464</c:v>
                </c:pt>
                <c:pt idx="459">
                  <c:v>0.12135250824178737</c:v>
                </c:pt>
                <c:pt idx="460">
                  <c:v>0.11710234211863124</c:v>
                </c:pt>
                <c:pt idx="461">
                  <c:v>0.11390897091405576</c:v>
                </c:pt>
                <c:pt idx="462">
                  <c:v>0.111093591133105</c:v>
                </c:pt>
                <c:pt idx="463">
                  <c:v>0.10836377968427852</c:v>
                </c:pt>
                <c:pt idx="464">
                  <c:v>0.1043024735944653</c:v>
                </c:pt>
                <c:pt idx="465">
                  <c:v>0.100818619874668</c:v>
                </c:pt>
                <c:pt idx="466">
                  <c:v>9.9834805802663781E-2</c:v>
                </c:pt>
                <c:pt idx="467">
                  <c:v>9.7500524735127103E-2</c:v>
                </c:pt>
                <c:pt idx="468">
                  <c:v>9.6536117210842542E-2</c:v>
                </c:pt>
                <c:pt idx="469">
                  <c:v>9.4624969448149771E-2</c:v>
                </c:pt>
                <c:pt idx="470">
                  <c:v>9.38910792377044E-2</c:v>
                </c:pt>
                <c:pt idx="471">
                  <c:v>9.3169026689341766E-2</c:v>
                </c:pt>
                <c:pt idx="472">
                  <c:v>9.4068925282765198E-2</c:v>
                </c:pt>
                <c:pt idx="473">
                  <c:v>9.3689527959926744E-2</c:v>
                </c:pt>
                <c:pt idx="474">
                  <c:v>9.5092013515958695E-2</c:v>
                </c:pt>
                <c:pt idx="475">
                  <c:v>9.6656997032187442E-2</c:v>
                </c:pt>
                <c:pt idx="476">
                  <c:v>9.6890646846462619E-2</c:v>
                </c:pt>
                <c:pt idx="477">
                  <c:v>9.9136657678205869E-2</c:v>
                </c:pt>
                <c:pt idx="478">
                  <c:v>0.10118598739071161</c:v>
                </c:pt>
                <c:pt idx="479">
                  <c:v>0.10328656873453718</c:v>
                </c:pt>
                <c:pt idx="480">
                  <c:v>0.10633863216083141</c:v>
                </c:pt>
                <c:pt idx="481">
                  <c:v>0.10797726595928439</c:v>
                </c:pt>
                <c:pt idx="482">
                  <c:v>0.11246075190477539</c:v>
                </c:pt>
                <c:pt idx="483">
                  <c:v>0.11677593202036932</c:v>
                </c:pt>
                <c:pt idx="484">
                  <c:v>0.1211418915736639</c:v>
                </c:pt>
                <c:pt idx="485">
                  <c:v>0.12661066729350196</c:v>
                </c:pt>
                <c:pt idx="486">
                  <c:v>0.13127305524607355</c:v>
                </c:pt>
                <c:pt idx="487">
                  <c:v>0.13701089521627649</c:v>
                </c:pt>
                <c:pt idx="488">
                  <c:v>0.14170831731241967</c:v>
                </c:pt>
                <c:pt idx="489">
                  <c:v>0.14768493430720719</c:v>
                </c:pt>
                <c:pt idx="490">
                  <c:v>0.15438444691010492</c:v>
                </c:pt>
                <c:pt idx="491">
                  <c:v>0.16187952925723095</c:v>
                </c:pt>
                <c:pt idx="492">
                  <c:v>0.1682404584293927</c:v>
                </c:pt>
                <c:pt idx="493">
                  <c:v>0.1775548061007805</c:v>
                </c:pt>
                <c:pt idx="494">
                  <c:v>0.18295788507291966</c:v>
                </c:pt>
                <c:pt idx="495">
                  <c:v>0.19312053100790444</c:v>
                </c:pt>
                <c:pt idx="496">
                  <c:v>0.20178991809471097</c:v>
                </c:pt>
                <c:pt idx="497">
                  <c:v>0.21102527222814171</c:v>
                </c:pt>
                <c:pt idx="498">
                  <c:v>0.22074233264845522</c:v>
                </c:pt>
                <c:pt idx="499">
                  <c:v>0.23070370888976158</c:v>
                </c:pt>
                <c:pt idx="500">
                  <c:v>0.2395740709765633</c:v>
                </c:pt>
                <c:pt idx="501">
                  <c:v>0.24985875623590911</c:v>
                </c:pt>
                <c:pt idx="502">
                  <c:v>0.26014152973651677</c:v>
                </c:pt>
                <c:pt idx="503">
                  <c:v>0.27046508889972559</c:v>
                </c:pt>
                <c:pt idx="504">
                  <c:v>0.28127372672106221</c:v>
                </c:pt>
                <c:pt idx="505">
                  <c:v>0.29236387441066347</c:v>
                </c:pt>
                <c:pt idx="506">
                  <c:v>0.30264497122851108</c:v>
                </c:pt>
                <c:pt idx="507">
                  <c:v>0.31369427573300229</c:v>
                </c:pt>
                <c:pt idx="508">
                  <c:v>0.32518801657272906</c:v>
                </c:pt>
                <c:pt idx="509">
                  <c:v>0.33603568288150182</c:v>
                </c:pt>
                <c:pt idx="510">
                  <c:v>0</c:v>
                </c:pt>
                <c:pt idx="511">
                  <c:v>0</c:v>
                </c:pt>
              </c:numCache>
            </c:numRef>
          </c:yVal>
          <c:smooth val="1"/>
          <c:extLst>
            <c:ext xmlns:c16="http://schemas.microsoft.com/office/drawing/2014/chart" uri="{C3380CC4-5D6E-409C-BE32-E72D297353CC}">
              <c16:uniqueId val="{00000000-693A-4FEE-9B81-6D5C5FD0A1C8}"/>
            </c:ext>
          </c:extLst>
        </c:ser>
        <c:ser>
          <c:idx val="3"/>
          <c:order val="1"/>
          <c:tx>
            <c:strRef>
              <c:f>'calib_(2)'!$C$7</c:f>
              <c:strCache>
                <c:ptCount val="1"/>
                <c:pt idx="0">
                  <c:v>primary</c:v>
                </c:pt>
              </c:strCache>
            </c:strRef>
          </c:tx>
          <c:spPr>
            <a:ln w="19050">
              <a:solidFill>
                <a:srgbClr val="FFC000"/>
              </a:solidFill>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'calib_(2)'!$C$8:$C$519</c:f>
              <c:numCache>
                <c:formatCode>General</c:formatCode>
                <c:ptCount val="512"/>
                <c:pt idx="0">
                  <c:v>3.3704245239124515E-3</c:v>
                </c:pt>
                <c:pt idx="1">
                  <c:v>1.1700571570608512E-2</c:v>
                </c:pt>
                <c:pt idx="2">
                  <c:v>8.9994764101472887E-3</c:v>
                </c:pt>
                <c:pt idx="3">
                  <c:v>3.2026759803947934E-3</c:v>
                </c:pt>
                <c:pt idx="4">
                  <c:v>2.2711373897304388E-3</c:v>
                </c:pt>
                <c:pt idx="5">
                  <c:v>2.0739444301201867E-3</c:v>
                </c:pt>
                <c:pt idx="6">
                  <c:v>1.9053817237024704E-3</c:v>
                </c:pt>
                <c:pt idx="7">
                  <c:v>1.7376251635375468E-3</c:v>
                </c:pt>
                <c:pt idx="8">
                  <c:v>1.5868754611709144E-3</c:v>
                </c:pt>
                <c:pt idx="9">
                  <c:v>1.426484956360661E-3</c:v>
                </c:pt>
                <c:pt idx="10">
                  <c:v>1.3035333111833579E-3</c:v>
                </c:pt>
                <c:pt idx="11">
                  <c:v>1.1477140016309829E-3</c:v>
                </c:pt>
                <c:pt idx="12">
                  <c:v>1.0219816813598452E-3</c:v>
                </c:pt>
                <c:pt idx="13">
                  <c:v>9.0516142905930808E-4</c:v>
                </c:pt>
                <c:pt idx="14">
                  <c:v>8.0110917387786148E-4</c:v>
                </c:pt>
                <c:pt idx="15">
                  <c:v>7.0825281995142201E-4</c:v>
                </c:pt>
                <c:pt idx="16">
                  <c:v>6.3544576766587423E-4</c:v>
                </c:pt>
                <c:pt idx="17">
                  <c:v>5.7676775992563604E-4</c:v>
                </c:pt>
                <c:pt idx="18">
                  <c:v>8.3862375895042587E-4</c:v>
                </c:pt>
                <c:pt idx="19">
                  <c:v>2.6074753977760345E-3</c:v>
                </c:pt>
                <c:pt idx="20">
                  <c:v>1.1304521691252439E-2</c:v>
                </c:pt>
                <c:pt idx="21">
                  <c:v>4.3144706646430664E-2</c:v>
                </c:pt>
                <c:pt idx="22">
                  <c:v>0.13399074544153017</c:v>
                </c:pt>
                <c:pt idx="23">
                  <c:v>0.3313979455726298</c:v>
                </c:pt>
                <c:pt idx="24">
                  <c:v>0.6510606840538079</c:v>
                </c:pt>
                <c:pt idx="25">
                  <c:v>1.0173006243874858</c:v>
                </c:pt>
                <c:pt idx="26">
                  <c:v>1.2713536420366851</c:v>
                </c:pt>
                <c:pt idx="27">
                  <c:v>1.2901861032924997</c:v>
                </c:pt>
                <c:pt idx="28">
                  <c:v>1.0897662110757729</c:v>
                </c:pt>
                <c:pt idx="29">
                  <c:v>0.80385515667231777</c:v>
                </c:pt>
                <c:pt idx="30">
                  <c:v>0.55460157040724523</c:v>
                </c:pt>
                <c:pt idx="31">
                  <c:v>0.37309481029077052</c:v>
                </c:pt>
                <c:pt idx="32">
                  <c:v>0.2417134596691434</c:v>
                </c:pt>
                <c:pt idx="33">
                  <c:v>0.14201950469190761</c:v>
                </c:pt>
                <c:pt idx="34">
                  <c:v>7.2163194127527072E-2</c:v>
                </c:pt>
                <c:pt idx="35">
                  <c:v>3.1183954105859484E-2</c:v>
                </c:pt>
                <c:pt idx="36">
                  <c:v>1.1520328761889629E-2</c:v>
                </c:pt>
                <c:pt idx="37">
                  <c:v>4.0983314452916033E-3</c:v>
                </c:pt>
                <c:pt idx="38">
                  <c:v>2.0755716923775312E-3</c:v>
                </c:pt>
                <c:pt idx="39">
                  <c:v>1.8255501700379297E-3</c:v>
                </c:pt>
                <c:pt idx="40">
                  <c:v>2.1421254862609945E-3</c:v>
                </c:pt>
                <c:pt idx="41">
                  <c:v>2.5691953860025388E-3</c:v>
                </c:pt>
                <c:pt idx="42">
                  <c:v>3.0651732546562809E-3</c:v>
                </c:pt>
                <c:pt idx="43">
                  <c:v>3.5583569098213749E-3</c:v>
                </c:pt>
                <c:pt idx="44">
                  <c:v>3.9942716210346115E-3</c:v>
                </c:pt>
                <c:pt idx="45">
                  <c:v>4.5322457426802097E-3</c:v>
                </c:pt>
                <c:pt idx="46">
                  <c:v>5.0322757282046035E-3</c:v>
                </c:pt>
                <c:pt idx="47">
                  <c:v>5.58071995631976E-3</c:v>
                </c:pt>
                <c:pt idx="48">
                  <c:v>6.1537250251708546E-3</c:v>
                </c:pt>
                <c:pt idx="49">
                  <c:v>6.7013927514770104E-3</c:v>
                </c:pt>
                <c:pt idx="50">
                  <c:v>7.3151022675437957E-3</c:v>
                </c:pt>
                <c:pt idx="51">
                  <c:v>7.8781081017891327E-3</c:v>
                </c:pt>
                <c:pt idx="52">
                  <c:v>8.4571797027648901E-3</c:v>
                </c:pt>
                <c:pt idx="53">
                  <c:v>8.9584325860734594E-3</c:v>
                </c:pt>
                <c:pt idx="54">
                  <c:v>9.3713507222751256E-3</c:v>
                </c:pt>
                <c:pt idx="55">
                  <c:v>9.5689720141518067E-3</c:v>
                </c:pt>
                <c:pt idx="56">
                  <c:v>9.503985216829984E-3</c:v>
                </c:pt>
                <c:pt idx="57">
                  <c:v>9.1543866554182549E-3</c:v>
                </c:pt>
                <c:pt idx="58">
                  <c:v>8.4627186228818964E-3</c:v>
                </c:pt>
                <c:pt idx="59">
                  <c:v>7.4647142384109896E-3</c:v>
                </c:pt>
                <c:pt idx="60">
                  <c:v>6.2638451449671204E-3</c:v>
                </c:pt>
                <c:pt idx="61">
                  <c:v>5.0290877133263232E-3</c:v>
                </c:pt>
                <c:pt idx="62">
                  <c:v>3.7688421042080204E-3</c:v>
                </c:pt>
                <c:pt idx="63">
                  <c:v>2.7510553849875675E-3</c:v>
                </c:pt>
                <c:pt idx="64">
                  <c:v>1.88643218168446E-3</c:v>
                </c:pt>
                <c:pt idx="65">
                  <c:v>1.2826111169168834E-3</c:v>
                </c:pt>
                <c:pt idx="66">
                  <c:v>8.554326161037025E-4</c:v>
                </c:pt>
                <c:pt idx="67">
                  <c:v>6.0465005179854135E-4</c:v>
                </c:pt>
                <c:pt idx="68">
                  <c:v>4.6044144353130074E-4</c:v>
                </c:pt>
                <c:pt idx="69">
                  <c:v>3.7692772352432177E-4</c:v>
                </c:pt>
                <c:pt idx="70">
                  <c:v>3.259953158782954E-4</c:v>
                </c:pt>
                <c:pt idx="71">
                  <c:v>3.0453432743416579E-4</c:v>
                </c:pt>
                <c:pt idx="72">
                  <c:v>2.8615823091987437E-4</c:v>
                </c:pt>
                <c:pt idx="73">
                  <c:v>2.6993947696039888E-4</c:v>
                </c:pt>
                <c:pt idx="74">
                  <c:v>2.6901659443823449E-4</c:v>
                </c:pt>
                <c:pt idx="75">
                  <c:v>2.6590314294639859E-4</c:v>
                </c:pt>
                <c:pt idx="76">
                  <c:v>2.56397031613465E-4</c:v>
                </c:pt>
                <c:pt idx="77">
                  <c:v>2.6410308848706274E-4</c:v>
                </c:pt>
                <c:pt idx="78">
                  <c:v>2.6034588175306291E-4</c:v>
                </c:pt>
                <c:pt idx="79">
                  <c:v>2.696118967315948E-4</c:v>
                </c:pt>
                <c:pt idx="80">
                  <c:v>2.8728128409085145E-4</c:v>
                </c:pt>
                <c:pt idx="81">
                  <c:v>2.9288195855456183E-4</c:v>
                </c:pt>
                <c:pt idx="82">
                  <c:v>3.1182991596082082E-4</c:v>
                </c:pt>
                <c:pt idx="83">
                  <c:v>3.3059070118150334E-4</c:v>
                </c:pt>
                <c:pt idx="84">
                  <c:v>3.4413284104772049E-4</c:v>
                </c:pt>
                <c:pt idx="85">
                  <c:v>3.5809306074434166E-4</c:v>
                </c:pt>
                <c:pt idx="86">
                  <c:v>3.7225933738056218E-4</c:v>
                </c:pt>
                <c:pt idx="87">
                  <c:v>4.0535702397449986E-4</c:v>
                </c:pt>
                <c:pt idx="88">
                  <c:v>4.1442849981489498E-4</c:v>
                </c:pt>
                <c:pt idx="89">
                  <c:v>4.5934600330691216E-4</c:v>
                </c:pt>
                <c:pt idx="90">
                  <c:v>4.7491861720126249E-4</c:v>
                </c:pt>
                <c:pt idx="91">
                  <c:v>5.0980769648115382E-4</c:v>
                </c:pt>
                <c:pt idx="92">
                  <c:v>5.1685855874819791E-4</c:v>
                </c:pt>
                <c:pt idx="93">
                  <c:v>5.4388724605619143E-4</c:v>
                </c:pt>
                <c:pt idx="94">
                  <c:v>5.4476112736402292E-4</c:v>
                </c:pt>
                <c:pt idx="95">
                  <c:v>5.6784349824391136E-4</c:v>
                </c:pt>
                <c:pt idx="96">
                  <c:v>5.6040942574827528E-4</c:v>
                </c:pt>
                <c:pt idx="97">
                  <c:v>5.5581482922633068E-4</c:v>
                </c:pt>
                <c:pt idx="98">
                  <c:v>5.4900221995985115E-4</c:v>
                </c:pt>
                <c:pt idx="99">
                  <c:v>5.4980274328021651E-4</c:v>
                </c:pt>
                <c:pt idx="100">
                  <c:v>5.2294733326759945E-4</c:v>
                </c:pt>
                <c:pt idx="101">
                  <c:v>5.1500404730699416E-4</c:v>
                </c:pt>
                <c:pt idx="102">
                  <c:v>5.0435242851036186E-4</c:v>
                </c:pt>
                <c:pt idx="103">
                  <c:v>4.9076597829388394E-4</c:v>
                </c:pt>
                <c:pt idx="104">
                  <c:v>4.733525760723282E-4</c:v>
                </c:pt>
                <c:pt idx="105">
                  <c:v>4.711303922181804E-4</c:v>
                </c:pt>
                <c:pt idx="106">
                  <c:v>4.6660735630886269E-4</c:v>
                </c:pt>
                <c:pt idx="107">
                  <c:v>4.7273135387438379E-4</c:v>
                </c:pt>
                <c:pt idx="108">
                  <c:v>4.9085936995160045E-4</c:v>
                </c:pt>
                <c:pt idx="109">
                  <c:v>5.1815430590903318E-4</c:v>
                </c:pt>
                <c:pt idx="110">
                  <c:v>5.8006370452039007E-4</c:v>
                </c:pt>
                <c:pt idx="111">
                  <c:v>6.6582978200012129E-4</c:v>
                </c:pt>
                <c:pt idx="112">
                  <c:v>7.8362509560198621E-4</c:v>
                </c:pt>
                <c:pt idx="113">
                  <c:v>9.5899542215284797E-4</c:v>
                </c:pt>
                <c:pt idx="114">
                  <c:v>1.2263496772840369E-3</c:v>
                </c:pt>
                <c:pt idx="115">
                  <c:v>1.5490836873109763E-3</c:v>
                </c:pt>
                <c:pt idx="116">
                  <c:v>1.9707318628448319E-3</c:v>
                </c:pt>
                <c:pt idx="117">
                  <c:v>2.5054260944603257E-3</c:v>
                </c:pt>
                <c:pt idx="118">
                  <c:v>3.1490781836680673E-3</c:v>
                </c:pt>
                <c:pt idx="119">
                  <c:v>3.9115884603156291E-3</c:v>
                </c:pt>
                <c:pt idx="120">
                  <c:v>4.7769949574084578E-3</c:v>
                </c:pt>
                <c:pt idx="121">
                  <c:v>5.7871618299169441E-3</c:v>
                </c:pt>
                <c:pt idx="122">
                  <c:v>6.780773348979207E-3</c:v>
                </c:pt>
                <c:pt idx="123">
                  <c:v>7.8284867089158834E-3</c:v>
                </c:pt>
                <c:pt idx="124">
                  <c:v>8.7991254647099768E-3</c:v>
                </c:pt>
                <c:pt idx="125">
                  <c:v>9.7890689202726772E-3</c:v>
                </c:pt>
                <c:pt idx="126">
                  <c:v>1.0533128232845454E-2</c:v>
                </c:pt>
                <c:pt idx="127">
                  <c:v>1.1179964976475658E-2</c:v>
                </c:pt>
                <c:pt idx="128">
                  <c:v>1.1594152321197338E-2</c:v>
                </c:pt>
                <c:pt idx="129">
                  <c:v>1.1931196105584282E-2</c:v>
                </c:pt>
                <c:pt idx="130">
                  <c:v>1.1926027046839321E-2</c:v>
                </c:pt>
                <c:pt idx="131">
                  <c:v>1.1849717005189098E-2</c:v>
                </c:pt>
                <c:pt idx="132">
                  <c:v>1.1659060852252982E-2</c:v>
                </c:pt>
                <c:pt idx="133">
                  <c:v>1.1373947397048346E-2</c:v>
                </c:pt>
                <c:pt idx="134">
                  <c:v>1.1145650849665673E-2</c:v>
                </c:pt>
                <c:pt idx="135">
                  <c:v>1.1248523853992422E-2</c:v>
                </c:pt>
                <c:pt idx="136">
                  <c:v>1.1623538773048137E-2</c:v>
                </c:pt>
                <c:pt idx="137">
                  <c:v>1.2755901315694387E-2</c:v>
                </c:pt>
                <c:pt idx="138">
                  <c:v>1.4598790102386412E-2</c:v>
                </c:pt>
                <c:pt idx="139">
                  <c:v>1.7614300081372981E-2</c:v>
                </c:pt>
                <c:pt idx="140">
                  <c:v>2.2320362500493306E-2</c:v>
                </c:pt>
                <c:pt idx="141">
                  <c:v>2.8994315272297535E-2</c:v>
                </c:pt>
                <c:pt idx="142">
                  <c:v>3.8079694284774319E-2</c:v>
                </c:pt>
                <c:pt idx="143">
                  <c:v>5.0451616482170919E-2</c:v>
                </c:pt>
                <c:pt idx="144">
                  <c:v>6.636014134776777E-2</c:v>
                </c:pt>
                <c:pt idx="145">
                  <c:v>8.6240844650166432E-2</c:v>
                </c:pt>
                <c:pt idx="146">
                  <c:v>0.11047673339605572</c:v>
                </c:pt>
                <c:pt idx="147">
                  <c:v>0.13951928953081535</c:v>
                </c:pt>
                <c:pt idx="148">
                  <c:v>0.17263495313656521</c:v>
                </c:pt>
                <c:pt idx="149">
                  <c:v>0.20985585160176567</c:v>
                </c:pt>
                <c:pt idx="150">
                  <c:v>0.24989959987442356</c:v>
                </c:pt>
                <c:pt idx="151">
                  <c:v>0.29167707751795402</c:v>
                </c:pt>
                <c:pt idx="152">
                  <c:v>0.33409963192411574</c:v>
                </c:pt>
                <c:pt idx="153">
                  <c:v>0.37446587013299065</c:v>
                </c:pt>
                <c:pt idx="154">
                  <c:v>0.41128329564879468</c:v>
                </c:pt>
                <c:pt idx="155">
                  <c:v>0.44197130695313053</c:v>
                </c:pt>
                <c:pt idx="156">
                  <c:v>0.46511856715373884</c:v>
                </c:pt>
                <c:pt idx="157">
                  <c:v>0.47995842634935582</c:v>
                </c:pt>
                <c:pt idx="158">
                  <c:v>0.4837893541879128</c:v>
                </c:pt>
                <c:pt idx="159">
                  <c:v>0.47842621882651915</c:v>
                </c:pt>
                <c:pt idx="160">
                  <c:v>0.46282004158249768</c:v>
                </c:pt>
                <c:pt idx="161">
                  <c:v>0.43826173714470679</c:v>
                </c:pt>
                <c:pt idx="162">
                  <c:v>0.40688763015209312</c:v>
                </c:pt>
                <c:pt idx="163">
                  <c:v>0.36946524847060236</c:v>
                </c:pt>
                <c:pt idx="164">
                  <c:v>0.32784934764810725</c:v>
                </c:pt>
                <c:pt idx="165">
                  <c:v>0.2856280028075131</c:v>
                </c:pt>
                <c:pt idx="166">
                  <c:v>0.24348766111748443</c:v>
                </c:pt>
                <c:pt idx="167">
                  <c:v>0.20300041590573373</c:v>
                </c:pt>
                <c:pt idx="168">
                  <c:v>0.16541675039796072</c:v>
                </c:pt>
                <c:pt idx="169">
                  <c:v>0.13247059202297551</c:v>
                </c:pt>
                <c:pt idx="170">
                  <c:v>0.10373037942568333</c:v>
                </c:pt>
                <c:pt idx="171">
                  <c:v>7.951859253014304E-2</c:v>
                </c:pt>
                <c:pt idx="172">
                  <c:v>5.9625878241378591E-2</c:v>
                </c:pt>
                <c:pt idx="173">
                  <c:v>4.3822183120258228E-2</c:v>
                </c:pt>
                <c:pt idx="174">
                  <c:v>3.1506625392730782E-2</c:v>
                </c:pt>
                <c:pt idx="175">
                  <c:v>2.223572988549561E-2</c:v>
                </c:pt>
                <c:pt idx="176">
                  <c:v>1.5329849153639679E-2</c:v>
                </c:pt>
                <c:pt idx="177">
                  <c:v>1.0457708003087788E-2</c:v>
                </c:pt>
                <c:pt idx="178">
                  <c:v>6.9364657222994756E-3</c:v>
                </c:pt>
                <c:pt idx="179">
                  <c:v>4.5160820168711549E-3</c:v>
                </c:pt>
                <c:pt idx="180">
                  <c:v>2.9151647770522993E-3</c:v>
                </c:pt>
                <c:pt idx="181">
                  <c:v>1.903374700579866E-3</c:v>
                </c:pt>
                <c:pt idx="182">
                  <c:v>1.2121566657042691E-3</c:v>
                </c:pt>
                <c:pt idx="183">
                  <c:v>7.8514368420536562E-4</c:v>
                </c:pt>
                <c:pt idx="184">
                  <c:v>5.2773551294793563E-4</c:v>
                </c:pt>
                <c:pt idx="185">
                  <c:v>3.7644438473867557E-4</c:v>
                </c:pt>
                <c:pt idx="186">
                  <c:v>2.894590242493941E-4</c:v>
                </c:pt>
                <c:pt idx="187">
                  <c:v>2.4146884858884269E-4</c:v>
                </c:pt>
                <c:pt idx="188">
                  <c:v>2.0498203013532374E-4</c:v>
                </c:pt>
                <c:pt idx="189">
                  <c:v>1.9630175780843643E-4</c:v>
                </c:pt>
                <c:pt idx="190">
                  <c:v>1.8380120401214627E-4</c:v>
                </c:pt>
                <c:pt idx="191">
                  <c:v>1.7106934149375822E-4</c:v>
                </c:pt>
                <c:pt idx="192">
                  <c:v>1.5912474494102972E-4</c:v>
                </c:pt>
                <c:pt idx="193">
                  <c:v>1.5608012987698567E-4</c:v>
                </c:pt>
                <c:pt idx="194">
                  <c:v>1.4201809417932755E-4</c:v>
                </c:pt>
                <c:pt idx="195">
                  <c:v>1.3790822410771135E-4</c:v>
                </c:pt>
                <c:pt idx="196">
                  <c:v>1.2951831152661377E-4</c:v>
                </c:pt>
                <c:pt idx="197">
                  <c:v>1.2696675444144297E-4</c:v>
                </c:pt>
                <c:pt idx="198">
                  <c:v>1.1570399174457362E-4</c:v>
                </c:pt>
                <c:pt idx="199">
                  <c:v>1.0725048064923144E-4</c:v>
                </c:pt>
                <c:pt idx="200">
                  <c:v>9.8771913082720632E-5</c:v>
                </c:pt>
                <c:pt idx="201">
                  <c:v>9.6915816033724944E-5</c:v>
                </c:pt>
                <c:pt idx="202">
                  <c:v>8.4300385045618371E-5</c:v>
                </c:pt>
                <c:pt idx="203">
                  <c:v>7.2350748354478697E-5</c:v>
                </c:pt>
                <c:pt idx="204">
                  <c:v>7.2598773810234014E-5</c:v>
                </c:pt>
                <c:pt idx="205">
                  <c:v>6.773704513121145E-5</c:v>
                </c:pt>
                <c:pt idx="206">
                  <c:v>6.3665762471818831E-5</c:v>
                </c:pt>
                <c:pt idx="207">
                  <c:v>5.7377434177690101E-5</c:v>
                </c:pt>
                <c:pt idx="208">
                  <c:v>5.5142385490557649E-5</c:v>
                </c:pt>
                <c:pt idx="209">
                  <c:v>5.4040608248764104E-5</c:v>
                </c:pt>
                <c:pt idx="210">
                  <c:v>4.4569038929620405E-5</c:v>
                </c:pt>
                <c:pt idx="211">
                  <c:v>4.5487920844457754E-5</c:v>
                </c:pt>
                <c:pt idx="212">
                  <c:v>4.4268282357027005E-5</c:v>
                </c:pt>
                <c:pt idx="213">
                  <c:v>4.1592122634248111E-5</c:v>
                </c:pt>
                <c:pt idx="214">
                  <c:v>4.2769478015207654E-5</c:v>
                </c:pt>
                <c:pt idx="215">
                  <c:v>3.923680252874115E-5</c:v>
                </c:pt>
                <c:pt idx="216">
                  <c:v>3.5108035178063184E-5</c:v>
                </c:pt>
                <c:pt idx="217">
                  <c:v>3.5633072429972179E-5</c:v>
                </c:pt>
                <c:pt idx="218">
                  <c:v>3.5498572585530264E-5</c:v>
                </c:pt>
                <c:pt idx="219">
                  <c:v>3.1510158279882102E-5</c:v>
                </c:pt>
                <c:pt idx="220">
                  <c:v>3.8107370036347395E-5</c:v>
                </c:pt>
                <c:pt idx="221">
                  <c:v>4.0429866122062636E-5</c:v>
                </c:pt>
                <c:pt idx="222">
                  <c:v>3.9801775597319666E-5</c:v>
                </c:pt>
                <c:pt idx="223">
                  <c:v>4.222907683212411E-5</c:v>
                </c:pt>
                <c:pt idx="224">
                  <c:v>4.256101197812242E-5</c:v>
                </c:pt>
                <c:pt idx="225">
                  <c:v>4.4318549080673193E-5</c:v>
                </c:pt>
                <c:pt idx="226">
                  <c:v>4.6304395409844376E-5</c:v>
                </c:pt>
                <c:pt idx="227">
                  <c:v>5.0602889199787418E-5</c:v>
                </c:pt>
                <c:pt idx="228">
                  <c:v>5.9532258268674776E-5</c:v>
                </c:pt>
                <c:pt idx="229">
                  <c:v>6.5268560295954516E-5</c:v>
                </c:pt>
                <c:pt idx="230">
                  <c:v>6.8249377357574052E-5</c:v>
                </c:pt>
                <c:pt idx="231">
                  <c:v>7.3013011285289652E-5</c:v>
                </c:pt>
                <c:pt idx="232">
                  <c:v>8.1649421230408698E-5</c:v>
                </c:pt>
                <c:pt idx="233">
                  <c:v>9.5162336641505234E-5</c:v>
                </c:pt>
                <c:pt idx="234">
                  <c:v>1.0013812655242632E-4</c:v>
                </c:pt>
                <c:pt idx="235">
                  <c:v>1.1482687575831938E-4</c:v>
                </c:pt>
                <c:pt idx="236">
                  <c:v>1.2459479743681242E-4</c:v>
                </c:pt>
                <c:pt idx="237">
                  <c:v>1.3083810611431404E-4</c:v>
                </c:pt>
                <c:pt idx="238">
                  <c:v>1.4787630927106521E-4</c:v>
                </c:pt>
                <c:pt idx="239">
                  <c:v>1.5428513956610202E-4</c:v>
                </c:pt>
                <c:pt idx="240">
                  <c:v>1.6023471662689751E-4</c:v>
                </c:pt>
                <c:pt idx="241">
                  <c:v>1.7824595628158679E-4</c:v>
                </c:pt>
                <c:pt idx="242">
                  <c:v>1.9554123148025763E-4</c:v>
                </c:pt>
                <c:pt idx="243">
                  <c:v>1.8981437764731602E-4</c:v>
                </c:pt>
                <c:pt idx="244">
                  <c:v>2.0038059143795921E-4</c:v>
                </c:pt>
                <c:pt idx="245">
                  <c:v>1.9916833543246853E-4</c:v>
                </c:pt>
                <c:pt idx="246">
                  <c:v>2.013910256328407E-4</c:v>
                </c:pt>
                <c:pt idx="247">
                  <c:v>2.1009314744489086E-4</c:v>
                </c:pt>
                <c:pt idx="248">
                  <c:v>2.0864397089554235E-4</c:v>
                </c:pt>
                <c:pt idx="249">
                  <c:v>2.057430205506084E-4</c:v>
                </c:pt>
                <c:pt idx="250">
                  <c:v>2.0150855940845848E-4</c:v>
                </c:pt>
                <c:pt idx="251">
                  <c:v>2.0122578310777478E-4</c:v>
                </c:pt>
                <c:pt idx="252">
                  <c:v>1.963058743753361E-4</c:v>
                </c:pt>
                <c:pt idx="253">
                  <c:v>1.963480610902887E-4</c:v>
                </c:pt>
                <c:pt idx="254">
                  <c:v>1.905005289863873E-4</c:v>
                </c:pt>
                <c:pt idx="255">
                  <c:v>1.8654960961455636E-4</c:v>
                </c:pt>
                <c:pt idx="256">
                  <c:v>1.7481342772563657E-4</c:v>
                </c:pt>
                <c:pt idx="257">
                  <c:v>1.7015046220733395E-4</c:v>
                </c:pt>
                <c:pt idx="258">
                  <c:v>1.6430872866280446E-4</c:v>
                </c:pt>
                <c:pt idx="259">
                  <c:v>1.54858703650641E-4</c:v>
                </c:pt>
                <c:pt idx="260">
                  <c:v>1.5686971819021088E-4</c:v>
                </c:pt>
                <c:pt idx="261">
                  <c:v>1.5753363681245142E-4</c:v>
                </c:pt>
                <c:pt idx="262">
                  <c:v>1.5368441570662368E-4</c:v>
                </c:pt>
                <c:pt idx="263">
                  <c:v>1.4748939251344473E-4</c:v>
                </c:pt>
                <c:pt idx="264">
                  <c:v>1.5650976615076971E-4</c:v>
                </c:pt>
                <c:pt idx="265">
                  <c:v>1.4644000703658411E-4</c:v>
                </c:pt>
                <c:pt idx="266">
                  <c:v>1.5550358751886194E-4</c:v>
                </c:pt>
                <c:pt idx="267">
                  <c:v>1.5137221713692347E-4</c:v>
                </c:pt>
                <c:pt idx="268">
                  <c:v>1.6453827980238424E-4</c:v>
                </c:pt>
                <c:pt idx="269">
                  <c:v>1.7275558620011262E-4</c:v>
                </c:pt>
                <c:pt idx="270">
                  <c:v>1.760590285152451E-4</c:v>
                </c:pt>
                <c:pt idx="271">
                  <c:v>1.8275490453985885E-4</c:v>
                </c:pt>
                <c:pt idx="272">
                  <c:v>1.877605959014398E-4</c:v>
                </c:pt>
                <c:pt idx="273">
                  <c:v>1.8831953418958156E-4</c:v>
                </c:pt>
                <c:pt idx="274">
                  <c:v>1.9799490039704599E-4</c:v>
                </c:pt>
                <c:pt idx="275">
                  <c:v>1.9912811652852342E-4</c:v>
                </c:pt>
                <c:pt idx="276">
                  <c:v>2.0429710812636006E-4</c:v>
                </c:pt>
                <c:pt idx="277">
                  <c:v>2.0086342234671266E-4</c:v>
                </c:pt>
                <c:pt idx="278">
                  <c:v>2.0473724348549015E-4</c:v>
                </c:pt>
                <c:pt idx="279">
                  <c:v>2.140884409797413E-4</c:v>
                </c:pt>
                <c:pt idx="280">
                  <c:v>2.1836403841370047E-4</c:v>
                </c:pt>
                <c:pt idx="281">
                  <c:v>2.0675020603545466E-4</c:v>
                </c:pt>
                <c:pt idx="282">
                  <c:v>2.1110580103498859E-4</c:v>
                </c:pt>
                <c:pt idx="283">
                  <c:v>2.0783924943394775E-4</c:v>
                </c:pt>
                <c:pt idx="284">
                  <c:v>2.0569548720270549E-4</c:v>
                </c:pt>
                <c:pt idx="285">
                  <c:v>2.0813005033943726E-4</c:v>
                </c:pt>
                <c:pt idx="286">
                  <c:v>2.0311980595824278E-4</c:v>
                </c:pt>
                <c:pt idx="287">
                  <c:v>1.9888346998866277E-4</c:v>
                </c:pt>
                <c:pt idx="288">
                  <c:v>1.8444516705366779E-4</c:v>
                </c:pt>
                <c:pt idx="289">
                  <c:v>1.8131101767233378E-4</c:v>
                </c:pt>
                <c:pt idx="290">
                  <c:v>1.8057705445872306E-4</c:v>
                </c:pt>
                <c:pt idx="291">
                  <c:v>1.7095204380063926E-4</c:v>
                </c:pt>
                <c:pt idx="292">
                  <c:v>1.6167482038285629E-4</c:v>
                </c:pt>
                <c:pt idx="293">
                  <c:v>1.5946707864271243E-4</c:v>
                </c:pt>
                <c:pt idx="294">
                  <c:v>1.4898580593864869E-4</c:v>
                </c:pt>
                <c:pt idx="295">
                  <c:v>1.4872330230672931E-4</c:v>
                </c:pt>
                <c:pt idx="296">
                  <c:v>1.4037553265387694E-4</c:v>
                </c:pt>
                <c:pt idx="297">
                  <c:v>1.3241066939940186E-4</c:v>
                </c:pt>
                <c:pt idx="298">
                  <c:v>1.3018520237635098E-4</c:v>
                </c:pt>
                <c:pt idx="299">
                  <c:v>1.2431586743110828E-4</c:v>
                </c:pt>
                <c:pt idx="300">
                  <c:v>1.2572363345081332E-4</c:v>
                </c:pt>
                <c:pt idx="301">
                  <c:v>1.270032894711255E-4</c:v>
                </c:pt>
                <c:pt idx="302">
                  <c:v>1.2611287215459524E-4</c:v>
                </c:pt>
                <c:pt idx="303">
                  <c:v>1.2659890710207283E-4</c:v>
                </c:pt>
                <c:pt idx="304">
                  <c:v>1.2343704242531896E-4</c:v>
                </c:pt>
                <c:pt idx="305">
                  <c:v>1.1941657395181077E-4</c:v>
                </c:pt>
                <c:pt idx="306">
                  <c:v>1.2440597411730934E-4</c:v>
                </c:pt>
                <c:pt idx="307">
                  <c:v>1.2219278139709552E-4</c:v>
                </c:pt>
                <c:pt idx="308">
                  <c:v>1.1969163133368832E-4</c:v>
                </c:pt>
                <c:pt idx="309">
                  <c:v>1.3268370167499979E-4</c:v>
                </c:pt>
                <c:pt idx="310">
                  <c:v>1.2603844625825797E-4</c:v>
                </c:pt>
                <c:pt idx="311">
                  <c:v>1.3778673796689599E-4</c:v>
                </c:pt>
                <c:pt idx="312">
                  <c:v>1.3914577746851833E-4</c:v>
                </c:pt>
                <c:pt idx="313">
                  <c:v>1.4398162637087688E-4</c:v>
                </c:pt>
                <c:pt idx="314">
                  <c:v>1.4706176555131438E-4</c:v>
                </c:pt>
                <c:pt idx="315">
                  <c:v>1.3886289725149154E-4</c:v>
                </c:pt>
                <c:pt idx="316">
                  <c:v>1.4953881517954673E-4</c:v>
                </c:pt>
                <c:pt idx="317">
                  <c:v>1.4886872142155582E-4</c:v>
                </c:pt>
                <c:pt idx="318">
                  <c:v>1.6304300497655799E-4</c:v>
                </c:pt>
                <c:pt idx="319">
                  <c:v>1.6601737007727605E-4</c:v>
                </c:pt>
                <c:pt idx="320">
                  <c:v>1.6950589137809785E-4</c:v>
                </c:pt>
                <c:pt idx="321">
                  <c:v>1.68412800639645E-4</c:v>
                </c:pt>
                <c:pt idx="322">
                  <c:v>1.7543916490016164E-4</c:v>
                </c:pt>
                <c:pt idx="323">
                  <c:v>1.8707566805672778E-4</c:v>
                </c:pt>
                <c:pt idx="324">
                  <c:v>1.9215663148620553E-4</c:v>
                </c:pt>
                <c:pt idx="325">
                  <c:v>1.9074117706159035E-4</c:v>
                </c:pt>
                <c:pt idx="326">
                  <c:v>2.0045977785292985E-4</c:v>
                </c:pt>
                <c:pt idx="327">
                  <c:v>2.0158923206583024E-4</c:v>
                </c:pt>
                <c:pt idx="328">
                  <c:v>2.1481376216490026E-4</c:v>
                </c:pt>
                <c:pt idx="329">
                  <c:v>2.2642846650327037E-4</c:v>
                </c:pt>
                <c:pt idx="330">
                  <c:v>2.3010066912989956E-4</c:v>
                </c:pt>
                <c:pt idx="331">
                  <c:v>2.3582986227611109E-4</c:v>
                </c:pt>
                <c:pt idx="332">
                  <c:v>2.4494325185762174E-4</c:v>
                </c:pt>
                <c:pt idx="333">
                  <c:v>2.3990442679431553E-4</c:v>
                </c:pt>
                <c:pt idx="334">
                  <c:v>2.4671202776306822E-4</c:v>
                </c:pt>
                <c:pt idx="335">
                  <c:v>2.6321053626158673E-4</c:v>
                </c:pt>
                <c:pt idx="336">
                  <c:v>2.6787736184431983E-4</c:v>
                </c:pt>
                <c:pt idx="337">
                  <c:v>2.6444797018901665E-4</c:v>
                </c:pt>
                <c:pt idx="338">
                  <c:v>2.6740691406174397E-4</c:v>
                </c:pt>
                <c:pt idx="339">
                  <c:v>2.6526144065185439E-4</c:v>
                </c:pt>
                <c:pt idx="340">
                  <c:v>2.7332257272480508E-4</c:v>
                </c:pt>
                <c:pt idx="341">
                  <c:v>2.7767745986818443E-4</c:v>
                </c:pt>
                <c:pt idx="342">
                  <c:v>2.8029892612629166E-4</c:v>
                </c:pt>
                <c:pt idx="343">
                  <c:v>2.7788941603999469E-4</c:v>
                </c:pt>
                <c:pt idx="344">
                  <c:v>2.7845536560964286E-4</c:v>
                </c:pt>
                <c:pt idx="345">
                  <c:v>2.7749279848669008E-4</c:v>
                </c:pt>
                <c:pt idx="346">
                  <c:v>2.7211795551693028E-4</c:v>
                </c:pt>
                <c:pt idx="347">
                  <c:v>2.6982670632297757E-4</c:v>
                </c:pt>
                <c:pt idx="348">
                  <c:v>2.6735705700418682E-4</c:v>
                </c:pt>
                <c:pt idx="349">
                  <c:v>2.6748548457701998E-4</c:v>
                </c:pt>
                <c:pt idx="350">
                  <c:v>2.4683171324520301E-4</c:v>
                </c:pt>
                <c:pt idx="351">
                  <c:v>2.3703146177093379E-4</c:v>
                </c:pt>
                <c:pt idx="352">
                  <c:v>2.4135155243478759E-4</c:v>
                </c:pt>
                <c:pt idx="353">
                  <c:v>2.2360674896677613E-4</c:v>
                </c:pt>
                <c:pt idx="354">
                  <c:v>2.2808662370609153E-4</c:v>
                </c:pt>
                <c:pt idx="355">
                  <c:v>2.0723086934824688E-4</c:v>
                </c:pt>
                <c:pt idx="356">
                  <c:v>1.941754415239334E-4</c:v>
                </c:pt>
                <c:pt idx="357">
                  <c:v>1.946071343009856E-4</c:v>
                </c:pt>
                <c:pt idx="358">
                  <c:v>1.8622506803516541E-4</c:v>
                </c:pt>
                <c:pt idx="359">
                  <c:v>1.6012228931854426E-4</c:v>
                </c:pt>
                <c:pt idx="360">
                  <c:v>1.6115902776967213E-4</c:v>
                </c:pt>
                <c:pt idx="361">
                  <c:v>1.4876720850909086E-4</c:v>
                </c:pt>
                <c:pt idx="362">
                  <c:v>1.4294626108413963E-4</c:v>
                </c:pt>
                <c:pt idx="363">
                  <c:v>1.26924901551931E-4</c:v>
                </c:pt>
                <c:pt idx="364">
                  <c:v>1.1822918041729019E-4</c:v>
                </c:pt>
                <c:pt idx="365">
                  <c:v>1.1057933753414165E-4</c:v>
                </c:pt>
                <c:pt idx="366">
                  <c:v>1.0200447663113172E-4</c:v>
                </c:pt>
                <c:pt idx="367">
                  <c:v>9.4895973524406358E-5</c:v>
                </c:pt>
                <c:pt idx="368">
                  <c:v>8.9989322548110544E-5</c:v>
                </c:pt>
                <c:pt idx="369">
                  <c:v>8.5992391743180429E-5</c:v>
                </c:pt>
                <c:pt idx="370">
                  <c:v>7.2426584786391119E-5</c:v>
                </c:pt>
                <c:pt idx="371">
                  <c:v>6.9794016319364239E-5</c:v>
                </c:pt>
                <c:pt idx="372">
                  <c:v>6.3628048282942946E-5</c:v>
                </c:pt>
                <c:pt idx="373">
                  <c:v>5.9410951043959347E-5</c:v>
                </c:pt>
                <c:pt idx="374">
                  <c:v>5.4604519597849021E-5</c:v>
                </c:pt>
                <c:pt idx="375">
                  <c:v>5.1785113803898427E-5</c:v>
                </c:pt>
                <c:pt idx="376">
                  <c:v>4.8206862248694867E-5</c:v>
                </c:pt>
                <c:pt idx="377">
                  <c:v>3.9548279944982663E-5</c:v>
                </c:pt>
                <c:pt idx="378">
                  <c:v>4.4398522588993588E-5</c:v>
                </c:pt>
                <c:pt idx="379">
                  <c:v>3.650938297949939E-5</c:v>
                </c:pt>
                <c:pt idx="380">
                  <c:v>3.4498470311096919E-5</c:v>
                </c:pt>
                <c:pt idx="381">
                  <c:v>3.7398395831747415E-5</c:v>
                </c:pt>
                <c:pt idx="382">
                  <c:v>3.4963081863022543E-5</c:v>
                </c:pt>
                <c:pt idx="383">
                  <c:v>3.0218038308533186E-5</c:v>
                </c:pt>
                <c:pt idx="384">
                  <c:v>3.07806453917159E-5</c:v>
                </c:pt>
                <c:pt idx="385">
                  <c:v>2.92518948509728E-5</c:v>
                </c:pt>
                <c:pt idx="386">
                  <c:v>2.6486142940262783E-5</c:v>
                </c:pt>
                <c:pt idx="387">
                  <c:v>2.5083712518768101E-5</c:v>
                </c:pt>
                <c:pt idx="388">
                  <c:v>2.6788381006360842E-5</c:v>
                </c:pt>
                <c:pt idx="389">
                  <c:v>2.5988516730546839E-5</c:v>
                </c:pt>
                <c:pt idx="390">
                  <c:v>2.7155546403886075E-5</c:v>
                </c:pt>
                <c:pt idx="391">
                  <c:v>2.5393178667443374E-5</c:v>
                </c:pt>
                <c:pt idx="392">
                  <c:v>2.6385682292741144E-5</c:v>
                </c:pt>
                <c:pt idx="393">
                  <c:v>2.7381510665608132E-5</c:v>
                </c:pt>
                <c:pt idx="394">
                  <c:v>2.6836515517486547E-5</c:v>
                </c:pt>
                <c:pt idx="395">
                  <c:v>2.7498490062150569E-5</c:v>
                </c:pt>
                <c:pt idx="396">
                  <c:v>2.5306791227257624E-5</c:v>
                </c:pt>
                <c:pt idx="397">
                  <c:v>2.5836493836486055E-5</c:v>
                </c:pt>
                <c:pt idx="398">
                  <c:v>3.1762838512939955E-5</c:v>
                </c:pt>
                <c:pt idx="399">
                  <c:v>2.9659004075667001E-5</c:v>
                </c:pt>
                <c:pt idx="400">
                  <c:v>3.2873492963347113E-5</c:v>
                </c:pt>
                <c:pt idx="401">
                  <c:v>3.0052044445943551E-5</c:v>
                </c:pt>
                <c:pt idx="402">
                  <c:v>3.4584876679344997E-5</c:v>
                </c:pt>
                <c:pt idx="403">
                  <c:v>3.3270871029477601E-5</c:v>
                </c:pt>
                <c:pt idx="404">
                  <c:v>4.069501617753736E-5</c:v>
                </c:pt>
                <c:pt idx="405">
                  <c:v>4.1625667846187568E-5</c:v>
                </c:pt>
                <c:pt idx="406">
                  <c:v>4.5595194468486276E-5</c:v>
                </c:pt>
                <c:pt idx="407">
                  <c:v>4.4521227765717178E-5</c:v>
                </c:pt>
                <c:pt idx="408">
                  <c:v>5.1131636428158636E-5</c:v>
                </c:pt>
                <c:pt idx="409">
                  <c:v>5.8254258111883858E-5</c:v>
                </c:pt>
                <c:pt idx="410">
                  <c:v>5.768180553036468E-5</c:v>
                </c:pt>
                <c:pt idx="411">
                  <c:v>6.9567254795585692E-5</c:v>
                </c:pt>
                <c:pt idx="412">
                  <c:v>7.4316238805906688E-5</c:v>
                </c:pt>
                <c:pt idx="413">
                  <c:v>7.5802196427627206E-5</c:v>
                </c:pt>
                <c:pt idx="414">
                  <c:v>8.589978178877674E-5</c:v>
                </c:pt>
                <c:pt idx="415">
                  <c:v>8.9089201059660214E-5</c:v>
                </c:pt>
                <c:pt idx="416">
                  <c:v>1.0144360716131345E-4</c:v>
                </c:pt>
                <c:pt idx="417">
                  <c:v>1.0456321366961489E-4</c:v>
                </c:pt>
                <c:pt idx="418">
                  <c:v>1.1401940926634062E-4</c:v>
                </c:pt>
                <c:pt idx="419">
                  <c:v>1.2298701331598717E-4</c:v>
                </c:pt>
                <c:pt idx="420">
                  <c:v>1.2407396058191915E-4</c:v>
                </c:pt>
                <c:pt idx="421">
                  <c:v>1.4100197308424407E-4</c:v>
                </c:pt>
                <c:pt idx="422">
                  <c:v>1.4904266277717765E-4</c:v>
                </c:pt>
                <c:pt idx="423">
                  <c:v>1.468787541791328E-4</c:v>
                </c:pt>
                <c:pt idx="424">
                  <c:v>1.7078324065526913E-4</c:v>
                </c:pt>
                <c:pt idx="425">
                  <c:v>1.665952746291551E-4</c:v>
                </c:pt>
                <c:pt idx="426">
                  <c:v>1.7492961565246081E-4</c:v>
                </c:pt>
                <c:pt idx="427">
                  <c:v>1.8808326055765588E-4</c:v>
                </c:pt>
                <c:pt idx="428">
                  <c:v>1.898957714767357E-4</c:v>
                </c:pt>
                <c:pt idx="429">
                  <c:v>2.061509787432382E-4</c:v>
                </c:pt>
                <c:pt idx="430">
                  <c:v>2.0651051109158426E-4</c:v>
                </c:pt>
                <c:pt idx="431">
                  <c:v>2.1727415148995919E-4</c:v>
                </c:pt>
                <c:pt idx="432">
                  <c:v>2.3037438782740703E-4</c:v>
                </c:pt>
                <c:pt idx="433">
                  <c:v>2.2485990296398361E-4</c:v>
                </c:pt>
                <c:pt idx="434">
                  <c:v>2.2558650884915092E-4</c:v>
                </c:pt>
                <c:pt idx="435">
                  <c:v>2.4441689769985912E-4</c:v>
                </c:pt>
                <c:pt idx="436">
                  <c:v>2.4002131581252911E-4</c:v>
                </c:pt>
                <c:pt idx="437">
                  <c:v>2.4280022218587814E-4</c:v>
                </c:pt>
                <c:pt idx="438">
                  <c:v>2.4489494106178384E-4</c:v>
                </c:pt>
                <c:pt idx="439">
                  <c:v>2.4445967397112515E-4</c:v>
                </c:pt>
                <c:pt idx="440">
                  <c:v>2.4917270461803702E-4</c:v>
                </c:pt>
                <c:pt idx="441">
                  <c:v>2.5095084581780848E-4</c:v>
                </c:pt>
                <c:pt idx="442">
                  <c:v>2.3530729476206635E-4</c:v>
                </c:pt>
                <c:pt idx="443">
                  <c:v>2.3408632507539192E-4</c:v>
                </c:pt>
                <c:pt idx="444">
                  <c:v>2.2755708036598706E-4</c:v>
                </c:pt>
                <c:pt idx="445">
                  <c:v>2.2606833222171417E-4</c:v>
                </c:pt>
                <c:pt idx="446">
                  <c:v>2.2328261831625637E-4</c:v>
                </c:pt>
                <c:pt idx="447">
                  <c:v>2.1704255857949546E-4</c:v>
                </c:pt>
                <c:pt idx="448">
                  <c:v>2.0324597569732533E-4</c:v>
                </c:pt>
                <c:pt idx="449">
                  <c:v>2.0606008862844122E-4</c:v>
                </c:pt>
                <c:pt idx="450">
                  <c:v>1.9485851490605698E-4</c:v>
                </c:pt>
                <c:pt idx="451">
                  <c:v>1.9130496238381348E-4</c:v>
                </c:pt>
                <c:pt idx="452">
                  <c:v>1.7388560519074879E-4</c:v>
                </c:pt>
                <c:pt idx="453">
                  <c:v>1.6888379764521015E-4</c:v>
                </c:pt>
                <c:pt idx="454">
                  <c:v>1.6154687956902286E-4</c:v>
                </c:pt>
                <c:pt idx="455">
                  <c:v>1.4862611143757852E-4</c:v>
                </c:pt>
                <c:pt idx="456">
                  <c:v>1.4061831814476513E-4</c:v>
                </c:pt>
                <c:pt idx="457">
                  <c:v>1.3662622625813892E-4</c:v>
                </c:pt>
                <c:pt idx="458">
                  <c:v>1.2510428360866505E-4</c:v>
                </c:pt>
                <c:pt idx="459">
                  <c:v>1.1639986002161766E-4</c:v>
                </c:pt>
                <c:pt idx="460">
                  <c:v>1.1157202113329869E-4</c:v>
                </c:pt>
                <c:pt idx="461">
                  <c:v>1.1026177362409378E-4</c:v>
                </c:pt>
                <c:pt idx="462">
                  <c:v>9.9839914290828082E-5</c:v>
                </c:pt>
                <c:pt idx="463">
                  <c:v>9.2612361529024464E-5</c:v>
                </c:pt>
                <c:pt idx="464">
                  <c:v>8.6829093195323412E-5</c:v>
                </c:pt>
                <c:pt idx="465">
                  <c:v>7.9203726779645086E-5</c:v>
                </c:pt>
                <c:pt idx="466">
                  <c:v>8.0127949673566986E-5</c:v>
                </c:pt>
                <c:pt idx="467">
                  <c:v>7.4727052071158303E-5</c:v>
                </c:pt>
                <c:pt idx="468">
                  <c:v>7.3818085379037313E-5</c:v>
                </c:pt>
                <c:pt idx="469">
                  <c:v>6.7155065726544165E-5</c:v>
                </c:pt>
                <c:pt idx="470">
                  <c:v>6.7410449398891276E-5</c:v>
                </c:pt>
                <c:pt idx="471">
                  <c:v>6.6107491943649956E-5</c:v>
                </c:pt>
                <c:pt idx="472">
                  <c:v>6.3257815701539606E-5</c:v>
                </c:pt>
                <c:pt idx="473">
                  <c:v>6.0693944934667808E-5</c:v>
                </c:pt>
                <c:pt idx="474">
                  <c:v>6.0450406040160518E-5</c:v>
                </c:pt>
                <c:pt idx="475">
                  <c:v>6.5021863671299205E-5</c:v>
                </c:pt>
                <c:pt idx="476">
                  <c:v>6.9594131382895718E-5</c:v>
                </c:pt>
                <c:pt idx="477">
                  <c:v>6.8291699439070085E-5</c:v>
                </c:pt>
                <c:pt idx="478">
                  <c:v>7.2276672982028134E-5</c:v>
                </c:pt>
                <c:pt idx="479">
                  <c:v>7.3508197129649045E-5</c:v>
                </c:pt>
                <c:pt idx="480">
                  <c:v>7.9766925896269887E-5</c:v>
                </c:pt>
                <c:pt idx="481">
                  <c:v>8.8816226081448658E-5</c:v>
                </c:pt>
                <c:pt idx="482">
                  <c:v>9.161392708765753E-5</c:v>
                </c:pt>
                <c:pt idx="483">
                  <c:v>9.3572564058555185E-5</c:v>
                </c:pt>
                <c:pt idx="484">
                  <c:v>1.0273467384087296E-4</c:v>
                </c:pt>
                <c:pt idx="485">
                  <c:v>1.0549509237633787E-4</c:v>
                </c:pt>
                <c:pt idx="486">
                  <c:v>1.1450639495223043E-4</c:v>
                </c:pt>
                <c:pt idx="487">
                  <c:v>1.1786875662761618E-4</c:v>
                </c:pt>
                <c:pt idx="488">
                  <c:v>1.3604094243565827E-4</c:v>
                </c:pt>
                <c:pt idx="489">
                  <c:v>1.4519991362040889E-4</c:v>
                </c:pt>
                <c:pt idx="490">
                  <c:v>1.5507900412429574E-4</c:v>
                </c:pt>
                <c:pt idx="491">
                  <c:v>1.5736150682638827E-4</c:v>
                </c:pt>
                <c:pt idx="492">
                  <c:v>1.7497055703166614E-4</c:v>
                </c:pt>
                <c:pt idx="493">
                  <c:v>1.7949249306851804E-4</c:v>
                </c:pt>
                <c:pt idx="494">
                  <c:v>1.9481158116898596E-4</c:v>
                </c:pt>
                <c:pt idx="495">
                  <c:v>2.0654103533939713E-4</c:v>
                </c:pt>
                <c:pt idx="496">
                  <c:v>2.1864411531152665E-4</c:v>
                </c:pt>
                <c:pt idx="497">
                  <c:v>2.3526421170618584E-4</c:v>
                </c:pt>
                <c:pt idx="498">
                  <c:v>2.4594815328235476E-4</c:v>
                </c:pt>
                <c:pt idx="499">
                  <c:v>2.5957698251763444E-4</c:v>
                </c:pt>
                <c:pt idx="500">
                  <c:v>2.7820387035760118E-4</c:v>
                </c:pt>
                <c:pt idx="501">
                  <c:v>2.8869554135804514E-4</c:v>
                </c:pt>
                <c:pt idx="502">
                  <c:v>3.0817319878002479E-4</c:v>
                </c:pt>
                <c:pt idx="503">
                  <c:v>3.3203981078193346E-4</c:v>
                </c:pt>
                <c:pt idx="504">
                  <c:v>3.4026856593468021E-4</c:v>
                </c:pt>
                <c:pt idx="505">
                  <c:v>3.4088161716485646E-4</c:v>
                </c:pt>
                <c:pt idx="506">
                  <c:v>3.6530679220455275E-4</c:v>
                </c:pt>
                <c:pt idx="507">
                  <c:v>3.8934600631945315E-4</c:v>
                </c:pt>
                <c:pt idx="508">
                  <c:v>4.0127572556277347E-4</c:v>
                </c:pt>
                <c:pt idx="509">
                  <c:v>4.279754761733008E-4</c:v>
                </c:pt>
                <c:pt idx="510">
                  <c:v>0</c:v>
                </c:pt>
                <c:pt idx="511">
                  <c:v>0</c:v>
                </c:pt>
              </c:numCache>
            </c:numRef>
          </c:yVal>
          <c:smooth val="1"/>
          <c:extLst>
            <c:ext xmlns:c16="http://schemas.microsoft.com/office/drawing/2014/chart" uri="{C3380CC4-5D6E-409C-BE32-E72D297353CC}">
              <c16:uniqueId val="{00000001-693A-4FEE-9B81-6D5C5FD0A1C8}"/>
            </c:ext>
          </c:extLst>
        </c:ser>
        <c:ser>
          <c:idx val="1"/>
          <c:order val="2"/>
          <c:tx>
            <c:strRef>
              <c:f>'calib_(2)'!$H$7</c:f>
              <c:strCache>
                <c:ptCount val="1"/>
                <c:pt idx="0">
                  <c:v>secondary</c:v>
                </c:pt>
              </c:strCache>
            </c:strRef>
          </c:tx>
          <c:spPr>
            <a:ln w="19046" cap="rnd">
              <a:solidFill>
                <a:schemeClr val="accent6"/>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'calib_(2)'!$H$8:$H$519</c:f>
              <c:numCache>
                <c:formatCode>General</c:formatCode>
                <c:ptCount val="512"/>
                <c:pt idx="0">
                  <c:v>0.15613666573137239</c:v>
                </c:pt>
                <c:pt idx="1">
                  <c:v>0.17370296510521249</c:v>
                </c:pt>
                <c:pt idx="2">
                  <c:v>0.18125313524097492</c:v>
                </c:pt>
                <c:pt idx="3">
                  <c:v>0.18656648887083743</c:v>
                </c:pt>
                <c:pt idx="4">
                  <c:v>0.18989351533117349</c:v>
                </c:pt>
                <c:pt idx="5">
                  <c:v>0.19249391688209661</c:v>
                </c:pt>
                <c:pt idx="6">
                  <c:v>0.19381637676421709</c:v>
                </c:pt>
                <c:pt idx="7">
                  <c:v>0.19215179880115466</c:v>
                </c:pt>
                <c:pt idx="8">
                  <c:v>0.19546774659468799</c:v>
                </c:pt>
                <c:pt idx="9">
                  <c:v>0.19598175036520868</c:v>
                </c:pt>
                <c:pt idx="10">
                  <c:v>0.19603471960446339</c:v>
                </c:pt>
                <c:pt idx="11">
                  <c:v>0.19682691764926186</c:v>
                </c:pt>
                <c:pt idx="12">
                  <c:v>0.19531355424897298</c:v>
                </c:pt>
                <c:pt idx="13">
                  <c:v>0.19467657722123291</c:v>
                </c:pt>
                <c:pt idx="14">
                  <c:v>0.19551143118231534</c:v>
                </c:pt>
                <c:pt idx="15">
                  <c:v>0.19392881858457495</c:v>
                </c:pt>
                <c:pt idx="16">
                  <c:v>0.19421580188936843</c:v>
                </c:pt>
                <c:pt idx="17">
                  <c:v>0.19256053340357429</c:v>
                </c:pt>
                <c:pt idx="18">
                  <c:v>0.19247773895688169</c:v>
                </c:pt>
                <c:pt idx="19">
                  <c:v>0.18992249360201569</c:v>
                </c:pt>
                <c:pt idx="20">
                  <c:v>0.19028623882712775</c:v>
                </c:pt>
                <c:pt idx="21">
                  <c:v>0.18986815505406812</c:v>
                </c:pt>
                <c:pt idx="22">
                  <c:v>0.18918303699268332</c:v>
                </c:pt>
                <c:pt idx="23">
                  <c:v>0.19359819233454204</c:v>
                </c:pt>
                <c:pt idx="24">
                  <c:v>0.19839879694814577</c:v>
                </c:pt>
                <c:pt idx="25">
                  <c:v>0.20517276801486348</c:v>
                </c:pt>
                <c:pt idx="26">
                  <c:v>0.20865559232210346</c:v>
                </c:pt>
                <c:pt idx="27">
                  <c:v>0.20991109350558715</c:v>
                </c:pt>
                <c:pt idx="28">
                  <c:v>0.20719035751632653</c:v>
                </c:pt>
                <c:pt idx="29">
                  <c:v>0.19979630565702461</c:v>
                </c:pt>
                <c:pt idx="30">
                  <c:v>0.19553222781018909</c:v>
                </c:pt>
                <c:pt idx="31">
                  <c:v>0.19291793122369619</c:v>
                </c:pt>
                <c:pt idx="32">
                  <c:v>0.18960834661798953</c:v>
                </c:pt>
                <c:pt idx="33">
                  <c:v>0.18659876116742463</c:v>
                </c:pt>
                <c:pt idx="34">
                  <c:v>0.18580643822881271</c:v>
                </c:pt>
                <c:pt idx="35">
                  <c:v>0.18582595579538194</c:v>
                </c:pt>
                <c:pt idx="36">
                  <c:v>0.18647809764762663</c:v>
                </c:pt>
                <c:pt idx="37">
                  <c:v>0.18841445073926896</c:v>
                </c:pt>
                <c:pt idx="38">
                  <c:v>0.19210894845210733</c:v>
                </c:pt>
                <c:pt idx="39">
                  <c:v>0.19690735085584293</c:v>
                </c:pt>
                <c:pt idx="40">
                  <c:v>0.20401734833015739</c:v>
                </c:pt>
                <c:pt idx="41">
                  <c:v>0.21135079625643466</c:v>
                </c:pt>
                <c:pt idx="42">
                  <c:v>0.21669150112684368</c:v>
                </c:pt>
                <c:pt idx="43">
                  <c:v>0.22385155292179834</c:v>
                </c:pt>
                <c:pt idx="44">
                  <c:v>0.22541289083201441</c:v>
                </c:pt>
                <c:pt idx="45">
                  <c:v>0.22636651380568079</c:v>
                </c:pt>
                <c:pt idx="46">
                  <c:v>0.22227200832944316</c:v>
                </c:pt>
                <c:pt idx="47">
                  <c:v>0.21721498812703557</c:v>
                </c:pt>
                <c:pt idx="48">
                  <c:v>0.21331606009736692</c:v>
                </c:pt>
                <c:pt idx="49">
                  <c:v>0.20965833145829268</c:v>
                </c:pt>
                <c:pt idx="50">
                  <c:v>0.207718292566269</c:v>
                </c:pt>
                <c:pt idx="51">
                  <c:v>0.20867291795285298</c:v>
                </c:pt>
                <c:pt idx="52">
                  <c:v>0.21268772541671141</c:v>
                </c:pt>
                <c:pt idx="53">
                  <c:v>0.21564498619111971</c:v>
                </c:pt>
                <c:pt idx="54">
                  <c:v>0.2180600576196213</c:v>
                </c:pt>
                <c:pt idx="55">
                  <c:v>0.22269869873470127</c:v>
                </c:pt>
                <c:pt idx="56">
                  <c:v>0.22581783400972236</c:v>
                </c:pt>
                <c:pt idx="57">
                  <c:v>0.2288733983469346</c:v>
                </c:pt>
                <c:pt idx="58">
                  <c:v>0.2313245937825171</c:v>
                </c:pt>
                <c:pt idx="59">
                  <c:v>0.23215867241448043</c:v>
                </c:pt>
                <c:pt idx="60">
                  <c:v>0.23467500101293737</c:v>
                </c:pt>
                <c:pt idx="61">
                  <c:v>0.23870113950668748</c:v>
                </c:pt>
                <c:pt idx="62">
                  <c:v>0.24618903230202363</c:v>
                </c:pt>
                <c:pt idx="63">
                  <c:v>0.25662096756025871</c:v>
                </c:pt>
                <c:pt idx="64">
                  <c:v>0.27244295257433776</c:v>
                </c:pt>
                <c:pt idx="65">
                  <c:v>0.29321346893356315</c:v>
                </c:pt>
                <c:pt idx="66">
                  <c:v>0.32392600431885155</c:v>
                </c:pt>
                <c:pt idx="67">
                  <c:v>0.36529583859651571</c:v>
                </c:pt>
                <c:pt idx="68">
                  <c:v>0.41418140254016433</c:v>
                </c:pt>
                <c:pt idx="69">
                  <c:v>0.46725064147808371</c:v>
                </c:pt>
                <c:pt idx="70">
                  <c:v>0.5203226156252464</c:v>
                </c:pt>
                <c:pt idx="71">
                  <c:v>0.57029458684202616</c:v>
                </c:pt>
                <c:pt idx="72">
                  <c:v>0.60590843912058312</c:v>
                </c:pt>
                <c:pt idx="73">
                  <c:v>0.62492495482321997</c:v>
                </c:pt>
                <c:pt idx="74">
                  <c:v>0.62274712571858726</c:v>
                </c:pt>
                <c:pt idx="75">
                  <c:v>0.60827061991568976</c:v>
                </c:pt>
                <c:pt idx="76">
                  <c:v>0.57734801166906746</c:v>
                </c:pt>
                <c:pt idx="77">
                  <c:v>0.5399298295809134</c:v>
                </c:pt>
                <c:pt idx="78">
                  <c:v>0.50568628709577368</c:v>
                </c:pt>
                <c:pt idx="79">
                  <c:v>0.47875296154725011</c:v>
                </c:pt>
                <c:pt idx="80">
                  <c:v>0.45884770787020174</c:v>
                </c:pt>
                <c:pt idx="81">
                  <c:v>0.44854201533359017</c:v>
                </c:pt>
                <c:pt idx="82">
                  <c:v>0.44344386942697156</c:v>
                </c:pt>
                <c:pt idx="83">
                  <c:v>0.44259259044622101</c:v>
                </c:pt>
                <c:pt idx="84">
                  <c:v>0.43716808494692933</c:v>
                </c:pt>
                <c:pt idx="85">
                  <c:v>0.42769020948584757</c:v>
                </c:pt>
                <c:pt idx="86">
                  <c:v>0.41717739715970331</c:v>
                </c:pt>
                <c:pt idx="87">
                  <c:v>0.40080029196542816</c:v>
                </c:pt>
                <c:pt idx="88">
                  <c:v>0.38169426230306391</c:v>
                </c:pt>
                <c:pt idx="89">
                  <c:v>0.36082383647360916</c:v>
                </c:pt>
                <c:pt idx="90">
                  <c:v>0.34277612046391559</c:v>
                </c:pt>
                <c:pt idx="91">
                  <c:v>0.32532593787566733</c:v>
                </c:pt>
                <c:pt idx="92">
                  <c:v>0.31199288426485555</c:v>
                </c:pt>
                <c:pt idx="93">
                  <c:v>0.30134891516965201</c:v>
                </c:pt>
                <c:pt idx="94">
                  <c:v>0.29433374759852138</c:v>
                </c:pt>
                <c:pt idx="95">
                  <c:v>0.29022918482014859</c:v>
                </c:pt>
                <c:pt idx="96">
                  <c:v>0.28694877385495599</c:v>
                </c:pt>
                <c:pt idx="97">
                  <c:v>0.28682563996497984</c:v>
                </c:pt>
                <c:pt idx="98">
                  <c:v>0.28511861422534407</c:v>
                </c:pt>
                <c:pt idx="99">
                  <c:v>0.28553012565201574</c:v>
                </c:pt>
                <c:pt idx="100">
                  <c:v>0.28495012787027585</c:v>
                </c:pt>
                <c:pt idx="101">
                  <c:v>0.28578520420458031</c:v>
                </c:pt>
                <c:pt idx="102">
                  <c:v>0.28488281464030474</c:v>
                </c:pt>
                <c:pt idx="103">
                  <c:v>0.28265831367285787</c:v>
                </c:pt>
                <c:pt idx="104">
                  <c:v>0.2832808563148988</c:v>
                </c:pt>
                <c:pt idx="105">
                  <c:v>0.28129169538633636</c:v>
                </c:pt>
                <c:pt idx="106">
                  <c:v>0.28099780707151689</c:v>
                </c:pt>
                <c:pt idx="107">
                  <c:v>0.28001093924359788</c:v>
                </c:pt>
                <c:pt idx="108">
                  <c:v>0.27691620495184965</c:v>
                </c:pt>
                <c:pt idx="109">
                  <c:v>0.27841674065385702</c:v>
                </c:pt>
                <c:pt idx="110">
                  <c:v>0.27645404444446064</c:v>
                </c:pt>
                <c:pt idx="111">
                  <c:v>0.27617063923940444</c:v>
                </c:pt>
                <c:pt idx="112">
                  <c:v>0.27446706765580425</c:v>
                </c:pt>
                <c:pt idx="113">
                  <c:v>0.27528462756498773</c:v>
                </c:pt>
                <c:pt idx="114">
                  <c:v>0.274907767829561</c:v>
                </c:pt>
                <c:pt idx="115">
                  <c:v>0.27523006684341089</c:v>
                </c:pt>
                <c:pt idx="116">
                  <c:v>0.27448828526701557</c:v>
                </c:pt>
                <c:pt idx="117">
                  <c:v>0.27446200073798888</c:v>
                </c:pt>
                <c:pt idx="118">
                  <c:v>0.27437941630992613</c:v>
                </c:pt>
                <c:pt idx="119">
                  <c:v>0.27647081816891689</c:v>
                </c:pt>
                <c:pt idx="120">
                  <c:v>0.27668186901969927</c:v>
                </c:pt>
                <c:pt idx="121">
                  <c:v>0.27795291204932676</c:v>
                </c:pt>
                <c:pt idx="122">
                  <c:v>0.27849238249573016</c:v>
                </c:pt>
                <c:pt idx="123">
                  <c:v>0.28087665867452416</c:v>
                </c:pt>
                <c:pt idx="124">
                  <c:v>0.28247810611294405</c:v>
                </c:pt>
                <c:pt idx="125">
                  <c:v>0.28656159018469451</c:v>
                </c:pt>
                <c:pt idx="126">
                  <c:v>0.28427134577162883</c:v>
                </c:pt>
                <c:pt idx="127">
                  <c:v>0.28785875822940488</c:v>
                </c:pt>
                <c:pt idx="128">
                  <c:v>0.28879153294309157</c:v>
                </c:pt>
                <c:pt idx="129">
                  <c:v>0.28961638861350136</c:v>
                </c:pt>
                <c:pt idx="130">
                  <c:v>0.29214168125007878</c:v>
                </c:pt>
                <c:pt idx="131">
                  <c:v>0.29276195749160183</c:v>
                </c:pt>
                <c:pt idx="132">
                  <c:v>0.29507263073167761</c:v>
                </c:pt>
                <c:pt idx="133">
                  <c:v>0.29717666475928861</c:v>
                </c:pt>
                <c:pt idx="134">
                  <c:v>0.29606235094682021</c:v>
                </c:pt>
                <c:pt idx="135">
                  <c:v>0.29835187396553087</c:v>
                </c:pt>
                <c:pt idx="136">
                  <c:v>0.29911567368066649</c:v>
                </c:pt>
                <c:pt idx="137">
                  <c:v>0.30203281883788846</c:v>
                </c:pt>
                <c:pt idx="138">
                  <c:v>0.30446182730856514</c:v>
                </c:pt>
                <c:pt idx="139">
                  <c:v>0.30606018100247068</c:v>
                </c:pt>
                <c:pt idx="140">
                  <c:v>0.3098828380782544</c:v>
                </c:pt>
                <c:pt idx="141">
                  <c:v>0.31514096271326975</c:v>
                </c:pt>
                <c:pt idx="142">
                  <c:v>0.3187373684843261</c:v>
                </c:pt>
                <c:pt idx="143">
                  <c:v>0.32576604329748315</c:v>
                </c:pt>
                <c:pt idx="144">
                  <c:v>0.33521242896809383</c:v>
                </c:pt>
                <c:pt idx="145">
                  <c:v>0.34288120037048392</c:v>
                </c:pt>
                <c:pt idx="146">
                  <c:v>0.35495550598261078</c:v>
                </c:pt>
                <c:pt idx="147">
                  <c:v>0.36838689394688895</c:v>
                </c:pt>
                <c:pt idx="148">
                  <c:v>0.38047267880912294</c:v>
                </c:pt>
                <c:pt idx="149">
                  <c:v>0.39677025328449889</c:v>
                </c:pt>
                <c:pt idx="150">
                  <c:v>0.41259495056866874</c:v>
                </c:pt>
                <c:pt idx="151">
                  <c:v>0.43066633990533398</c:v>
                </c:pt>
                <c:pt idx="152">
                  <c:v>0.44654519953084887</c:v>
                </c:pt>
                <c:pt idx="153">
                  <c:v>0.46262921429994475</c:v>
                </c:pt>
                <c:pt idx="154">
                  <c:v>0.47864030515991918</c:v>
                </c:pt>
                <c:pt idx="155">
                  <c:v>0.49302909789849514</c:v>
                </c:pt>
                <c:pt idx="156">
                  <c:v>0.5044674087472083</c:v>
                </c:pt>
                <c:pt idx="157">
                  <c:v>0.51174734608559824</c:v>
                </c:pt>
                <c:pt idx="158">
                  <c:v>0.51675054258759867</c:v>
                </c:pt>
                <c:pt idx="159">
                  <c:v>0.51799230239295957</c:v>
                </c:pt>
                <c:pt idx="160">
                  <c:v>0.51649652744204122</c:v>
                </c:pt>
                <c:pt idx="161">
                  <c:v>0.50996819344891442</c:v>
                </c:pt>
                <c:pt idx="162">
                  <c:v>0.50271128344575455</c:v>
                </c:pt>
                <c:pt idx="163">
                  <c:v>0.49365283265321996</c:v>
                </c:pt>
                <c:pt idx="164">
                  <c:v>0.48409187256314334</c:v>
                </c:pt>
                <c:pt idx="165">
                  <c:v>0.47248373444449188</c:v>
                </c:pt>
                <c:pt idx="166">
                  <c:v>0.46389692998378051</c:v>
                </c:pt>
                <c:pt idx="167">
                  <c:v>0.45354733265408242</c:v>
                </c:pt>
                <c:pt idx="168">
                  <c:v>0.4461580344806364</c:v>
                </c:pt>
                <c:pt idx="169">
                  <c:v>0.44054066783905654</c:v>
                </c:pt>
                <c:pt idx="170">
                  <c:v>0.43326378592951531</c:v>
                </c:pt>
                <c:pt idx="171">
                  <c:v>0.43060630748963319</c:v>
                </c:pt>
                <c:pt idx="172">
                  <c:v>0.42742338602362151</c:v>
                </c:pt>
                <c:pt idx="173">
                  <c:v>0.42696812377757559</c:v>
                </c:pt>
                <c:pt idx="174">
                  <c:v>0.42580046935611593</c:v>
                </c:pt>
                <c:pt idx="175">
                  <c:v>0.42274506701262987</c:v>
                </c:pt>
                <c:pt idx="176">
                  <c:v>0.42215183227172992</c:v>
                </c:pt>
                <c:pt idx="177">
                  <c:v>0.42135992924887711</c:v>
                </c:pt>
                <c:pt idx="178">
                  <c:v>0.42166381658796881</c:v>
                </c:pt>
                <c:pt idx="179">
                  <c:v>0.41901489168274331</c:v>
                </c:pt>
                <c:pt idx="180">
                  <c:v>0.41461565493936209</c:v>
                </c:pt>
                <c:pt idx="181">
                  <c:v>0.41139960630253392</c:v>
                </c:pt>
                <c:pt idx="182">
                  <c:v>0.40846584424740195</c:v>
                </c:pt>
                <c:pt idx="183">
                  <c:v>0.40463457725536423</c:v>
                </c:pt>
                <c:pt idx="184">
                  <c:v>0.40117075415927567</c:v>
                </c:pt>
                <c:pt idx="185">
                  <c:v>0.39561010589591977</c:v>
                </c:pt>
                <c:pt idx="186">
                  <c:v>0.39095473460476177</c:v>
                </c:pt>
                <c:pt idx="187">
                  <c:v>0.38507213599372359</c:v>
                </c:pt>
                <c:pt idx="188">
                  <c:v>0.3797905666198359</c:v>
                </c:pt>
                <c:pt idx="189">
                  <c:v>0.37466726022732438</c:v>
                </c:pt>
                <c:pt idx="190">
                  <c:v>0.36933127922623332</c:v>
                </c:pt>
                <c:pt idx="191">
                  <c:v>0.36418129553133866</c:v>
                </c:pt>
                <c:pt idx="192">
                  <c:v>0.3587488552233461</c:v>
                </c:pt>
                <c:pt idx="193">
                  <c:v>0.35252555063889512</c:v>
                </c:pt>
                <c:pt idx="194">
                  <c:v>0.34792835909107478</c:v>
                </c:pt>
                <c:pt idx="195">
                  <c:v>0.34249440000773546</c:v>
                </c:pt>
                <c:pt idx="196">
                  <c:v>0.33789083340010156</c:v>
                </c:pt>
                <c:pt idx="197">
                  <c:v>0.33207355697288315</c:v>
                </c:pt>
                <c:pt idx="198">
                  <c:v>0.32703491892984271</c:v>
                </c:pt>
                <c:pt idx="199">
                  <c:v>0.3218307704393481</c:v>
                </c:pt>
                <c:pt idx="200">
                  <c:v>0.31940498925709188</c:v>
                </c:pt>
                <c:pt idx="201">
                  <c:v>0.31458715805878334</c:v>
                </c:pt>
                <c:pt idx="202">
                  <c:v>0.30719393386101446</c:v>
                </c:pt>
                <c:pt idx="203">
                  <c:v>0.30301188574897542</c:v>
                </c:pt>
                <c:pt idx="204">
                  <c:v>0.29973821069254869</c:v>
                </c:pt>
                <c:pt idx="205">
                  <c:v>0.29622815000186031</c:v>
                </c:pt>
                <c:pt idx="206">
                  <c:v>0.29240330295961536</c:v>
                </c:pt>
                <c:pt idx="207">
                  <c:v>0.28801686764131906</c:v>
                </c:pt>
                <c:pt idx="208">
                  <c:v>0.2835393067274421</c:v>
                </c:pt>
                <c:pt idx="209">
                  <c:v>0.280630474105724</c:v>
                </c:pt>
                <c:pt idx="210">
                  <c:v>0.27554104305711669</c:v>
                </c:pt>
                <c:pt idx="211">
                  <c:v>0.2730694718220239</c:v>
                </c:pt>
                <c:pt idx="212">
                  <c:v>0.26932123827151033</c:v>
                </c:pt>
                <c:pt idx="213">
                  <c:v>0.26580767860773968</c:v>
                </c:pt>
                <c:pt idx="214">
                  <c:v>0.26280216319566962</c:v>
                </c:pt>
                <c:pt idx="215">
                  <c:v>0.26040079699682894</c:v>
                </c:pt>
                <c:pt idx="216">
                  <c:v>0.25755886566931696</c:v>
                </c:pt>
                <c:pt idx="217">
                  <c:v>0.25268881167109081</c:v>
                </c:pt>
                <c:pt idx="218">
                  <c:v>0.25227908056347204</c:v>
                </c:pt>
                <c:pt idx="219">
                  <c:v>0.24906181734483465</c:v>
                </c:pt>
                <c:pt idx="220">
                  <c:v>0.24689430179826868</c:v>
                </c:pt>
                <c:pt idx="221">
                  <c:v>0.24409000777639892</c:v>
                </c:pt>
                <c:pt idx="222">
                  <c:v>0.24267394014195043</c:v>
                </c:pt>
                <c:pt idx="223">
                  <c:v>0.24133825916866267</c:v>
                </c:pt>
                <c:pt idx="224">
                  <c:v>0.23867760175623054</c:v>
                </c:pt>
                <c:pt idx="225">
                  <c:v>0.23575268853631703</c:v>
                </c:pt>
                <c:pt idx="226">
                  <c:v>0.23266929604683576</c:v>
                </c:pt>
                <c:pt idx="227">
                  <c:v>0.23349420192946155</c:v>
                </c:pt>
                <c:pt idx="228">
                  <c:v>0.23137538103990157</c:v>
                </c:pt>
                <c:pt idx="229">
                  <c:v>0.22737047460363066</c:v>
                </c:pt>
                <c:pt idx="230">
                  <c:v>0.22767252152709483</c:v>
                </c:pt>
                <c:pt idx="231">
                  <c:v>0.22668893705580473</c:v>
                </c:pt>
                <c:pt idx="232">
                  <c:v>0.22426961326274836</c:v>
                </c:pt>
                <c:pt idx="233">
                  <c:v>0.22180707657896107</c:v>
                </c:pt>
                <c:pt idx="234">
                  <c:v>0.22202840610828717</c:v>
                </c:pt>
                <c:pt idx="235">
                  <c:v>0.220663197611116</c:v>
                </c:pt>
                <c:pt idx="236">
                  <c:v>0.21907962714133444</c:v>
                </c:pt>
                <c:pt idx="237">
                  <c:v>0.21924113542937973</c:v>
                </c:pt>
                <c:pt idx="238">
                  <c:v>0.21766281695261766</c:v>
                </c:pt>
                <c:pt idx="239">
                  <c:v>0.2168079628563894</c:v>
                </c:pt>
                <c:pt idx="240">
                  <c:v>0.21683143169780045</c:v>
                </c:pt>
                <c:pt idx="241">
                  <c:v>0.21505223960814629</c:v>
                </c:pt>
                <c:pt idx="242">
                  <c:v>0.21525094632715486</c:v>
                </c:pt>
                <c:pt idx="243">
                  <c:v>0.21378784999934786</c:v>
                </c:pt>
                <c:pt idx="244">
                  <c:v>0.21293181885424581</c:v>
                </c:pt>
                <c:pt idx="245">
                  <c:v>0.21183385537976424</c:v>
                </c:pt>
                <c:pt idx="246">
                  <c:v>0.21200431571206368</c:v>
                </c:pt>
                <c:pt idx="247">
                  <c:v>0.21048386423817503</c:v>
                </c:pt>
                <c:pt idx="248">
                  <c:v>0.20892112842851393</c:v>
                </c:pt>
                <c:pt idx="249">
                  <c:v>0.20732124967060711</c:v>
                </c:pt>
                <c:pt idx="250">
                  <c:v>0.20733310200575336</c:v>
                </c:pt>
                <c:pt idx="251">
                  <c:v>0.2070483072997647</c:v>
                </c:pt>
                <c:pt idx="252">
                  <c:v>0.20572107473669671</c:v>
                </c:pt>
                <c:pt idx="253">
                  <c:v>0.20541298647074133</c:v>
                </c:pt>
                <c:pt idx="254">
                  <c:v>0.20523478470829179</c:v>
                </c:pt>
                <c:pt idx="255">
                  <c:v>0.20333496964008665</c:v>
                </c:pt>
                <c:pt idx="256">
                  <c:v>0.20267418112438268</c:v>
                </c:pt>
                <c:pt idx="257">
                  <c:v>0.20073887430373127</c:v>
                </c:pt>
                <c:pt idx="258">
                  <c:v>0.20005514755680837</c:v>
                </c:pt>
                <c:pt idx="259">
                  <c:v>0.20010259464940663</c:v>
                </c:pt>
                <c:pt idx="260">
                  <c:v>0.19861079343265173</c:v>
                </c:pt>
                <c:pt idx="261">
                  <c:v>0.20108690539737287</c:v>
                </c:pt>
                <c:pt idx="262">
                  <c:v>0.19794225145978453</c:v>
                </c:pt>
                <c:pt idx="263">
                  <c:v>0.19858255945115116</c:v>
                </c:pt>
                <c:pt idx="264">
                  <c:v>0.19602868914577004</c:v>
                </c:pt>
                <c:pt idx="265">
                  <c:v>0.19738149037388192</c:v>
                </c:pt>
                <c:pt idx="266">
                  <c:v>0.1964766204380749</c:v>
                </c:pt>
                <c:pt idx="267">
                  <c:v>0.19769568302820922</c:v>
                </c:pt>
                <c:pt idx="268">
                  <c:v>0.19586227438155265</c:v>
                </c:pt>
                <c:pt idx="269">
                  <c:v>0.19745928766802029</c:v>
                </c:pt>
                <c:pt idx="270">
                  <c:v>0.19552921109463212</c:v>
                </c:pt>
                <c:pt idx="271">
                  <c:v>0.19588243865769922</c:v>
                </c:pt>
                <c:pt idx="272">
                  <c:v>0.19553038715708831</c:v>
                </c:pt>
                <c:pt idx="273">
                  <c:v>0.19493578824905552</c:v>
                </c:pt>
                <c:pt idx="274">
                  <c:v>0.19461405614912969</c:v>
                </c:pt>
                <c:pt idx="275">
                  <c:v>0.19492014680010944</c:v>
                </c:pt>
                <c:pt idx="276">
                  <c:v>0.19315969149825318</c:v>
                </c:pt>
                <c:pt idx="277">
                  <c:v>0.19445895116960699</c:v>
                </c:pt>
                <c:pt idx="278">
                  <c:v>0.19176567055695548</c:v>
                </c:pt>
                <c:pt idx="279">
                  <c:v>0.19150765003740211</c:v>
                </c:pt>
                <c:pt idx="280">
                  <c:v>0.19192833349278438</c:v>
                </c:pt>
                <c:pt idx="281">
                  <c:v>0.18857664461523177</c:v>
                </c:pt>
                <c:pt idx="282">
                  <c:v>0.18745757532822688</c:v>
                </c:pt>
                <c:pt idx="283">
                  <c:v>0.18653804418798819</c:v>
                </c:pt>
                <c:pt idx="284">
                  <c:v>0.18646939225899767</c:v>
                </c:pt>
                <c:pt idx="285">
                  <c:v>0.18438302962584729</c:v>
                </c:pt>
                <c:pt idx="286">
                  <c:v>0.18463621110418887</c:v>
                </c:pt>
                <c:pt idx="287">
                  <c:v>0.18321911751439141</c:v>
                </c:pt>
                <c:pt idx="288">
                  <c:v>0.18268033867689037</c:v>
                </c:pt>
                <c:pt idx="289">
                  <c:v>0.1805673968186724</c:v>
                </c:pt>
                <c:pt idx="290">
                  <c:v>0.18064390203197211</c:v>
                </c:pt>
                <c:pt idx="291">
                  <c:v>0.17850638176639411</c:v>
                </c:pt>
                <c:pt idx="292">
                  <c:v>0.17759355285044104</c:v>
                </c:pt>
                <c:pt idx="293">
                  <c:v>0.17657302422463997</c:v>
                </c:pt>
                <c:pt idx="294">
                  <c:v>0.17548165225130571</c:v>
                </c:pt>
                <c:pt idx="295">
                  <c:v>0.17502097282961004</c:v>
                </c:pt>
                <c:pt idx="296">
                  <c:v>0.17359201262702562</c:v>
                </c:pt>
                <c:pt idx="297">
                  <c:v>0.17474412007403861</c:v>
                </c:pt>
                <c:pt idx="298">
                  <c:v>0.17315070209257161</c:v>
                </c:pt>
                <c:pt idx="299">
                  <c:v>0.17236129062029329</c:v>
                </c:pt>
                <c:pt idx="300">
                  <c:v>0.17206456910625353</c:v>
                </c:pt>
                <c:pt idx="301">
                  <c:v>0.17265654609376416</c:v>
                </c:pt>
                <c:pt idx="302">
                  <c:v>0.17206460922325736</c:v>
                </c:pt>
                <c:pt idx="303">
                  <c:v>0.17257653488763633</c:v>
                </c:pt>
                <c:pt idx="304">
                  <c:v>0.172591524563391</c:v>
                </c:pt>
                <c:pt idx="305">
                  <c:v>0.1731954851364986</c:v>
                </c:pt>
                <c:pt idx="306">
                  <c:v>0.17506914001733759</c:v>
                </c:pt>
                <c:pt idx="307">
                  <c:v>0.17290579219736477</c:v>
                </c:pt>
                <c:pt idx="308">
                  <c:v>0.17414763514793802</c:v>
                </c:pt>
                <c:pt idx="309">
                  <c:v>0.17388569924684438</c:v>
                </c:pt>
                <c:pt idx="310">
                  <c:v>0.17588497211685949</c:v>
                </c:pt>
                <c:pt idx="311">
                  <c:v>0.17517146073068526</c:v>
                </c:pt>
                <c:pt idx="312">
                  <c:v>0.17607976618692145</c:v>
                </c:pt>
                <c:pt idx="313">
                  <c:v>0.17667909161465789</c:v>
                </c:pt>
                <c:pt idx="314">
                  <c:v>0.17829961147809964</c:v>
                </c:pt>
                <c:pt idx="315">
                  <c:v>0.17861827388060936</c:v>
                </c:pt>
                <c:pt idx="316">
                  <c:v>0.1809519908849718</c:v>
                </c:pt>
                <c:pt idx="317">
                  <c:v>0.17969728318735498</c:v>
                </c:pt>
                <c:pt idx="318">
                  <c:v>0.18172634379365821</c:v>
                </c:pt>
                <c:pt idx="319">
                  <c:v>0.18404955414678925</c:v>
                </c:pt>
                <c:pt idx="320">
                  <c:v>0.18365907136693127</c:v>
                </c:pt>
                <c:pt idx="321">
                  <c:v>0.18582913614157276</c:v>
                </c:pt>
                <c:pt idx="322">
                  <c:v>0.18724732753334639</c:v>
                </c:pt>
                <c:pt idx="323">
                  <c:v>0.18733044023885298</c:v>
                </c:pt>
                <c:pt idx="324">
                  <c:v>0.19104984289312307</c:v>
                </c:pt>
                <c:pt idx="325">
                  <c:v>0.19061828684106413</c:v>
                </c:pt>
                <c:pt idx="326">
                  <c:v>0.19098845186672703</c:v>
                </c:pt>
                <c:pt idx="327">
                  <c:v>0.19434037069151777</c:v>
                </c:pt>
                <c:pt idx="328">
                  <c:v>0.19553223438276779</c:v>
                </c:pt>
                <c:pt idx="329">
                  <c:v>0.19587058471907162</c:v>
                </c:pt>
                <c:pt idx="330">
                  <c:v>0.19802322438488767</c:v>
                </c:pt>
                <c:pt idx="331">
                  <c:v>0.19918000525306406</c:v>
                </c:pt>
                <c:pt idx="332">
                  <c:v>0.20076657498501299</c:v>
                </c:pt>
                <c:pt idx="333">
                  <c:v>0.20268622444741763</c:v>
                </c:pt>
                <c:pt idx="334">
                  <c:v>0.20378930931754063</c:v>
                </c:pt>
                <c:pt idx="335">
                  <c:v>0.20318622775634443</c:v>
                </c:pt>
                <c:pt idx="336">
                  <c:v>0.2055846188320776</c:v>
                </c:pt>
                <c:pt idx="337">
                  <c:v>0.20523375634195826</c:v>
                </c:pt>
                <c:pt idx="338">
                  <c:v>0.20734547093518743</c:v>
                </c:pt>
                <c:pt idx="339">
                  <c:v>0.20772216040083791</c:v>
                </c:pt>
                <c:pt idx="340">
                  <c:v>0.20709639778420891</c:v>
                </c:pt>
                <c:pt idx="341">
                  <c:v>0.2077268896042215</c:v>
                </c:pt>
                <c:pt idx="342">
                  <c:v>0.20690337175095821</c:v>
                </c:pt>
                <c:pt idx="343">
                  <c:v>0.20527059478867274</c:v>
                </c:pt>
                <c:pt idx="344">
                  <c:v>0.20452079882204044</c:v>
                </c:pt>
                <c:pt idx="345">
                  <c:v>0.20290985010217297</c:v>
                </c:pt>
                <c:pt idx="346">
                  <c:v>0.20177416120514047</c:v>
                </c:pt>
                <c:pt idx="347">
                  <c:v>0.1987375269904158</c:v>
                </c:pt>
                <c:pt idx="348">
                  <c:v>0.19653447095795959</c:v>
                </c:pt>
                <c:pt idx="349">
                  <c:v>0.19427924238263802</c:v>
                </c:pt>
                <c:pt idx="350">
                  <c:v>0.1932414415733319</c:v>
                </c:pt>
                <c:pt idx="351">
                  <c:v>0.18926938676786814</c:v>
                </c:pt>
                <c:pt idx="352">
                  <c:v>0.18602186888986522</c:v>
                </c:pt>
                <c:pt idx="353">
                  <c:v>0.18122130456245422</c:v>
                </c:pt>
                <c:pt idx="354">
                  <c:v>0.17885969474378657</c:v>
                </c:pt>
                <c:pt idx="355">
                  <c:v>0.17519424913083376</c:v>
                </c:pt>
                <c:pt idx="356">
                  <c:v>0.17107820482658834</c:v>
                </c:pt>
                <c:pt idx="357">
                  <c:v>0.16627092675754426</c:v>
                </c:pt>
                <c:pt idx="358">
                  <c:v>0.16272470401098271</c:v>
                </c:pt>
                <c:pt idx="359">
                  <c:v>0.15831692206465919</c:v>
                </c:pt>
                <c:pt idx="360">
                  <c:v>0.15401087004641451</c:v>
                </c:pt>
                <c:pt idx="361">
                  <c:v>0.15026367889017833</c:v>
                </c:pt>
                <c:pt idx="362">
                  <c:v>0.14637883908637817</c:v>
                </c:pt>
                <c:pt idx="363">
                  <c:v>0.14233831340407943</c:v>
                </c:pt>
                <c:pt idx="364">
                  <c:v>0.13787956910877289</c:v>
                </c:pt>
                <c:pt idx="365">
                  <c:v>0.135203753999557</c:v>
                </c:pt>
                <c:pt idx="366">
                  <c:v>0.13203688536082173</c:v>
                </c:pt>
                <c:pt idx="367">
                  <c:v>0.12865396052053063</c:v>
                </c:pt>
                <c:pt idx="368">
                  <c:v>0.12450608332884497</c:v>
                </c:pt>
                <c:pt idx="369">
                  <c:v>0.12182541747935263</c:v>
                </c:pt>
                <c:pt idx="370">
                  <c:v>0.11863180469819073</c:v>
                </c:pt>
                <c:pt idx="371">
                  <c:v>0.11548125992252802</c:v>
                </c:pt>
                <c:pt idx="372">
                  <c:v>0.11407897563364974</c:v>
                </c:pt>
                <c:pt idx="373">
                  <c:v>0.11137059677377037</c:v>
                </c:pt>
                <c:pt idx="374">
                  <c:v>0.10919916826370724</c:v>
                </c:pt>
                <c:pt idx="375">
                  <c:v>0.10661878324465716</c:v>
                </c:pt>
                <c:pt idx="376">
                  <c:v>0.10618228536514067</c:v>
                </c:pt>
                <c:pt idx="377">
                  <c:v>0.10445373153081039</c:v>
                </c:pt>
                <c:pt idx="378">
                  <c:v>0.10261141380841204</c:v>
                </c:pt>
                <c:pt idx="379">
                  <c:v>0.10157464407079819</c:v>
                </c:pt>
                <c:pt idx="380">
                  <c:v>9.8982355754675372E-2</c:v>
                </c:pt>
                <c:pt idx="381">
                  <c:v>9.9889912024512736E-2</c:v>
                </c:pt>
                <c:pt idx="382">
                  <c:v>9.7373404154333848E-2</c:v>
                </c:pt>
                <c:pt idx="383">
                  <c:v>9.668609923823919E-2</c:v>
                </c:pt>
                <c:pt idx="384">
                  <c:v>9.6713449435386775E-2</c:v>
                </c:pt>
                <c:pt idx="385">
                  <c:v>9.5663286173394743E-2</c:v>
                </c:pt>
                <c:pt idx="386">
                  <c:v>9.4715742888544202E-2</c:v>
                </c:pt>
                <c:pt idx="387">
                  <c:v>9.3894533962387422E-2</c:v>
                </c:pt>
                <c:pt idx="388">
                  <c:v>9.4785887436663441E-2</c:v>
                </c:pt>
                <c:pt idx="389">
                  <c:v>9.3353955958555848E-2</c:v>
                </c:pt>
                <c:pt idx="390">
                  <c:v>9.3726881555092206E-2</c:v>
                </c:pt>
                <c:pt idx="391">
                  <c:v>9.3052759624476483E-2</c:v>
                </c:pt>
                <c:pt idx="392">
                  <c:v>9.3186485618155179E-2</c:v>
                </c:pt>
                <c:pt idx="393">
                  <c:v>9.2916912766136242E-2</c:v>
                </c:pt>
                <c:pt idx="394">
                  <c:v>9.2537483845357024E-2</c:v>
                </c:pt>
                <c:pt idx="395">
                  <c:v>9.2962189461441552E-2</c:v>
                </c:pt>
                <c:pt idx="396">
                  <c:v>9.3383753707877479E-2</c:v>
                </c:pt>
                <c:pt idx="397">
                  <c:v>9.2653740166589463E-2</c:v>
                </c:pt>
                <c:pt idx="398">
                  <c:v>9.4064765407421397E-2</c:v>
                </c:pt>
                <c:pt idx="399">
                  <c:v>9.3381376394693724E-2</c:v>
                </c:pt>
                <c:pt idx="400">
                  <c:v>9.5627274290620415E-2</c:v>
                </c:pt>
                <c:pt idx="401">
                  <c:v>9.5051727825197607E-2</c:v>
                </c:pt>
                <c:pt idx="402">
                  <c:v>9.579710097655883E-2</c:v>
                </c:pt>
                <c:pt idx="403">
                  <c:v>9.5715506584992241E-2</c:v>
                </c:pt>
                <c:pt idx="404">
                  <c:v>9.7668269741876521E-2</c:v>
                </c:pt>
                <c:pt idx="405">
                  <c:v>9.9481317135611202E-2</c:v>
                </c:pt>
                <c:pt idx="406">
                  <c:v>0.10170856270641707</c:v>
                </c:pt>
                <c:pt idx="407">
                  <c:v>0.10155194196068916</c:v>
                </c:pt>
                <c:pt idx="408">
                  <c:v>0.10426965055513424</c:v>
                </c:pt>
                <c:pt idx="409">
                  <c:v>0.10578087730061043</c:v>
                </c:pt>
                <c:pt idx="410">
                  <c:v>0.10774974570867044</c:v>
                </c:pt>
                <c:pt idx="411">
                  <c:v>0.10950323056016635</c:v>
                </c:pt>
                <c:pt idx="412">
                  <c:v>0.11161757205620056</c:v>
                </c:pt>
                <c:pt idx="413">
                  <c:v>0.11559680257067415</c:v>
                </c:pt>
                <c:pt idx="414">
                  <c:v>0.11706868898666568</c:v>
                </c:pt>
                <c:pt idx="415">
                  <c:v>0.12108621372309966</c:v>
                </c:pt>
                <c:pt idx="416">
                  <c:v>0.12375640200290693</c:v>
                </c:pt>
                <c:pt idx="417">
                  <c:v>0.12798077399740765</c:v>
                </c:pt>
                <c:pt idx="418">
                  <c:v>0.13157434587251737</c:v>
                </c:pt>
                <c:pt idx="419">
                  <c:v>0.13490104925779067</c:v>
                </c:pt>
                <c:pt idx="420">
                  <c:v>0.13939919650052437</c:v>
                </c:pt>
                <c:pt idx="421">
                  <c:v>0.14206607558433368</c:v>
                </c:pt>
                <c:pt idx="422">
                  <c:v>0.14693898135447761</c:v>
                </c:pt>
                <c:pt idx="423">
                  <c:v>0.15043673855169065</c:v>
                </c:pt>
                <c:pt idx="424">
                  <c:v>0.15449374305076746</c:v>
                </c:pt>
                <c:pt idx="425">
                  <c:v>0.15882013472763973</c:v>
                </c:pt>
                <c:pt idx="426">
                  <c:v>0.16301093732552996</c:v>
                </c:pt>
                <c:pt idx="427">
                  <c:v>0.16654109192624642</c:v>
                </c:pt>
                <c:pt idx="428">
                  <c:v>0.17083980920460135</c:v>
                </c:pt>
                <c:pt idx="429">
                  <c:v>0.17236891133703644</c:v>
                </c:pt>
                <c:pt idx="430">
                  <c:v>0.17604415161102144</c:v>
                </c:pt>
                <c:pt idx="431">
                  <c:v>0.18021194077618677</c:v>
                </c:pt>
                <c:pt idx="432">
                  <c:v>0.18300778666116363</c:v>
                </c:pt>
                <c:pt idx="433">
                  <c:v>0.18363034863593092</c:v>
                </c:pt>
                <c:pt idx="434">
                  <c:v>0.18587530948063996</c:v>
                </c:pt>
                <c:pt idx="435">
                  <c:v>0.18846393570789127</c:v>
                </c:pt>
                <c:pt idx="436">
                  <c:v>0.18816965575522338</c:v>
                </c:pt>
                <c:pt idx="437">
                  <c:v>0.18947345707531782</c:v>
                </c:pt>
                <c:pt idx="438">
                  <c:v>0.19058495636493575</c:v>
                </c:pt>
                <c:pt idx="439">
                  <c:v>0.1893657126628705</c:v>
                </c:pt>
                <c:pt idx="440">
                  <c:v>0.18918832885289816</c:v>
                </c:pt>
                <c:pt idx="441">
                  <c:v>0.18847357898028017</c:v>
                </c:pt>
                <c:pt idx="442">
                  <c:v>0.1856215903767148</c:v>
                </c:pt>
                <c:pt idx="443">
                  <c:v>0.18408061027902248</c:v>
                </c:pt>
                <c:pt idx="444">
                  <c:v>0.18242701541244449</c:v>
                </c:pt>
                <c:pt idx="445">
                  <c:v>0.18010549430462208</c:v>
                </c:pt>
                <c:pt idx="446">
                  <c:v>0.17547509368252825</c:v>
                </c:pt>
                <c:pt idx="447">
                  <c:v>0.17396645803342509</c:v>
                </c:pt>
                <c:pt idx="448">
                  <c:v>0.16874631388517825</c:v>
                </c:pt>
                <c:pt idx="449">
                  <c:v>0.16487770918475422</c:v>
                </c:pt>
                <c:pt idx="450">
                  <c:v>0.16036540855381207</c:v>
                </c:pt>
                <c:pt idx="451">
                  <c:v>0.15674770575980429</c:v>
                </c:pt>
                <c:pt idx="452">
                  <c:v>0.15151296499966788</c:v>
                </c:pt>
                <c:pt idx="453">
                  <c:v>0.14705925742854833</c:v>
                </c:pt>
                <c:pt idx="454">
                  <c:v>0.14285683918825773</c:v>
                </c:pt>
                <c:pt idx="455">
                  <c:v>0.13856284788631551</c:v>
                </c:pt>
                <c:pt idx="456">
                  <c:v>0.13258274901093639</c:v>
                </c:pt>
                <c:pt idx="457">
                  <c:v>0.12865660288934866</c:v>
                </c:pt>
                <c:pt idx="458">
                  <c:v>0.12555060284347136</c:v>
                </c:pt>
                <c:pt idx="459">
                  <c:v>0.12123073815156667</c:v>
                </c:pt>
                <c:pt idx="460">
                  <c:v>0.11699313276252946</c:v>
                </c:pt>
                <c:pt idx="461">
                  <c:v>0.11379968700223625</c:v>
                </c:pt>
                <c:pt idx="462">
                  <c:v>0.1109950320547621</c:v>
                </c:pt>
                <c:pt idx="463">
                  <c:v>0.10827615156379927</c:v>
                </c:pt>
                <c:pt idx="464">
                  <c:v>0.10422153488327851</c:v>
                </c:pt>
                <c:pt idx="465">
                  <c:v>0.10073271271643316</c:v>
                </c:pt>
                <c:pt idx="466">
                  <c:v>9.9758559989670537E-2</c:v>
                </c:pt>
                <c:pt idx="467">
                  <c:v>9.7429284146497847E-2</c:v>
                </c:pt>
                <c:pt idx="468">
                  <c:v>9.6463326189825602E-2</c:v>
                </c:pt>
                <c:pt idx="469">
                  <c:v>9.4550197546365386E-2</c:v>
                </c:pt>
                <c:pt idx="470">
                  <c:v>9.3830068073397055E-2</c:v>
                </c:pt>
                <c:pt idx="471">
                  <c:v>9.3107149976507347E-2</c:v>
                </c:pt>
                <c:pt idx="472">
                  <c:v>9.4009374126245965E-2</c:v>
                </c:pt>
                <c:pt idx="473">
                  <c:v>9.3625505061444389E-2</c:v>
                </c:pt>
                <c:pt idx="474">
                  <c:v>9.5025710226935567E-2</c:v>
                </c:pt>
                <c:pt idx="475">
                  <c:v>9.6595482544271555E-2</c:v>
                </c:pt>
                <c:pt idx="476">
                  <c:v>9.6825981012416004E-2</c:v>
                </c:pt>
                <c:pt idx="477">
                  <c:v>9.9071718538342318E-2</c:v>
                </c:pt>
                <c:pt idx="478">
                  <c:v>0.1011086906490757</c:v>
                </c:pt>
                <c:pt idx="479">
                  <c:v>0.10321217969421875</c:v>
                </c:pt>
                <c:pt idx="480">
                  <c:v>0.10626165438067343</c:v>
                </c:pt>
                <c:pt idx="481">
                  <c:v>0.10788405597566811</c:v>
                </c:pt>
                <c:pt idx="482">
                  <c:v>0.11236745288794986</c:v>
                </c:pt>
                <c:pt idx="483">
                  <c:v>0.1166831097953155</c:v>
                </c:pt>
                <c:pt idx="484">
                  <c:v>0.1210411856114689</c:v>
                </c:pt>
                <c:pt idx="485">
                  <c:v>0.12650368144474305</c:v>
                </c:pt>
                <c:pt idx="486">
                  <c:v>0.13115734043943819</c:v>
                </c:pt>
                <c:pt idx="487">
                  <c:v>0.13689408218680887</c:v>
                </c:pt>
                <c:pt idx="488">
                  <c:v>0.14157849629132616</c:v>
                </c:pt>
                <c:pt idx="489">
                  <c:v>0.14753605362249461</c:v>
                </c:pt>
                <c:pt idx="490">
                  <c:v>0.15423300485859462</c:v>
                </c:pt>
                <c:pt idx="491">
                  <c:v>0.16170106305250612</c:v>
                </c:pt>
                <c:pt idx="492">
                  <c:v>0.16805336361321349</c:v>
                </c:pt>
                <c:pt idx="493">
                  <c:v>0.17734050091853576</c:v>
                </c:pt>
                <c:pt idx="494">
                  <c:v>0.18275093053621619</c:v>
                </c:pt>
                <c:pt idx="495">
                  <c:v>0.19290003935428038</c:v>
                </c:pt>
                <c:pt idx="496">
                  <c:v>0.2015954863739278</c:v>
                </c:pt>
                <c:pt idx="497">
                  <c:v>0.21079163390220179</c:v>
                </c:pt>
                <c:pt idx="498">
                  <c:v>0.22049810215638954</c:v>
                </c:pt>
                <c:pt idx="499">
                  <c:v>0.23044387008552905</c:v>
                </c:pt>
                <c:pt idx="500">
                  <c:v>0.23936064443394917</c:v>
                </c:pt>
                <c:pt idx="501">
                  <c:v>0.24962144440523959</c:v>
                </c:pt>
                <c:pt idx="502">
                  <c:v>0.25989326523789641</c:v>
                </c:pt>
                <c:pt idx="503">
                  <c:v>0.27018966344382767</c:v>
                </c:pt>
                <c:pt idx="504">
                  <c:v>0.28092015396083336</c:v>
                </c:pt>
                <c:pt idx="505">
                  <c:v>0.29203777693869892</c:v>
                </c:pt>
                <c:pt idx="506">
                  <c:v>0.30223856995945991</c:v>
                </c:pt>
                <c:pt idx="507">
                  <c:v>0.31331993958517534</c:v>
                </c:pt>
                <c:pt idx="508">
                  <c:v>0.32482192325519305</c:v>
                </c:pt>
                <c:pt idx="509">
                  <c:v>0.33561672453237973</c:v>
                </c:pt>
                <c:pt idx="510">
                  <c:v>0</c:v>
                </c:pt>
                <c:pt idx="511">
                  <c:v>0</c:v>
                </c:pt>
              </c:numCache>
            </c:numRef>
          </c:yVal>
          <c:smooth val="1"/>
          <c:extLst>
            <c:ext xmlns:c16="http://schemas.microsoft.com/office/drawing/2014/chart" uri="{C3380CC4-5D6E-409C-BE32-E72D297353CC}">
              <c16:uniqueId val="{00000002-693A-4FEE-9B81-6D5C5FD0A1C8}"/>
            </c:ext>
          </c:extLst>
        </c:ser>
        <c:ser>
          <c:idx val="2"/>
          <c:order val="3"/>
          <c:tx>
            <c:strRef>
              <c:f>'calib_(2)'!$D$7</c:f>
              <c:strCache>
                <c:ptCount val="1"/>
                <c:pt idx="0">
                  <c:v>penetration</c:v>
                </c:pt>
              </c:strCache>
              <c:extLst xmlns:c15="http://schemas.microsoft.com/office/drawing/2012/chart"/>
            </c:strRef>
          </c:tx>
          <c:spPr>
            <a:ln w="22225" cap="rnd">
              <a:solidFill>
                <a:schemeClr val="accent6"/>
              </a:solidFill>
              <a:prstDash val="dash"/>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extLst xmlns:c15="http://schemas.microsoft.com/office/drawing/2012/chart"/>
            </c:numRef>
          </c:xVal>
          <c:yVal>
            <c:numRef>
              <c:f>'calib_(2)'!$D$8:$D$519</c:f>
              <c:numCache>
                <c:formatCode>General</c:formatCode>
                <c:ptCount val="512"/>
                <c:pt idx="0">
                  <c:v>3.0897797623661342E-2</c:v>
                </c:pt>
                <c:pt idx="1">
                  <c:v>3.4212437274727857E-2</c:v>
                </c:pt>
                <c:pt idx="2">
                  <c:v>3.6398069880277752E-2</c:v>
                </c:pt>
                <c:pt idx="3">
                  <c:v>3.7535157540029757E-2</c:v>
                </c:pt>
                <c:pt idx="4">
                  <c:v>3.8103794200830134E-2</c:v>
                </c:pt>
                <c:pt idx="5">
                  <c:v>3.8619881132285171E-2</c:v>
                </c:pt>
                <c:pt idx="6">
                  <c:v>3.8874335372740584E-2</c:v>
                </c:pt>
                <c:pt idx="7">
                  <c:v>3.8539090758891149E-2</c:v>
                </c:pt>
                <c:pt idx="8">
                  <c:v>3.9720662986533699E-2</c:v>
                </c:pt>
                <c:pt idx="9">
                  <c:v>3.9938360515342754E-2</c:v>
                </c:pt>
                <c:pt idx="10">
                  <c:v>3.9930510207485601E-2</c:v>
                </c:pt>
                <c:pt idx="11">
                  <c:v>3.9664410149335687E-2</c:v>
                </c:pt>
                <c:pt idx="12">
                  <c:v>3.9132495023875412E-2</c:v>
                </c:pt>
                <c:pt idx="13">
                  <c:v>3.9305834752917476E-2</c:v>
                </c:pt>
                <c:pt idx="14">
                  <c:v>3.9514801060810609E-2</c:v>
                </c:pt>
                <c:pt idx="15">
                  <c:v>3.9519502353450676E-2</c:v>
                </c:pt>
                <c:pt idx="16">
                  <c:v>3.9507272854557136E-2</c:v>
                </c:pt>
                <c:pt idx="17">
                  <c:v>3.9422509766959782E-2</c:v>
                </c:pt>
                <c:pt idx="18">
                  <c:v>3.9301672638586124E-2</c:v>
                </c:pt>
                <c:pt idx="19">
                  <c:v>3.9201646835337077E-2</c:v>
                </c:pt>
                <c:pt idx="20">
                  <c:v>3.9051618737416811E-2</c:v>
                </c:pt>
                <c:pt idx="21">
                  <c:v>3.9007264931022204E-2</c:v>
                </c:pt>
                <c:pt idx="22">
                  <c:v>3.9055465040739451E-2</c:v>
                </c:pt>
                <c:pt idx="23">
                  <c:v>4.1059966372355441E-2</c:v>
                </c:pt>
                <c:pt idx="24">
                  <c:v>4.3116447963674497E-2</c:v>
                </c:pt>
                <c:pt idx="25">
                  <c:v>4.5789933373667484E-2</c:v>
                </c:pt>
                <c:pt idx="26">
                  <c:v>4.7289765958903787E-2</c:v>
                </c:pt>
                <c:pt idx="27">
                  <c:v>4.7443670294141461E-2</c:v>
                </c:pt>
                <c:pt idx="28">
                  <c:v>4.568553415433748E-2</c:v>
                </c:pt>
                <c:pt idx="29">
                  <c:v>4.2548002796213312E-2</c:v>
                </c:pt>
                <c:pt idx="30">
                  <c:v>4.1365952331419285E-2</c:v>
                </c:pt>
                <c:pt idx="31">
                  <c:v>4.0322081483548343E-2</c:v>
                </c:pt>
                <c:pt idx="32">
                  <c:v>3.9434783950215102E-2</c:v>
                </c:pt>
                <c:pt idx="33">
                  <c:v>3.761202589041903E-2</c:v>
                </c:pt>
                <c:pt idx="34">
                  <c:v>3.7664594436741611E-2</c:v>
                </c:pt>
                <c:pt idx="35">
                  <c:v>3.7358110278788485E-2</c:v>
                </c:pt>
                <c:pt idx="36">
                  <c:v>3.6902182766265515E-2</c:v>
                </c:pt>
                <c:pt idx="37">
                  <c:v>3.6695884330756434E-2</c:v>
                </c:pt>
                <c:pt idx="38">
                  <c:v>3.6248995636779621E-2</c:v>
                </c:pt>
                <c:pt idx="39">
                  <c:v>3.6486531298083887E-2</c:v>
                </c:pt>
                <c:pt idx="40">
                  <c:v>3.6482860213779604E-2</c:v>
                </c:pt>
                <c:pt idx="41">
                  <c:v>3.6656533809706751E-2</c:v>
                </c:pt>
                <c:pt idx="42">
                  <c:v>3.5914296106611523E-2</c:v>
                </c:pt>
                <c:pt idx="43">
                  <c:v>3.653516783219516E-2</c:v>
                </c:pt>
                <c:pt idx="44">
                  <c:v>3.5869932820826414E-2</c:v>
                </c:pt>
                <c:pt idx="45">
                  <c:v>3.6777762984630133E-2</c:v>
                </c:pt>
                <c:pt idx="46">
                  <c:v>3.657550011069944E-2</c:v>
                </c:pt>
                <c:pt idx="47">
                  <c:v>3.6531081562331522E-2</c:v>
                </c:pt>
                <c:pt idx="48">
                  <c:v>3.6366164266912943E-2</c:v>
                </c:pt>
                <c:pt idx="49">
                  <c:v>3.632955146683977E-2</c:v>
                </c:pt>
                <c:pt idx="50">
                  <c:v>3.6486747479531081E-2</c:v>
                </c:pt>
                <c:pt idx="51">
                  <c:v>3.6664439029125043E-2</c:v>
                </c:pt>
                <c:pt idx="52">
                  <c:v>3.6680231672782532E-2</c:v>
                </c:pt>
                <c:pt idx="53">
                  <c:v>3.6240548163368295E-2</c:v>
                </c:pt>
                <c:pt idx="54">
                  <c:v>3.6639546619721304E-2</c:v>
                </c:pt>
                <c:pt idx="55">
                  <c:v>3.6947092594012396E-2</c:v>
                </c:pt>
                <c:pt idx="56">
                  <c:v>3.6607732677289923E-2</c:v>
                </c:pt>
                <c:pt idx="57">
                  <c:v>3.5531329864163366E-2</c:v>
                </c:pt>
                <c:pt idx="58">
                  <c:v>3.5825541898008684E-2</c:v>
                </c:pt>
                <c:pt idx="59">
                  <c:v>3.534976279134E-2</c:v>
                </c:pt>
                <c:pt idx="60">
                  <c:v>3.4579559814074484E-2</c:v>
                </c:pt>
                <c:pt idx="61">
                  <c:v>3.4579403633145142E-2</c:v>
                </c:pt>
                <c:pt idx="62">
                  <c:v>3.4119614676174526E-2</c:v>
                </c:pt>
                <c:pt idx="63">
                  <c:v>3.4014913741786446E-2</c:v>
                </c:pt>
                <c:pt idx="64">
                  <c:v>3.3179817980416186E-2</c:v>
                </c:pt>
                <c:pt idx="65">
                  <c:v>3.3034910133586601E-2</c:v>
                </c:pt>
                <c:pt idx="66">
                  <c:v>3.2688170504556968E-2</c:v>
                </c:pt>
                <c:pt idx="67">
                  <c:v>3.2728388927255297E-2</c:v>
                </c:pt>
                <c:pt idx="68">
                  <c:v>3.2010916383891738E-2</c:v>
                </c:pt>
                <c:pt idx="69">
                  <c:v>3.2228348232130027E-2</c:v>
                </c:pt>
                <c:pt idx="70">
                  <c:v>3.1906100361584866E-2</c:v>
                </c:pt>
                <c:pt idx="71">
                  <c:v>3.187362109581305E-2</c:v>
                </c:pt>
                <c:pt idx="72">
                  <c:v>3.154689460864029E-2</c:v>
                </c:pt>
                <c:pt idx="73">
                  <c:v>3.1296901325942539E-2</c:v>
                </c:pt>
                <c:pt idx="74">
                  <c:v>3.2155609433974032E-2</c:v>
                </c:pt>
                <c:pt idx="75">
                  <c:v>3.1446305210427641E-2</c:v>
                </c:pt>
                <c:pt idx="76">
                  <c:v>3.1474372456694981E-2</c:v>
                </c:pt>
                <c:pt idx="77">
                  <c:v>3.1683700347567151E-2</c:v>
                </c:pt>
                <c:pt idx="78">
                  <c:v>3.075645345974783E-2</c:v>
                </c:pt>
                <c:pt idx="79">
                  <c:v>3.0482190454523123E-2</c:v>
                </c:pt>
                <c:pt idx="80">
                  <c:v>3.0381878394326583E-2</c:v>
                </c:pt>
                <c:pt idx="81">
                  <c:v>3.0328737671430184E-2</c:v>
                </c:pt>
                <c:pt idx="82">
                  <c:v>3.070841759160059E-2</c:v>
                </c:pt>
                <c:pt idx="83">
                  <c:v>3.0038323245935878E-2</c:v>
                </c:pt>
                <c:pt idx="84">
                  <c:v>3.0054504135313336E-2</c:v>
                </c:pt>
                <c:pt idx="85">
                  <c:v>2.9865516115766148E-2</c:v>
                </c:pt>
                <c:pt idx="86">
                  <c:v>2.9938162885992749E-2</c:v>
                </c:pt>
                <c:pt idx="87">
                  <c:v>2.9756707723569562E-2</c:v>
                </c:pt>
                <c:pt idx="88">
                  <c:v>3.0204011115911894E-2</c:v>
                </c:pt>
                <c:pt idx="89">
                  <c:v>2.9647615832891175E-2</c:v>
                </c:pt>
                <c:pt idx="90">
                  <c:v>2.9506552269794747E-2</c:v>
                </c:pt>
                <c:pt idx="91">
                  <c:v>2.8921840203455663E-2</c:v>
                </c:pt>
                <c:pt idx="92">
                  <c:v>2.9538537681277087E-2</c:v>
                </c:pt>
                <c:pt idx="93">
                  <c:v>2.8728231244583589E-2</c:v>
                </c:pt>
                <c:pt idx="94">
                  <c:v>2.9377634720029959E-2</c:v>
                </c:pt>
                <c:pt idx="95">
                  <c:v>2.9167768092510551E-2</c:v>
                </c:pt>
                <c:pt idx="96">
                  <c:v>2.8619621114225946E-2</c:v>
                </c:pt>
                <c:pt idx="97">
                  <c:v>2.8582883888537448E-2</c:v>
                </c:pt>
                <c:pt idx="98">
                  <c:v>2.8336836770838297E-2</c:v>
                </c:pt>
                <c:pt idx="99">
                  <c:v>2.8554705819917134E-2</c:v>
                </c:pt>
                <c:pt idx="100">
                  <c:v>2.9046687122938841E-2</c:v>
                </c:pt>
                <c:pt idx="101">
                  <c:v>2.8772533753459145E-2</c:v>
                </c:pt>
                <c:pt idx="102">
                  <c:v>2.868774878671166E-2</c:v>
                </c:pt>
                <c:pt idx="103">
                  <c:v>2.8659412620010052E-2</c:v>
                </c:pt>
                <c:pt idx="104">
                  <c:v>2.8442004183057059E-2</c:v>
                </c:pt>
                <c:pt idx="105">
                  <c:v>2.8417763941188987E-2</c:v>
                </c:pt>
                <c:pt idx="106">
                  <c:v>2.8458052433070563E-2</c:v>
                </c:pt>
                <c:pt idx="107">
                  <c:v>2.8203811360997092E-2</c:v>
                </c:pt>
                <c:pt idx="108">
                  <c:v>2.8300782396997803E-2</c:v>
                </c:pt>
                <c:pt idx="109">
                  <c:v>2.7978425751805848E-2</c:v>
                </c:pt>
                <c:pt idx="110">
                  <c:v>2.8429534411132419E-2</c:v>
                </c:pt>
                <c:pt idx="111">
                  <c:v>2.8776343087368976E-2</c:v>
                </c:pt>
                <c:pt idx="112">
                  <c:v>2.8554826903697525E-2</c:v>
                </c:pt>
                <c:pt idx="113">
                  <c:v>2.7905271184296296E-2</c:v>
                </c:pt>
                <c:pt idx="114">
                  <c:v>2.8074936566644348E-2</c:v>
                </c:pt>
                <c:pt idx="115">
                  <c:v>2.8684191456721693E-2</c:v>
                </c:pt>
                <c:pt idx="116">
                  <c:v>2.8377205395389491E-2</c:v>
                </c:pt>
                <c:pt idx="117">
                  <c:v>2.8514401608994638E-2</c:v>
                </c:pt>
                <c:pt idx="118">
                  <c:v>2.88490094113516E-2</c:v>
                </c:pt>
                <c:pt idx="119">
                  <c:v>2.9050796849359687E-2</c:v>
                </c:pt>
                <c:pt idx="120">
                  <c:v>2.8764349306783933E-2</c:v>
                </c:pt>
                <c:pt idx="121">
                  <c:v>2.9087204541787606E-2</c:v>
                </c:pt>
                <c:pt idx="122">
                  <c:v>2.9224044754634561E-2</c:v>
                </c:pt>
                <c:pt idx="123">
                  <c:v>2.9833079282432881E-2</c:v>
                </c:pt>
                <c:pt idx="124">
                  <c:v>2.9728273634829105E-2</c:v>
                </c:pt>
                <c:pt idx="125">
                  <c:v>3.011133689834445E-2</c:v>
                </c:pt>
                <c:pt idx="126">
                  <c:v>3.0353342940083645E-2</c:v>
                </c:pt>
                <c:pt idx="127">
                  <c:v>3.0070829735031064E-2</c:v>
                </c:pt>
                <c:pt idx="128">
                  <c:v>3.1022978222720952E-2</c:v>
                </c:pt>
                <c:pt idx="129">
                  <c:v>3.067609424047044E-2</c:v>
                </c:pt>
                <c:pt idx="130">
                  <c:v>3.0832774797670541E-2</c:v>
                </c:pt>
                <c:pt idx="131">
                  <c:v>3.0821702416943961E-2</c:v>
                </c:pt>
                <c:pt idx="132">
                  <c:v>3.0570948429878429E-2</c:v>
                </c:pt>
                <c:pt idx="133">
                  <c:v>3.0695994835090848E-2</c:v>
                </c:pt>
                <c:pt idx="134">
                  <c:v>3.0296849359788484E-2</c:v>
                </c:pt>
                <c:pt idx="135">
                  <c:v>3.0591202184195913E-2</c:v>
                </c:pt>
                <c:pt idx="136">
                  <c:v>3.0631371526892152E-2</c:v>
                </c:pt>
                <c:pt idx="137">
                  <c:v>3.0873352359115043E-2</c:v>
                </c:pt>
                <c:pt idx="138">
                  <c:v>3.1301020849068439E-2</c:v>
                </c:pt>
                <c:pt idx="139">
                  <c:v>3.178492162880979E-2</c:v>
                </c:pt>
                <c:pt idx="140">
                  <c:v>3.3107498401188706E-2</c:v>
                </c:pt>
                <c:pt idx="141">
                  <c:v>3.4946843725196415E-2</c:v>
                </c:pt>
                <c:pt idx="142">
                  <c:v>3.7172601272551058E-2</c:v>
                </c:pt>
                <c:pt idx="143">
                  <c:v>4.0572320388931167E-2</c:v>
                </c:pt>
                <c:pt idx="144">
                  <c:v>4.5455156973726811E-2</c:v>
                </c:pt>
                <c:pt idx="145">
                  <c:v>5.0374881162040711E-2</c:v>
                </c:pt>
                <c:pt idx="146">
                  <c:v>5.6802897853663645E-2</c:v>
                </c:pt>
                <c:pt idx="147">
                  <c:v>6.4271614754267237E-2</c:v>
                </c:pt>
                <c:pt idx="148">
                  <c:v>7.2574603824789294E-2</c:v>
                </c:pt>
                <c:pt idx="149">
                  <c:v>8.3571965197208775E-2</c:v>
                </c:pt>
                <c:pt idx="150">
                  <c:v>9.4257750950010613E-2</c:v>
                </c:pt>
                <c:pt idx="151">
                  <c:v>0.10524994769320734</c:v>
                </c:pt>
                <c:pt idx="152">
                  <c:v>0.11696137453710027</c:v>
                </c:pt>
                <c:pt idx="153">
                  <c:v>0.12713575798613183</c:v>
                </c:pt>
                <c:pt idx="154">
                  <c:v>0.13651491766324086</c:v>
                </c:pt>
                <c:pt idx="155">
                  <c:v>0.14504394050579952</c:v>
                </c:pt>
                <c:pt idx="156">
                  <c:v>0.15150436503730458</c:v>
                </c:pt>
                <c:pt idx="157">
                  <c:v>0.15548867820630957</c:v>
                </c:pt>
                <c:pt idx="158">
                  <c:v>0.15667001293418392</c:v>
                </c:pt>
                <c:pt idx="159">
                  <c:v>0.15537518317841725</c:v>
                </c:pt>
                <c:pt idx="160">
                  <c:v>0.15138306071749194</c:v>
                </c:pt>
                <c:pt idx="161">
                  <c:v>0.14475383372335804</c:v>
                </c:pt>
                <c:pt idx="162">
                  <c:v>0.13631786071559629</c:v>
                </c:pt>
                <c:pt idx="163">
                  <c:v>0.12638914911305535</c:v>
                </c:pt>
                <c:pt idx="164">
                  <c:v>0.11557819430517152</c:v>
                </c:pt>
                <c:pt idx="165">
                  <c:v>0.10444825959272416</c:v>
                </c:pt>
                <c:pt idx="166">
                  <c:v>9.3624766770326787E-2</c:v>
                </c:pt>
                <c:pt idx="167">
                  <c:v>8.2228272135522085E-2</c:v>
                </c:pt>
                <c:pt idx="168">
                  <c:v>7.2844512803276862E-2</c:v>
                </c:pt>
                <c:pt idx="169">
                  <c:v>6.3876233849890232E-2</c:v>
                </c:pt>
                <c:pt idx="170">
                  <c:v>5.6117489430139132E-2</c:v>
                </c:pt>
                <c:pt idx="171">
                  <c:v>4.9697710866791957E-2</c:v>
                </c:pt>
                <c:pt idx="172">
                  <c:v>4.4462836375928655E-2</c:v>
                </c:pt>
                <c:pt idx="173">
                  <c:v>4.1237368399228834E-2</c:v>
                </c:pt>
                <c:pt idx="174">
                  <c:v>3.7922590707843359E-2</c:v>
                </c:pt>
                <c:pt idx="175">
                  <c:v>3.5207999074425726E-2</c:v>
                </c:pt>
                <c:pt idx="176">
                  <c:v>3.3740406934949195E-2</c:v>
                </c:pt>
                <c:pt idx="177">
                  <c:v>3.2329941835903264E-2</c:v>
                </c:pt>
                <c:pt idx="178">
                  <c:v>3.1583659227627396E-2</c:v>
                </c:pt>
                <c:pt idx="179">
                  <c:v>3.0740422001517928E-2</c:v>
                </c:pt>
                <c:pt idx="180">
                  <c:v>3.0889332054815581E-2</c:v>
                </c:pt>
                <c:pt idx="181">
                  <c:v>3.0595285941877701E-2</c:v>
                </c:pt>
                <c:pt idx="182">
                  <c:v>3.0639832960548067E-2</c:v>
                </c:pt>
                <c:pt idx="183">
                  <c:v>3.1405998974489722E-2</c:v>
                </c:pt>
                <c:pt idx="184">
                  <c:v>3.1829478302422595E-2</c:v>
                </c:pt>
                <c:pt idx="185">
                  <c:v>3.114740600821523E-2</c:v>
                </c:pt>
                <c:pt idx="186">
                  <c:v>3.1797020490979343E-2</c:v>
                </c:pt>
                <c:pt idx="187">
                  <c:v>3.1796965551191853E-2</c:v>
                </c:pt>
                <c:pt idx="188">
                  <c:v>3.2188515826111132E-2</c:v>
                </c:pt>
                <c:pt idx="189">
                  <c:v>3.236934518668938E-2</c:v>
                </c:pt>
                <c:pt idx="190">
                  <c:v>3.2212057746373701E-2</c:v>
                </c:pt>
                <c:pt idx="191">
                  <c:v>3.2203701898678758E-2</c:v>
                </c:pt>
                <c:pt idx="192">
                  <c:v>3.3224891913793984E-2</c:v>
                </c:pt>
                <c:pt idx="193">
                  <c:v>3.278065746633034E-2</c:v>
                </c:pt>
                <c:pt idx="194">
                  <c:v>3.3397579452650747E-2</c:v>
                </c:pt>
                <c:pt idx="195">
                  <c:v>3.3043032361774624E-2</c:v>
                </c:pt>
                <c:pt idx="196">
                  <c:v>3.3071526836447269E-2</c:v>
                </c:pt>
                <c:pt idx="197">
                  <c:v>3.3386003721431801E-2</c:v>
                </c:pt>
                <c:pt idx="198">
                  <c:v>3.3438393638952145E-2</c:v>
                </c:pt>
                <c:pt idx="199">
                  <c:v>3.3833494806077898E-2</c:v>
                </c:pt>
                <c:pt idx="200">
                  <c:v>3.3817175638608046E-2</c:v>
                </c:pt>
                <c:pt idx="201">
                  <c:v>3.4385626864330471E-2</c:v>
                </c:pt>
                <c:pt idx="202">
                  <c:v>3.3864936193727185E-2</c:v>
                </c:pt>
                <c:pt idx="203">
                  <c:v>3.3256666794163468E-2</c:v>
                </c:pt>
                <c:pt idx="204">
                  <c:v>3.3394281846982926E-2</c:v>
                </c:pt>
                <c:pt idx="205">
                  <c:v>3.4450641765564817E-2</c:v>
                </c:pt>
                <c:pt idx="206">
                  <c:v>3.4418380944454041E-2</c:v>
                </c:pt>
                <c:pt idx="207">
                  <c:v>3.4035467690454485E-2</c:v>
                </c:pt>
                <c:pt idx="208">
                  <c:v>3.4676169878856272E-2</c:v>
                </c:pt>
                <c:pt idx="209">
                  <c:v>3.447827359813771E-2</c:v>
                </c:pt>
                <c:pt idx="210">
                  <c:v>3.4945922603039553E-2</c:v>
                </c:pt>
                <c:pt idx="211">
                  <c:v>3.4837797136202941E-2</c:v>
                </c:pt>
                <c:pt idx="212">
                  <c:v>3.5736352870549354E-2</c:v>
                </c:pt>
                <c:pt idx="213">
                  <c:v>3.5624175879688441E-2</c:v>
                </c:pt>
                <c:pt idx="214">
                  <c:v>3.5402357657875728E-2</c:v>
                </c:pt>
                <c:pt idx="215">
                  <c:v>3.587859698583E-2</c:v>
                </c:pt>
                <c:pt idx="216">
                  <c:v>3.6470833196868169E-2</c:v>
                </c:pt>
                <c:pt idx="217">
                  <c:v>3.6547256535210348E-2</c:v>
                </c:pt>
                <c:pt idx="218">
                  <c:v>3.64384834608769E-2</c:v>
                </c:pt>
                <c:pt idx="219">
                  <c:v>3.7268532490161523E-2</c:v>
                </c:pt>
                <c:pt idx="220">
                  <c:v>3.6757121239397894E-2</c:v>
                </c:pt>
                <c:pt idx="221">
                  <c:v>3.8003546525871346E-2</c:v>
                </c:pt>
                <c:pt idx="222">
                  <c:v>3.8035276410360544E-2</c:v>
                </c:pt>
                <c:pt idx="223">
                  <c:v>3.9027064142957535E-2</c:v>
                </c:pt>
                <c:pt idx="224">
                  <c:v>3.8950625601296328E-2</c:v>
                </c:pt>
                <c:pt idx="225">
                  <c:v>3.8688953389239888E-2</c:v>
                </c:pt>
                <c:pt idx="226">
                  <c:v>3.9878674365760952E-2</c:v>
                </c:pt>
                <c:pt idx="227">
                  <c:v>4.0338532041484208E-2</c:v>
                </c:pt>
                <c:pt idx="228">
                  <c:v>4.0083605735290843E-2</c:v>
                </c:pt>
                <c:pt idx="229">
                  <c:v>4.076950862504311E-2</c:v>
                </c:pt>
                <c:pt idx="230">
                  <c:v>4.1487260321945989E-2</c:v>
                </c:pt>
                <c:pt idx="231">
                  <c:v>4.1491711392235502E-2</c:v>
                </c:pt>
                <c:pt idx="232">
                  <c:v>4.2427043108568784E-2</c:v>
                </c:pt>
                <c:pt idx="233">
                  <c:v>4.2995669581563395E-2</c:v>
                </c:pt>
                <c:pt idx="234">
                  <c:v>4.337851439482731E-2</c:v>
                </c:pt>
                <c:pt idx="235">
                  <c:v>4.4076559253237745E-2</c:v>
                </c:pt>
                <c:pt idx="236">
                  <c:v>4.4527832227728603E-2</c:v>
                </c:pt>
                <c:pt idx="237">
                  <c:v>4.5515912133502603E-2</c:v>
                </c:pt>
                <c:pt idx="238">
                  <c:v>4.5801918663172396E-2</c:v>
                </c:pt>
                <c:pt idx="239">
                  <c:v>4.6632869278108981E-2</c:v>
                </c:pt>
                <c:pt idx="240">
                  <c:v>4.776607210506556E-2</c:v>
                </c:pt>
                <c:pt idx="241">
                  <c:v>4.7939591057939754E-2</c:v>
                </c:pt>
                <c:pt idx="242">
                  <c:v>4.8919524483241952E-2</c:v>
                </c:pt>
                <c:pt idx="243">
                  <c:v>4.9641225534254201E-2</c:v>
                </c:pt>
                <c:pt idx="244">
                  <c:v>4.9922964811377112E-2</c:v>
                </c:pt>
                <c:pt idx="245">
                  <c:v>4.975834729088599E-2</c:v>
                </c:pt>
                <c:pt idx="246">
                  <c:v>5.1088950542207516E-2</c:v>
                </c:pt>
                <c:pt idx="247">
                  <c:v>5.1208915480840361E-2</c:v>
                </c:pt>
                <c:pt idx="248">
                  <c:v>5.1459772665977101E-2</c:v>
                </c:pt>
                <c:pt idx="249">
                  <c:v>5.2214362812651099E-2</c:v>
                </c:pt>
                <c:pt idx="250">
                  <c:v>5.276215897337666E-2</c:v>
                </c:pt>
                <c:pt idx="251">
                  <c:v>5.2730458031394201E-2</c:v>
                </c:pt>
                <c:pt idx="252">
                  <c:v>5.3136989248545048E-2</c:v>
                </c:pt>
                <c:pt idx="253">
                  <c:v>5.3730117707305639E-2</c:v>
                </c:pt>
                <c:pt idx="254">
                  <c:v>5.504864990886401E-2</c:v>
                </c:pt>
                <c:pt idx="255">
                  <c:v>5.4266550698640684E-2</c:v>
                </c:pt>
                <c:pt idx="256">
                  <c:v>5.4742561275399108E-2</c:v>
                </c:pt>
                <c:pt idx="257">
                  <c:v>5.4959874433090465E-2</c:v>
                </c:pt>
                <c:pt idx="258">
                  <c:v>5.5463543088766526E-2</c:v>
                </c:pt>
                <c:pt idx="259">
                  <c:v>5.6239059824173016E-2</c:v>
                </c:pt>
                <c:pt idx="260">
                  <c:v>5.6888147748924076E-2</c:v>
                </c:pt>
                <c:pt idx="261">
                  <c:v>5.7625867790073712E-2</c:v>
                </c:pt>
                <c:pt idx="262">
                  <c:v>5.7242790543924532E-2</c:v>
                </c:pt>
                <c:pt idx="263">
                  <c:v>5.8133637726417213E-2</c:v>
                </c:pt>
                <c:pt idx="264">
                  <c:v>5.7637904467723725E-2</c:v>
                </c:pt>
                <c:pt idx="265">
                  <c:v>5.8831528757820467E-2</c:v>
                </c:pt>
                <c:pt idx="266">
                  <c:v>5.9077547892973419E-2</c:v>
                </c:pt>
                <c:pt idx="267">
                  <c:v>5.9835574398995561E-2</c:v>
                </c:pt>
                <c:pt idx="268">
                  <c:v>6.0618155613451845E-2</c:v>
                </c:pt>
                <c:pt idx="269">
                  <c:v>6.1142559885764974E-2</c:v>
                </c:pt>
                <c:pt idx="270">
                  <c:v>6.1065383671498955E-2</c:v>
                </c:pt>
                <c:pt idx="271">
                  <c:v>6.2105635044610391E-2</c:v>
                </c:pt>
                <c:pt idx="272">
                  <c:v>6.2411631344382358E-2</c:v>
                </c:pt>
                <c:pt idx="273">
                  <c:v>6.276650115455544E-2</c:v>
                </c:pt>
                <c:pt idx="274">
                  <c:v>6.2820394708172356E-2</c:v>
                </c:pt>
                <c:pt idx="275">
                  <c:v>6.3468633458146892E-2</c:v>
                </c:pt>
                <c:pt idx="276">
                  <c:v>6.3319444075757916E-2</c:v>
                </c:pt>
                <c:pt idx="277">
                  <c:v>6.4364049407451898E-2</c:v>
                </c:pt>
                <c:pt idx="278">
                  <c:v>6.3988600444643801E-2</c:v>
                </c:pt>
                <c:pt idx="279">
                  <c:v>6.3735332638889919E-2</c:v>
                </c:pt>
                <c:pt idx="280">
                  <c:v>6.4335892345592907E-2</c:v>
                </c:pt>
                <c:pt idx="281">
                  <c:v>6.3238808254790779E-2</c:v>
                </c:pt>
                <c:pt idx="282">
                  <c:v>6.3153791551857741E-2</c:v>
                </c:pt>
                <c:pt idx="283">
                  <c:v>6.3186244633478841E-2</c:v>
                </c:pt>
                <c:pt idx="284">
                  <c:v>6.2751672529996416E-2</c:v>
                </c:pt>
                <c:pt idx="285">
                  <c:v>6.2432447376830263E-2</c:v>
                </c:pt>
                <c:pt idx="286">
                  <c:v>6.2210462809480463E-2</c:v>
                </c:pt>
                <c:pt idx="287">
                  <c:v>6.2351287495933834E-2</c:v>
                </c:pt>
                <c:pt idx="288">
                  <c:v>6.1678438772886014E-2</c:v>
                </c:pt>
                <c:pt idx="289">
                  <c:v>6.1275288879723694E-2</c:v>
                </c:pt>
                <c:pt idx="290">
                  <c:v>6.1477060224827601E-2</c:v>
                </c:pt>
                <c:pt idx="291">
                  <c:v>6.0521096605403495E-2</c:v>
                </c:pt>
                <c:pt idx="292">
                  <c:v>6.0859810254180552E-2</c:v>
                </c:pt>
                <c:pt idx="293">
                  <c:v>6.0053162462336475E-2</c:v>
                </c:pt>
                <c:pt idx="294">
                  <c:v>5.9625501415111172E-2</c:v>
                </c:pt>
                <c:pt idx="295">
                  <c:v>6.0529604776416238E-2</c:v>
                </c:pt>
                <c:pt idx="296">
                  <c:v>5.956910214290876E-2</c:v>
                </c:pt>
                <c:pt idx="297">
                  <c:v>6.0782940263861177E-2</c:v>
                </c:pt>
                <c:pt idx="298">
                  <c:v>6.0585633666136417E-2</c:v>
                </c:pt>
                <c:pt idx="299">
                  <c:v>6.0590229067120541E-2</c:v>
                </c:pt>
                <c:pt idx="300">
                  <c:v>6.0460624456682585E-2</c:v>
                </c:pt>
                <c:pt idx="301">
                  <c:v>6.0836138399593814E-2</c:v>
                </c:pt>
                <c:pt idx="302">
                  <c:v>6.1231019601378459E-2</c:v>
                </c:pt>
                <c:pt idx="303">
                  <c:v>6.1694408780046617E-2</c:v>
                </c:pt>
                <c:pt idx="304">
                  <c:v>6.2799788371922849E-2</c:v>
                </c:pt>
                <c:pt idx="305">
                  <c:v>6.398970662812499E-2</c:v>
                </c:pt>
                <c:pt idx="306">
                  <c:v>6.5122364558105675E-2</c:v>
                </c:pt>
                <c:pt idx="307">
                  <c:v>6.5138868127208316E-2</c:v>
                </c:pt>
                <c:pt idx="308">
                  <c:v>6.593318495236962E-2</c:v>
                </c:pt>
                <c:pt idx="309">
                  <c:v>6.598497719462941E-2</c:v>
                </c:pt>
                <c:pt idx="310">
                  <c:v>6.709851332433861E-2</c:v>
                </c:pt>
                <c:pt idx="311">
                  <c:v>6.8287943512689214E-2</c:v>
                </c:pt>
                <c:pt idx="312">
                  <c:v>6.9961617115885957E-2</c:v>
                </c:pt>
                <c:pt idx="313">
                  <c:v>7.1135515973585139E-2</c:v>
                </c:pt>
                <c:pt idx="314">
                  <c:v>7.2239587185922258E-2</c:v>
                </c:pt>
                <c:pt idx="315">
                  <c:v>7.3013631598336404E-2</c:v>
                </c:pt>
                <c:pt idx="316">
                  <c:v>7.5332753890702944E-2</c:v>
                </c:pt>
                <c:pt idx="317">
                  <c:v>7.6002186696811497E-2</c:v>
                </c:pt>
                <c:pt idx="318">
                  <c:v>7.6981861196723206E-2</c:v>
                </c:pt>
                <c:pt idx="319">
                  <c:v>7.9462349892000211E-2</c:v>
                </c:pt>
                <c:pt idx="320">
                  <c:v>8.0405792402271775E-2</c:v>
                </c:pt>
                <c:pt idx="321">
                  <c:v>8.22769558152735E-2</c:v>
                </c:pt>
                <c:pt idx="322">
                  <c:v>8.337341762124742E-2</c:v>
                </c:pt>
                <c:pt idx="323">
                  <c:v>8.44627424686408E-2</c:v>
                </c:pt>
                <c:pt idx="324">
                  <c:v>8.7568029399129013E-2</c:v>
                </c:pt>
                <c:pt idx="325">
                  <c:v>8.8741109083748673E-2</c:v>
                </c:pt>
                <c:pt idx="326">
                  <c:v>8.9374254680808701E-2</c:v>
                </c:pt>
                <c:pt idx="327">
                  <c:v>9.1798212792944728E-2</c:v>
                </c:pt>
                <c:pt idx="328">
                  <c:v>9.3745623100968622E-2</c:v>
                </c:pt>
                <c:pt idx="329">
                  <c:v>9.5036150229762834E-2</c:v>
                </c:pt>
                <c:pt idx="330">
                  <c:v>9.6677505758451215E-2</c:v>
                </c:pt>
                <c:pt idx="331">
                  <c:v>9.8273645654128869E-2</c:v>
                </c:pt>
                <c:pt idx="332">
                  <c:v>0.10083548476035241</c:v>
                </c:pt>
                <c:pt idx="333">
                  <c:v>0.10201209982251942</c:v>
                </c:pt>
                <c:pt idx="334">
                  <c:v>0.10331103316175272</c:v>
                </c:pt>
                <c:pt idx="335">
                  <c:v>0.10362558891927304</c:v>
                </c:pt>
                <c:pt idx="336">
                  <c:v>0.10600446728871074</c:v>
                </c:pt>
                <c:pt idx="337">
                  <c:v>0.10664912142831584</c:v>
                </c:pt>
                <c:pt idx="338">
                  <c:v>0.1087629454465676</c:v>
                </c:pt>
                <c:pt idx="339">
                  <c:v>0.10906117749287104</c:v>
                </c:pt>
                <c:pt idx="340">
                  <c:v>0.1086535323379787</c:v>
                </c:pt>
                <c:pt idx="341">
                  <c:v>0.10849652355259454</c:v>
                </c:pt>
                <c:pt idx="342">
                  <c:v>0.10906570091822085</c:v>
                </c:pt>
                <c:pt idx="343">
                  <c:v>0.10846044236354944</c:v>
                </c:pt>
                <c:pt idx="344">
                  <c:v>0.10748070586053471</c:v>
                </c:pt>
                <c:pt idx="345">
                  <c:v>0.10668221892839164</c:v>
                </c:pt>
                <c:pt idx="346">
                  <c:v>0.10616588591533895</c:v>
                </c:pt>
                <c:pt idx="347">
                  <c:v>0.10414600955849859</c:v>
                </c:pt>
                <c:pt idx="348">
                  <c:v>0.10218168462479506</c:v>
                </c:pt>
                <c:pt idx="349">
                  <c:v>0.10043880541482164</c:v>
                </c:pt>
                <c:pt idx="350">
                  <c:v>9.8782208726630877E-2</c:v>
                </c:pt>
                <c:pt idx="351">
                  <c:v>9.6774537605425037E-2</c:v>
                </c:pt>
                <c:pt idx="352">
                  <c:v>9.4128448791217567E-2</c:v>
                </c:pt>
                <c:pt idx="353">
                  <c:v>9.0753614505245023E-2</c:v>
                </c:pt>
                <c:pt idx="354">
                  <c:v>8.7958500096539979E-2</c:v>
                </c:pt>
                <c:pt idx="355">
                  <c:v>8.5229032653296552E-2</c:v>
                </c:pt>
                <c:pt idx="356">
                  <c:v>8.1873963815879441E-2</c:v>
                </c:pt>
                <c:pt idx="357">
                  <c:v>7.8119044231994464E-2</c:v>
                </c:pt>
                <c:pt idx="358">
                  <c:v>7.4953535171467217E-2</c:v>
                </c:pt>
                <c:pt idx="359">
                  <c:v>7.1190987009164985E-2</c:v>
                </c:pt>
                <c:pt idx="360">
                  <c:v>6.7610440506373395E-2</c:v>
                </c:pt>
                <c:pt idx="361">
                  <c:v>6.4396354708775944E-2</c:v>
                </c:pt>
                <c:pt idx="362">
                  <c:v>6.0843693744354471E-2</c:v>
                </c:pt>
                <c:pt idx="363">
                  <c:v>5.8137606996731997E-2</c:v>
                </c:pt>
                <c:pt idx="364">
                  <c:v>5.397684854940607E-2</c:v>
                </c:pt>
                <c:pt idx="365">
                  <c:v>5.1628809716965013E-2</c:v>
                </c:pt>
                <c:pt idx="366">
                  <c:v>4.9459972666751228E-2</c:v>
                </c:pt>
                <c:pt idx="367">
                  <c:v>4.6322504138956562E-2</c:v>
                </c:pt>
                <c:pt idx="368">
                  <c:v>4.2885885778918852E-2</c:v>
                </c:pt>
                <c:pt idx="369">
                  <c:v>4.0825867133032052E-2</c:v>
                </c:pt>
                <c:pt idx="370">
                  <c:v>3.8479122289322612E-2</c:v>
                </c:pt>
                <c:pt idx="371">
                  <c:v>3.610741543157036E-2</c:v>
                </c:pt>
                <c:pt idx="372">
                  <c:v>3.3978302961179353E-2</c:v>
                </c:pt>
                <c:pt idx="373">
                  <c:v>3.2446574020870679E-2</c:v>
                </c:pt>
                <c:pt idx="374">
                  <c:v>3.0675852180553805E-2</c:v>
                </c:pt>
                <c:pt idx="375">
                  <c:v>2.8422142571327587E-2</c:v>
                </c:pt>
                <c:pt idx="376">
                  <c:v>2.7518439407825283E-2</c:v>
                </c:pt>
                <c:pt idx="377">
                  <c:v>2.6474285344696077E-2</c:v>
                </c:pt>
                <c:pt idx="378">
                  <c:v>2.4821102647576442E-2</c:v>
                </c:pt>
                <c:pt idx="379">
                  <c:v>2.4360950773665794E-2</c:v>
                </c:pt>
                <c:pt idx="380">
                  <c:v>2.2457523271463432E-2</c:v>
                </c:pt>
                <c:pt idx="381">
                  <c:v>2.2057993447912285E-2</c:v>
                </c:pt>
                <c:pt idx="382">
                  <c:v>2.1187253494161486E-2</c:v>
                </c:pt>
                <c:pt idx="383">
                  <c:v>2.0037856180196725E-2</c:v>
                </c:pt>
                <c:pt idx="384">
                  <c:v>1.9671231346968753E-2</c:v>
                </c:pt>
                <c:pt idx="385">
                  <c:v>1.9279439153854265E-2</c:v>
                </c:pt>
                <c:pt idx="386">
                  <c:v>1.8590525736716233E-2</c:v>
                </c:pt>
                <c:pt idx="387">
                  <c:v>1.8388769657317311E-2</c:v>
                </c:pt>
                <c:pt idx="388">
                  <c:v>1.8396467891249692E-2</c:v>
                </c:pt>
                <c:pt idx="389">
                  <c:v>1.7606291522271701E-2</c:v>
                </c:pt>
                <c:pt idx="390">
                  <c:v>1.7594013351275511E-2</c:v>
                </c:pt>
                <c:pt idx="391">
                  <c:v>1.7618499652091654E-2</c:v>
                </c:pt>
                <c:pt idx="392">
                  <c:v>1.7719024563095098E-2</c:v>
                </c:pt>
                <c:pt idx="393">
                  <c:v>1.7614317638422212E-2</c:v>
                </c:pt>
                <c:pt idx="394">
                  <c:v>1.80619785128504E-2</c:v>
                </c:pt>
                <c:pt idx="395">
                  <c:v>1.792886132452761E-2</c:v>
                </c:pt>
                <c:pt idx="396">
                  <c:v>1.8098225855314919E-2</c:v>
                </c:pt>
                <c:pt idx="397">
                  <c:v>1.8190921680305144E-2</c:v>
                </c:pt>
                <c:pt idx="398">
                  <c:v>1.8836518407508124E-2</c:v>
                </c:pt>
                <c:pt idx="399">
                  <c:v>1.9707379365813474E-2</c:v>
                </c:pt>
                <c:pt idx="400">
                  <c:v>2.0167169996421395E-2</c:v>
                </c:pt>
                <c:pt idx="401">
                  <c:v>2.0586553274831103E-2</c:v>
                </c:pt>
                <c:pt idx="402">
                  <c:v>2.1598710127228988E-2</c:v>
                </c:pt>
                <c:pt idx="403">
                  <c:v>2.2191080178666101E-2</c:v>
                </c:pt>
                <c:pt idx="404">
                  <c:v>2.338127539888395E-2</c:v>
                </c:pt>
                <c:pt idx="405">
                  <c:v>2.47238756481277E-2</c:v>
                </c:pt>
                <c:pt idx="406">
                  <c:v>2.6405283774837234E-2</c:v>
                </c:pt>
                <c:pt idx="407">
                  <c:v>2.7562601772058371E-2</c:v>
                </c:pt>
                <c:pt idx="408">
                  <c:v>2.980889200654193E-2</c:v>
                </c:pt>
                <c:pt idx="409">
                  <c:v>3.1264870901424768E-2</c:v>
                </c:pt>
                <c:pt idx="410">
                  <c:v>3.3377754674079725E-2</c:v>
                </c:pt>
                <c:pt idx="411">
                  <c:v>3.56804450590191E-2</c:v>
                </c:pt>
                <c:pt idx="412">
                  <c:v>3.7482549302551758E-2</c:v>
                </c:pt>
                <c:pt idx="413">
                  <c:v>4.1285402315776695E-2</c:v>
                </c:pt>
                <c:pt idx="414">
                  <c:v>4.30112558857643E-2</c:v>
                </c:pt>
                <c:pt idx="415">
                  <c:v>4.6430732820923616E-2</c:v>
                </c:pt>
                <c:pt idx="416">
                  <c:v>4.9032278587485094E-2</c:v>
                </c:pt>
                <c:pt idx="417">
                  <c:v>5.3302806076044734E-2</c:v>
                </c:pt>
                <c:pt idx="418">
                  <c:v>5.5992493806778752E-2</c:v>
                </c:pt>
                <c:pt idx="419">
                  <c:v>5.9916109047112531E-2</c:v>
                </c:pt>
                <c:pt idx="420">
                  <c:v>6.4154977241760808E-2</c:v>
                </c:pt>
                <c:pt idx="421">
                  <c:v>6.7106826507302417E-2</c:v>
                </c:pt>
                <c:pt idx="422">
                  <c:v>7.1473657983899375E-2</c:v>
                </c:pt>
                <c:pt idx="423">
                  <c:v>7.4554360215560764E-2</c:v>
                </c:pt>
                <c:pt idx="424">
                  <c:v>7.8595230837568558E-2</c:v>
                </c:pt>
                <c:pt idx="425">
                  <c:v>8.2982813904730904E-2</c:v>
                </c:pt>
                <c:pt idx="426">
                  <c:v>8.6583956987296817E-2</c:v>
                </c:pt>
                <c:pt idx="427">
                  <c:v>8.9724591274448651E-2</c:v>
                </c:pt>
                <c:pt idx="428">
                  <c:v>9.4003271715066741E-2</c:v>
                </c:pt>
                <c:pt idx="429">
                  <c:v>9.7383133785661977E-2</c:v>
                </c:pt>
                <c:pt idx="430">
                  <c:v>0.10021808732943714</c:v>
                </c:pt>
                <c:pt idx="431">
                  <c:v>0.10354098727729216</c:v>
                </c:pt>
                <c:pt idx="432">
                  <c:v>0.10707329107373506</c:v>
                </c:pt>
                <c:pt idx="433">
                  <c:v>0.1074850229578285</c:v>
                </c:pt>
                <c:pt idx="434">
                  <c:v>0.11074682001526837</c:v>
                </c:pt>
                <c:pt idx="435">
                  <c:v>0.11361387094882021</c:v>
                </c:pt>
                <c:pt idx="436">
                  <c:v>0.11388520869970981</c:v>
                </c:pt>
                <c:pt idx="437">
                  <c:v>0.11459768305234429</c:v>
                </c:pt>
                <c:pt idx="438">
                  <c:v>0.11523090993811128</c:v>
                </c:pt>
                <c:pt idx="439">
                  <c:v>0.11449746694581583</c:v>
                </c:pt>
                <c:pt idx="440">
                  <c:v>0.11526368194336491</c:v>
                </c:pt>
                <c:pt idx="441">
                  <c:v>0.11498150979886147</c:v>
                </c:pt>
                <c:pt idx="442">
                  <c:v>0.11314236361489151</c:v>
                </c:pt>
                <c:pt idx="443">
                  <c:v>0.11193623115987084</c:v>
                </c:pt>
                <c:pt idx="444">
                  <c:v>0.10998443448911077</c:v>
                </c:pt>
                <c:pt idx="445">
                  <c:v>0.10858925297098951</c:v>
                </c:pt>
                <c:pt idx="446">
                  <c:v>0.10442802700937448</c:v>
                </c:pt>
                <c:pt idx="447">
                  <c:v>0.10330653525205272</c:v>
                </c:pt>
                <c:pt idx="448">
                  <c:v>9.9576553630815398E-2</c:v>
                </c:pt>
                <c:pt idx="449">
                  <c:v>9.5741568076992078E-2</c:v>
                </c:pt>
                <c:pt idx="450">
                  <c:v>9.2528252797389604E-2</c:v>
                </c:pt>
                <c:pt idx="451">
                  <c:v>8.9922319541172052E-2</c:v>
                </c:pt>
                <c:pt idx="452">
                  <c:v>8.4744630820353953E-2</c:v>
                </c:pt>
                <c:pt idx="453">
                  <c:v>8.1393438061624343E-2</c:v>
                </c:pt>
                <c:pt idx="454">
                  <c:v>7.7994913021067411E-2</c:v>
                </c:pt>
                <c:pt idx="455">
                  <c:v>7.3892751213280566E-2</c:v>
                </c:pt>
                <c:pt idx="456">
                  <c:v>6.9425022214225959E-2</c:v>
                </c:pt>
                <c:pt idx="457">
                  <c:v>6.5920217553977103E-2</c:v>
                </c:pt>
                <c:pt idx="458">
                  <c:v>6.2840683950753234E-2</c:v>
                </c:pt>
                <c:pt idx="459">
                  <c:v>5.9049336123235707E-2</c:v>
                </c:pt>
                <c:pt idx="460">
                  <c:v>5.6678068287314233E-2</c:v>
                </c:pt>
                <c:pt idx="461">
                  <c:v>5.2952549733899346E-2</c:v>
                </c:pt>
                <c:pt idx="462">
                  <c:v>5.0479824201589904E-2</c:v>
                </c:pt>
                <c:pt idx="463">
                  <c:v>4.8234084655754142E-2</c:v>
                </c:pt>
                <c:pt idx="464">
                  <c:v>4.510427979433259E-2</c:v>
                </c:pt>
                <c:pt idx="465">
                  <c:v>4.2749454359380108E-2</c:v>
                </c:pt>
                <c:pt idx="466">
                  <c:v>4.1539641742576398E-2</c:v>
                </c:pt>
                <c:pt idx="467">
                  <c:v>4.0003120201349246E-2</c:v>
                </c:pt>
                <c:pt idx="468">
                  <c:v>3.8563752992717706E-2</c:v>
                </c:pt>
                <c:pt idx="469">
                  <c:v>3.7744740963704879E-2</c:v>
                </c:pt>
                <c:pt idx="470">
                  <c:v>3.6918640942837873E-2</c:v>
                </c:pt>
                <c:pt idx="471">
                  <c:v>3.6337626708182025E-2</c:v>
                </c:pt>
                <c:pt idx="472">
                  <c:v>3.6692962553975979E-2</c:v>
                </c:pt>
                <c:pt idx="473">
                  <c:v>3.753133472173751E-2</c:v>
                </c:pt>
                <c:pt idx="474">
                  <c:v>3.8152257133052675E-2</c:v>
                </c:pt>
                <c:pt idx="475">
                  <c:v>3.9463077253983909E-2</c:v>
                </c:pt>
                <c:pt idx="476">
                  <c:v>4.0765419950367594E-2</c:v>
                </c:pt>
                <c:pt idx="477">
                  <c:v>4.3197078474436011E-2</c:v>
                </c:pt>
                <c:pt idx="478">
                  <c:v>4.466116975553E-2</c:v>
                </c:pt>
                <c:pt idx="479">
                  <c:v>4.7641138785282804E-2</c:v>
                </c:pt>
                <c:pt idx="480">
                  <c:v>4.9963777932404314E-2</c:v>
                </c:pt>
                <c:pt idx="481">
                  <c:v>5.2416170280318496E-2</c:v>
                </c:pt>
                <c:pt idx="482">
                  <c:v>5.6500546572966243E-2</c:v>
                </c:pt>
                <c:pt idx="483">
                  <c:v>6.0464732413098875E-2</c:v>
                </c:pt>
                <c:pt idx="484">
                  <c:v>6.4916118731673647E-2</c:v>
                </c:pt>
                <c:pt idx="485">
                  <c:v>6.9791652533266357E-2</c:v>
                </c:pt>
                <c:pt idx="486">
                  <c:v>7.3889125119115301E-2</c:v>
                </c:pt>
                <c:pt idx="487">
                  <c:v>7.9655083372461993E-2</c:v>
                </c:pt>
                <c:pt idx="488">
                  <c:v>8.476894535179523E-2</c:v>
                </c:pt>
                <c:pt idx="489">
                  <c:v>9.0127766417315944E-2</c:v>
                </c:pt>
                <c:pt idx="490">
                  <c:v>9.6806529120550197E-2</c:v>
                </c:pt>
                <c:pt idx="491">
                  <c:v>0.10368181480469689</c:v>
                </c:pt>
                <c:pt idx="492">
                  <c:v>0.11061062147660684</c:v>
                </c:pt>
                <c:pt idx="493">
                  <c:v>0.11899375073814331</c:v>
                </c:pt>
                <c:pt idx="494">
                  <c:v>0.12451735482247547</c:v>
                </c:pt>
                <c:pt idx="495">
                  <c:v>0.13424511839692249</c:v>
                </c:pt>
                <c:pt idx="496">
                  <c:v>0.14239456734345374</c:v>
                </c:pt>
                <c:pt idx="497">
                  <c:v>0.15114929963298129</c:v>
                </c:pt>
                <c:pt idx="498">
                  <c:v>0.16075824220532758</c:v>
                </c:pt>
                <c:pt idx="499">
                  <c:v>0.16997348517903008</c:v>
                </c:pt>
                <c:pt idx="500">
                  <c:v>0.17884400371865311</c:v>
                </c:pt>
                <c:pt idx="501">
                  <c:v>0.1884827731089278</c:v>
                </c:pt>
                <c:pt idx="502">
                  <c:v>0.19916903901627978</c:v>
                </c:pt>
                <c:pt idx="503">
                  <c:v>0.20876673258143547</c:v>
                </c:pt>
                <c:pt idx="504">
                  <c:v>0.21933255682817515</c:v>
                </c:pt>
                <c:pt idx="505">
                  <c:v>0.22945564473255931</c:v>
                </c:pt>
                <c:pt idx="506">
                  <c:v>0.24026106538994607</c:v>
                </c:pt>
                <c:pt idx="507">
                  <c:v>0.25139067082071942</c:v>
                </c:pt>
                <c:pt idx="508">
                  <c:v>0.26219960299633721</c:v>
                </c:pt>
                <c:pt idx="509">
                  <c:v>0.27349035673117517</c:v>
                </c:pt>
                <c:pt idx="510">
                  <c:v>0</c:v>
                </c:pt>
                <c:pt idx="511">
                  <c:v>0</c:v>
                </c:pt>
              </c:numCache>
              <c:extLst xmlns:c15="http://schemas.microsoft.com/office/drawing/2012/chart"/>
            </c:numRef>
          </c:yVal>
          <c:smooth val="1"/>
          <c:extLst xmlns:c15="http://schemas.microsoft.com/office/drawing/2012/chart">
            <c:ext xmlns:c16="http://schemas.microsoft.com/office/drawing/2014/chart" uri="{C3380CC4-5D6E-409C-BE32-E72D297353CC}">
              <c16:uniqueId val="{00000003-693A-4FEE-9B81-6D5C5FD0A1C8}"/>
            </c:ext>
          </c:extLst>
        </c:ser>
        <c:ser>
          <c:idx val="4"/>
          <c:order val="4"/>
          <c:tx>
            <c:strRef>
              <c:f>'calib_(2)'!$J$7</c:f>
              <c:strCache>
                <c:ptCount val="1"/>
                <c:pt idx="0">
                  <c:v>without sept</c:v>
                </c:pt>
              </c:strCache>
            </c:strRef>
          </c:tx>
          <c:spPr>
            <a:ln w="25400">
              <a:solidFill>
                <a:schemeClr val="accent6"/>
              </a:solidFill>
              <a:prstDash val="sysDot"/>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'calib_(2)'!$J$8:$J$519</c:f>
              <c:numCache>
                <c:formatCode>General</c:formatCode>
                <c:ptCount val="512"/>
                <c:pt idx="0">
                  <c:v>0.12523886810771104</c:v>
                </c:pt>
                <c:pt idx="1">
                  <c:v>0.13949052783048463</c:v>
                </c:pt>
                <c:pt idx="2">
                  <c:v>0.14485506536069714</c:v>
                </c:pt>
                <c:pt idx="3">
                  <c:v>0.14903133133080768</c:v>
                </c:pt>
                <c:pt idx="4">
                  <c:v>0.15178972113034336</c:v>
                </c:pt>
                <c:pt idx="5">
                  <c:v>0.15387403574981143</c:v>
                </c:pt>
                <c:pt idx="6">
                  <c:v>0.15494204139147649</c:v>
                </c:pt>
                <c:pt idx="7">
                  <c:v>0.15361270804226348</c:v>
                </c:pt>
                <c:pt idx="8">
                  <c:v>0.15574708360815429</c:v>
                </c:pt>
                <c:pt idx="9">
                  <c:v>0.15604338984986593</c:v>
                </c:pt>
                <c:pt idx="10">
                  <c:v>0.15610420939697781</c:v>
                </c:pt>
                <c:pt idx="11">
                  <c:v>0.15716250749992616</c:v>
                </c:pt>
                <c:pt idx="12">
                  <c:v>0.15618105922509759</c:v>
                </c:pt>
                <c:pt idx="13">
                  <c:v>0.15537074246831545</c:v>
                </c:pt>
                <c:pt idx="14">
                  <c:v>0.15599663012150469</c:v>
                </c:pt>
                <c:pt idx="15">
                  <c:v>0.15440931623112428</c:v>
                </c:pt>
                <c:pt idx="16">
                  <c:v>0.1547085290348113</c:v>
                </c:pt>
                <c:pt idx="17">
                  <c:v>0.1531380236366145</c:v>
                </c:pt>
                <c:pt idx="18">
                  <c:v>0.15317606631829556</c:v>
                </c:pt>
                <c:pt idx="19">
                  <c:v>0.15072084676667863</c:v>
                </c:pt>
                <c:pt idx="20">
                  <c:v>0.15123462008971095</c:v>
                </c:pt>
                <c:pt idx="21">
                  <c:v>0.15086089012304593</c:v>
                </c:pt>
                <c:pt idx="22">
                  <c:v>0.15012757195194384</c:v>
                </c:pt>
                <c:pt idx="23">
                  <c:v>0.15253822596218658</c:v>
                </c:pt>
                <c:pt idx="24">
                  <c:v>0.1552823489844713</c:v>
                </c:pt>
                <c:pt idx="25">
                  <c:v>0.15938283464119601</c:v>
                </c:pt>
                <c:pt idx="26">
                  <c:v>0.16136582636319968</c:v>
                </c:pt>
                <c:pt idx="27">
                  <c:v>0.16246742321144569</c:v>
                </c:pt>
                <c:pt idx="28">
                  <c:v>0.16150482336198904</c:v>
                </c:pt>
                <c:pt idx="29">
                  <c:v>0.15724830286081129</c:v>
                </c:pt>
                <c:pt idx="30">
                  <c:v>0.15416627547876979</c:v>
                </c:pt>
                <c:pt idx="31">
                  <c:v>0.15259584974014784</c:v>
                </c:pt>
                <c:pt idx="32">
                  <c:v>0.15017356266777443</c:v>
                </c:pt>
                <c:pt idx="33">
                  <c:v>0.14898673527700559</c:v>
                </c:pt>
                <c:pt idx="34">
                  <c:v>0.1481418437920711</c:v>
                </c:pt>
                <c:pt idx="35">
                  <c:v>0.14846784551659345</c:v>
                </c:pt>
                <c:pt idx="36">
                  <c:v>0.14957591488136113</c:v>
                </c:pt>
                <c:pt idx="37">
                  <c:v>0.15171856640851253</c:v>
                </c:pt>
                <c:pt idx="38">
                  <c:v>0.15585995281532769</c:v>
                </c:pt>
                <c:pt idx="39">
                  <c:v>0.16042081955775905</c:v>
                </c:pt>
                <c:pt idx="40">
                  <c:v>0.16753448811637778</c:v>
                </c:pt>
                <c:pt idx="41">
                  <c:v>0.17469426244672792</c:v>
                </c:pt>
                <c:pt idx="42">
                  <c:v>0.18077720502023215</c:v>
                </c:pt>
                <c:pt idx="43">
                  <c:v>0.18731638508960319</c:v>
                </c:pt>
                <c:pt idx="44">
                  <c:v>0.18954295801118798</c:v>
                </c:pt>
                <c:pt idx="45">
                  <c:v>0.18958875082105067</c:v>
                </c:pt>
                <c:pt idx="46">
                  <c:v>0.18569650821874373</c:v>
                </c:pt>
                <c:pt idx="47">
                  <c:v>0.18068390656470407</c:v>
                </c:pt>
                <c:pt idx="48">
                  <c:v>0.17694989583045395</c:v>
                </c:pt>
                <c:pt idx="49">
                  <c:v>0.17332877999145291</c:v>
                </c:pt>
                <c:pt idx="50">
                  <c:v>0.17123154508673794</c:v>
                </c:pt>
                <c:pt idx="51">
                  <c:v>0.17200847892372792</c:v>
                </c:pt>
                <c:pt idx="52">
                  <c:v>0.17600749374392888</c:v>
                </c:pt>
                <c:pt idx="53">
                  <c:v>0.17940443802775141</c:v>
                </c:pt>
                <c:pt idx="54">
                  <c:v>0.1814205109999</c:v>
                </c:pt>
                <c:pt idx="55">
                  <c:v>0.18575160614068886</c:v>
                </c:pt>
                <c:pt idx="56">
                  <c:v>0.18921010133243243</c:v>
                </c:pt>
                <c:pt idx="57">
                  <c:v>0.19334206848277122</c:v>
                </c:pt>
                <c:pt idx="58">
                  <c:v>0.19549905188450842</c:v>
                </c:pt>
                <c:pt idx="59">
                  <c:v>0.19680890962314043</c:v>
                </c:pt>
                <c:pt idx="60">
                  <c:v>0.20009544119886286</c:v>
                </c:pt>
                <c:pt idx="61">
                  <c:v>0.20412173587354232</c:v>
                </c:pt>
                <c:pt idx="62">
                  <c:v>0.21206941762584908</c:v>
                </c:pt>
                <c:pt idx="63">
                  <c:v>0.22260605381847223</c:v>
                </c:pt>
                <c:pt idx="64">
                  <c:v>0.23926313459392159</c:v>
                </c:pt>
                <c:pt idx="65">
                  <c:v>0.26017855879997653</c:v>
                </c:pt>
                <c:pt idx="66">
                  <c:v>0.29123783381429452</c:v>
                </c:pt>
                <c:pt idx="67">
                  <c:v>0.33256744966926038</c:v>
                </c:pt>
                <c:pt idx="68">
                  <c:v>0.38217048615627264</c:v>
                </c:pt>
                <c:pt idx="69">
                  <c:v>0.43502229324595371</c:v>
                </c:pt>
                <c:pt idx="70">
                  <c:v>0.48841651526366148</c:v>
                </c:pt>
                <c:pt idx="71">
                  <c:v>0.53842096574621312</c:v>
                </c:pt>
                <c:pt idx="72">
                  <c:v>0.57436154451194288</c:v>
                </c:pt>
                <c:pt idx="73">
                  <c:v>0.59362805349727732</c:v>
                </c:pt>
                <c:pt idx="74">
                  <c:v>0.59059151628461315</c:v>
                </c:pt>
                <c:pt idx="75">
                  <c:v>0.57682431470526219</c:v>
                </c:pt>
                <c:pt idx="76">
                  <c:v>0.54587363921237253</c:v>
                </c:pt>
                <c:pt idx="77">
                  <c:v>0.50824612923334622</c:v>
                </c:pt>
                <c:pt idx="78">
                  <c:v>0.47492983363602581</c:v>
                </c:pt>
                <c:pt idx="79">
                  <c:v>0.44827077109272695</c:v>
                </c:pt>
                <c:pt idx="80">
                  <c:v>0.42846582947587514</c:v>
                </c:pt>
                <c:pt idx="81">
                  <c:v>0.41821327766215993</c:v>
                </c:pt>
                <c:pt idx="82">
                  <c:v>0.41273545183537091</c:v>
                </c:pt>
                <c:pt idx="83">
                  <c:v>0.41255426720028515</c:v>
                </c:pt>
                <c:pt idx="84">
                  <c:v>0.40711358081161603</c:v>
                </c:pt>
                <c:pt idx="85">
                  <c:v>0.39782469337008142</c:v>
                </c:pt>
                <c:pt idx="86">
                  <c:v>0.38723923427371054</c:v>
                </c:pt>
                <c:pt idx="87">
                  <c:v>0.37104358424185863</c:v>
                </c:pt>
                <c:pt idx="88">
                  <c:v>0.35149025118715199</c:v>
                </c:pt>
                <c:pt idx="89">
                  <c:v>0.331176220640718</c:v>
                </c:pt>
                <c:pt idx="90">
                  <c:v>0.31326956819412083</c:v>
                </c:pt>
                <c:pt idx="91">
                  <c:v>0.29640409767221165</c:v>
                </c:pt>
                <c:pt idx="92">
                  <c:v>0.28245434658357843</c:v>
                </c:pt>
                <c:pt idx="93">
                  <c:v>0.27262068392506839</c:v>
                </c:pt>
                <c:pt idx="94">
                  <c:v>0.26495611287849141</c:v>
                </c:pt>
                <c:pt idx="95">
                  <c:v>0.26106141672763805</c:v>
                </c:pt>
                <c:pt idx="96">
                  <c:v>0.25832915274073004</c:v>
                </c:pt>
                <c:pt idx="97">
                  <c:v>0.25824275607644243</c:v>
                </c:pt>
                <c:pt idx="98">
                  <c:v>0.25678177745450576</c:v>
                </c:pt>
                <c:pt idx="99">
                  <c:v>0.25697541983209859</c:v>
                </c:pt>
                <c:pt idx="100">
                  <c:v>0.25590344074733695</c:v>
                </c:pt>
                <c:pt idx="101">
                  <c:v>0.25701267045112119</c:v>
                </c:pt>
                <c:pt idx="102">
                  <c:v>0.25619506585359308</c:v>
                </c:pt>
                <c:pt idx="103">
                  <c:v>0.25399890105284784</c:v>
                </c:pt>
                <c:pt idx="104">
                  <c:v>0.25483885213184176</c:v>
                </c:pt>
                <c:pt idx="105">
                  <c:v>0.25287393144514742</c:v>
                </c:pt>
                <c:pt idx="106">
                  <c:v>0.25253975463844636</c:v>
                </c:pt>
                <c:pt idx="107">
                  <c:v>0.25180712788260079</c:v>
                </c:pt>
                <c:pt idx="108">
                  <c:v>0.24861542255485183</c:v>
                </c:pt>
                <c:pt idx="109">
                  <c:v>0.25043831490205121</c:v>
                </c:pt>
                <c:pt idx="110">
                  <c:v>0.24802451003332823</c:v>
                </c:pt>
                <c:pt idx="111">
                  <c:v>0.24739429615203548</c:v>
                </c:pt>
                <c:pt idx="112">
                  <c:v>0.24591224075210671</c:v>
                </c:pt>
                <c:pt idx="113">
                  <c:v>0.24737935638069145</c:v>
                </c:pt>
                <c:pt idx="114">
                  <c:v>0.24683283126291664</c:v>
                </c:pt>
                <c:pt idx="115">
                  <c:v>0.24654587538668921</c:v>
                </c:pt>
                <c:pt idx="116">
                  <c:v>0.24611107987162611</c:v>
                </c:pt>
                <c:pt idx="117">
                  <c:v>0.24594759912899428</c:v>
                </c:pt>
                <c:pt idx="118">
                  <c:v>0.24553040689857453</c:v>
                </c:pt>
                <c:pt idx="119">
                  <c:v>0.2474200213195572</c:v>
                </c:pt>
                <c:pt idx="120">
                  <c:v>0.24791751971291531</c:v>
                </c:pt>
                <c:pt idx="121">
                  <c:v>0.24886570750753914</c:v>
                </c:pt>
                <c:pt idx="122">
                  <c:v>0.24926833774109561</c:v>
                </c:pt>
                <c:pt idx="123">
                  <c:v>0.25104357939209127</c:v>
                </c:pt>
                <c:pt idx="124">
                  <c:v>0.25274983247811494</c:v>
                </c:pt>
                <c:pt idx="125">
                  <c:v>0.25645025328635002</c:v>
                </c:pt>
                <c:pt idx="126">
                  <c:v>0.2539180028315452</c:v>
                </c:pt>
                <c:pt idx="127">
                  <c:v>0.25778792849437382</c:v>
                </c:pt>
                <c:pt idx="128">
                  <c:v>0.25776855472037064</c:v>
                </c:pt>
                <c:pt idx="129">
                  <c:v>0.2589402943730309</c:v>
                </c:pt>
                <c:pt idx="130">
                  <c:v>0.26130890645240823</c:v>
                </c:pt>
                <c:pt idx="131">
                  <c:v>0.2619402550746579</c:v>
                </c:pt>
                <c:pt idx="132">
                  <c:v>0.26450168230179916</c:v>
                </c:pt>
                <c:pt idx="133">
                  <c:v>0.26648066992419778</c:v>
                </c:pt>
                <c:pt idx="134">
                  <c:v>0.26576550158703177</c:v>
                </c:pt>
                <c:pt idx="135">
                  <c:v>0.26776067178133495</c:v>
                </c:pt>
                <c:pt idx="136">
                  <c:v>0.26848430215377433</c:v>
                </c:pt>
                <c:pt idx="137">
                  <c:v>0.27115946647877337</c:v>
                </c:pt>
                <c:pt idx="138">
                  <c:v>0.2731608064594967</c:v>
                </c:pt>
                <c:pt idx="139">
                  <c:v>0.27427525937366087</c:v>
                </c:pt>
                <c:pt idx="140">
                  <c:v>0.27677533967706569</c:v>
                </c:pt>
                <c:pt idx="141">
                  <c:v>0.28019411898807334</c:v>
                </c:pt>
                <c:pt idx="142">
                  <c:v>0.28156476721177504</c:v>
                </c:pt>
                <c:pt idx="143">
                  <c:v>0.28519372290855194</c:v>
                </c:pt>
                <c:pt idx="144">
                  <c:v>0.28975727199436702</c:v>
                </c:pt>
                <c:pt idx="145">
                  <c:v>0.29250631920844322</c:v>
                </c:pt>
                <c:pt idx="146">
                  <c:v>0.29815260812894712</c:v>
                </c:pt>
                <c:pt idx="147">
                  <c:v>0.30411527919262171</c:v>
                </c:pt>
                <c:pt idx="148">
                  <c:v>0.30789807498433364</c:v>
                </c:pt>
                <c:pt idx="149">
                  <c:v>0.31319828808729011</c:v>
                </c:pt>
                <c:pt idx="150">
                  <c:v>0.31833719961865814</c:v>
                </c:pt>
                <c:pt idx="151">
                  <c:v>0.32541639221212665</c:v>
                </c:pt>
                <c:pt idx="152">
                  <c:v>0.32958382499374861</c:v>
                </c:pt>
                <c:pt idx="153">
                  <c:v>0.33549345631381294</c:v>
                </c:pt>
                <c:pt idx="154">
                  <c:v>0.34212538749667831</c:v>
                </c:pt>
                <c:pt idx="155">
                  <c:v>0.34798515739269559</c:v>
                </c:pt>
                <c:pt idx="156">
                  <c:v>0.35296304370990367</c:v>
                </c:pt>
                <c:pt idx="157">
                  <c:v>0.35625866787928867</c:v>
                </c:pt>
                <c:pt idx="158">
                  <c:v>0.3600805296534148</c:v>
                </c:pt>
                <c:pt idx="159">
                  <c:v>0.36261711921454237</c:v>
                </c:pt>
                <c:pt idx="160">
                  <c:v>0.36511346672454925</c:v>
                </c:pt>
                <c:pt idx="161">
                  <c:v>0.36521435972555644</c:v>
                </c:pt>
                <c:pt idx="162">
                  <c:v>0.36639342273015818</c:v>
                </c:pt>
                <c:pt idx="163">
                  <c:v>0.36726368354016464</c:v>
                </c:pt>
                <c:pt idx="164">
                  <c:v>0.36851367825797182</c:v>
                </c:pt>
                <c:pt idx="165">
                  <c:v>0.36803547485176769</c:v>
                </c:pt>
                <c:pt idx="166">
                  <c:v>0.37027216321345369</c:v>
                </c:pt>
                <c:pt idx="167">
                  <c:v>0.37131906051856034</c:v>
                </c:pt>
                <c:pt idx="168">
                  <c:v>0.37331352167735954</c:v>
                </c:pt>
                <c:pt idx="169">
                  <c:v>0.37666443398916633</c:v>
                </c:pt>
                <c:pt idx="170">
                  <c:v>0.3771462964993762</c:v>
                </c:pt>
                <c:pt idx="171">
                  <c:v>0.38090859662284121</c:v>
                </c:pt>
                <c:pt idx="172">
                  <c:v>0.38296054964769288</c:v>
                </c:pt>
                <c:pt idx="173">
                  <c:v>0.38573075537834678</c:v>
                </c:pt>
                <c:pt idx="174">
                  <c:v>0.38787787864827256</c:v>
                </c:pt>
                <c:pt idx="175">
                  <c:v>0.38753706793820414</c:v>
                </c:pt>
                <c:pt idx="176">
                  <c:v>0.38841142533678069</c:v>
                </c:pt>
                <c:pt idx="177">
                  <c:v>0.38902998741297384</c:v>
                </c:pt>
                <c:pt idx="178">
                  <c:v>0.39008015736034141</c:v>
                </c:pt>
                <c:pt idx="179">
                  <c:v>0.38827446968122542</c:v>
                </c:pt>
                <c:pt idx="180">
                  <c:v>0.3837263228845465</c:v>
                </c:pt>
                <c:pt idx="181">
                  <c:v>0.38080432036065626</c:v>
                </c:pt>
                <c:pt idx="182">
                  <c:v>0.37782601128685389</c:v>
                </c:pt>
                <c:pt idx="183">
                  <c:v>0.37322857828087452</c:v>
                </c:pt>
                <c:pt idx="184">
                  <c:v>0.36934127585685306</c:v>
                </c:pt>
                <c:pt idx="185">
                  <c:v>0.36446269988770458</c:v>
                </c:pt>
                <c:pt idx="186">
                  <c:v>0.35915771411378244</c:v>
                </c:pt>
                <c:pt idx="187">
                  <c:v>0.35327517044253176</c:v>
                </c:pt>
                <c:pt idx="188">
                  <c:v>0.3476020507937248</c:v>
                </c:pt>
                <c:pt idx="189">
                  <c:v>0.342297915040635</c:v>
                </c:pt>
                <c:pt idx="190">
                  <c:v>0.33711922147985962</c:v>
                </c:pt>
                <c:pt idx="191">
                  <c:v>0.33197759363265988</c:v>
                </c:pt>
                <c:pt idx="192">
                  <c:v>0.32552396330955208</c:v>
                </c:pt>
                <c:pt idx="193">
                  <c:v>0.31974489317256483</c:v>
                </c:pt>
                <c:pt idx="194">
                  <c:v>0.31453077963842402</c:v>
                </c:pt>
                <c:pt idx="195">
                  <c:v>0.30945136764596082</c:v>
                </c:pt>
                <c:pt idx="196">
                  <c:v>0.3048193065636543</c:v>
                </c:pt>
                <c:pt idx="197">
                  <c:v>0.29868755325145135</c:v>
                </c:pt>
                <c:pt idx="198">
                  <c:v>0.29359652529089059</c:v>
                </c:pt>
                <c:pt idx="199">
                  <c:v>0.28799727563327021</c:v>
                </c:pt>
                <c:pt idx="200">
                  <c:v>0.28558781361848384</c:v>
                </c:pt>
                <c:pt idx="201">
                  <c:v>0.2802015311944529</c:v>
                </c:pt>
                <c:pt idx="202">
                  <c:v>0.2733289976672873</c:v>
                </c:pt>
                <c:pt idx="203">
                  <c:v>0.26975521895481197</c:v>
                </c:pt>
                <c:pt idx="204">
                  <c:v>0.26634392884556574</c:v>
                </c:pt>
                <c:pt idx="205">
                  <c:v>0.26177750823629548</c:v>
                </c:pt>
                <c:pt idx="206">
                  <c:v>0.25798492201516132</c:v>
                </c:pt>
                <c:pt idx="207">
                  <c:v>0.25398139995086461</c:v>
                </c:pt>
                <c:pt idx="208">
                  <c:v>0.2488631368485858</c:v>
                </c:pt>
                <c:pt idx="209">
                  <c:v>0.24615220050758629</c:v>
                </c:pt>
                <c:pt idx="210">
                  <c:v>0.24059512045407716</c:v>
                </c:pt>
                <c:pt idx="211">
                  <c:v>0.23823167468582096</c:v>
                </c:pt>
                <c:pt idx="212">
                  <c:v>0.23358488540096098</c:v>
                </c:pt>
                <c:pt idx="213">
                  <c:v>0.23018350272805127</c:v>
                </c:pt>
                <c:pt idx="214">
                  <c:v>0.22739980553779393</c:v>
                </c:pt>
                <c:pt idx="215">
                  <c:v>0.22452220001099896</c:v>
                </c:pt>
                <c:pt idx="216">
                  <c:v>0.22108803247244882</c:v>
                </c:pt>
                <c:pt idx="217">
                  <c:v>0.21614155513588043</c:v>
                </c:pt>
                <c:pt idx="218">
                  <c:v>0.21584059710259515</c:v>
                </c:pt>
                <c:pt idx="219">
                  <c:v>0.21179328485467314</c:v>
                </c:pt>
                <c:pt idx="220">
                  <c:v>0.21013718055887079</c:v>
                </c:pt>
                <c:pt idx="221">
                  <c:v>0.20608646125052757</c:v>
                </c:pt>
                <c:pt idx="222">
                  <c:v>0.2046386637315899</c:v>
                </c:pt>
                <c:pt idx="223">
                  <c:v>0.20231119502570513</c:v>
                </c:pt>
                <c:pt idx="224">
                  <c:v>0.19972697615493423</c:v>
                </c:pt>
                <c:pt idx="225">
                  <c:v>0.19706373514707715</c:v>
                </c:pt>
                <c:pt idx="226">
                  <c:v>0.1927906216810748</c:v>
                </c:pt>
                <c:pt idx="227">
                  <c:v>0.19315566988797733</c:v>
                </c:pt>
                <c:pt idx="228">
                  <c:v>0.19129177530461072</c:v>
                </c:pt>
                <c:pt idx="229">
                  <c:v>0.18660096597858755</c:v>
                </c:pt>
                <c:pt idx="230">
                  <c:v>0.18618526120514886</c:v>
                </c:pt>
                <c:pt idx="231">
                  <c:v>0.18519722566356922</c:v>
                </c:pt>
                <c:pt idx="232">
                  <c:v>0.18184257015417959</c:v>
                </c:pt>
                <c:pt idx="233">
                  <c:v>0.17881140699739767</c:v>
                </c:pt>
                <c:pt idx="234">
                  <c:v>0.17864989171345988</c:v>
                </c:pt>
                <c:pt idx="235">
                  <c:v>0.17658663835787825</c:v>
                </c:pt>
                <c:pt idx="236">
                  <c:v>0.17455179491360584</c:v>
                </c:pt>
                <c:pt idx="237">
                  <c:v>0.17372522329587711</c:v>
                </c:pt>
                <c:pt idx="238">
                  <c:v>0.17186089828944526</c:v>
                </c:pt>
                <c:pt idx="239">
                  <c:v>0.17017509357828042</c:v>
                </c:pt>
                <c:pt idx="240">
                  <c:v>0.16906535959273489</c:v>
                </c:pt>
                <c:pt idx="241">
                  <c:v>0.16711264855020655</c:v>
                </c:pt>
                <c:pt idx="242">
                  <c:v>0.16633142184391292</c:v>
                </c:pt>
                <c:pt idx="243">
                  <c:v>0.16414662446509368</c:v>
                </c:pt>
                <c:pt idx="244">
                  <c:v>0.16300885404286869</c:v>
                </c:pt>
                <c:pt idx="245">
                  <c:v>0.16207550808887825</c:v>
                </c:pt>
                <c:pt idx="246">
                  <c:v>0.16091536516985616</c:v>
                </c:pt>
                <c:pt idx="247">
                  <c:v>0.15927494875733467</c:v>
                </c:pt>
                <c:pt idx="248">
                  <c:v>0.15746135576253684</c:v>
                </c:pt>
                <c:pt idx="249">
                  <c:v>0.15510688685795601</c:v>
                </c:pt>
                <c:pt idx="250">
                  <c:v>0.1545709430323767</c:v>
                </c:pt>
                <c:pt idx="251">
                  <c:v>0.1543178492683705</c:v>
                </c:pt>
                <c:pt idx="252">
                  <c:v>0.15258408548815164</c:v>
                </c:pt>
                <c:pt idx="253">
                  <c:v>0.15168286876343567</c:v>
                </c:pt>
                <c:pt idx="254">
                  <c:v>0.15018613479942777</c:v>
                </c:pt>
                <c:pt idx="255">
                  <c:v>0.14906841894144596</c:v>
                </c:pt>
                <c:pt idx="256">
                  <c:v>0.14793161984898356</c:v>
                </c:pt>
                <c:pt idx="257">
                  <c:v>0.1457789998706408</c:v>
                </c:pt>
                <c:pt idx="258">
                  <c:v>0.14459160446804184</c:v>
                </c:pt>
                <c:pt idx="259">
                  <c:v>0.14386353482523362</c:v>
                </c:pt>
                <c:pt idx="260">
                  <c:v>0.14172264568372767</c:v>
                </c:pt>
                <c:pt idx="261">
                  <c:v>0.14346103760729914</c:v>
                </c:pt>
                <c:pt idx="262">
                  <c:v>0.14069946091586</c:v>
                </c:pt>
                <c:pt idx="263">
                  <c:v>0.14044892172473394</c:v>
                </c:pt>
                <c:pt idx="264">
                  <c:v>0.1383907846780463</c:v>
                </c:pt>
                <c:pt idx="265">
                  <c:v>0.13854996161606142</c:v>
                </c:pt>
                <c:pt idx="266">
                  <c:v>0.1373990725451015</c:v>
                </c:pt>
                <c:pt idx="267">
                  <c:v>0.13786010862921366</c:v>
                </c:pt>
                <c:pt idx="268">
                  <c:v>0.13524411876810083</c:v>
                </c:pt>
                <c:pt idx="269">
                  <c:v>0.13631672778225534</c:v>
                </c:pt>
                <c:pt idx="270">
                  <c:v>0.13446382742313318</c:v>
                </c:pt>
                <c:pt idx="271">
                  <c:v>0.13377680361308883</c:v>
                </c:pt>
                <c:pt idx="272">
                  <c:v>0.13311875581270596</c:v>
                </c:pt>
                <c:pt idx="273">
                  <c:v>0.1321692870945001</c:v>
                </c:pt>
                <c:pt idx="274">
                  <c:v>0.13179366144095733</c:v>
                </c:pt>
                <c:pt idx="275">
                  <c:v>0.13145151334196256</c:v>
                </c:pt>
                <c:pt idx="276">
                  <c:v>0.12984024742249528</c:v>
                </c:pt>
                <c:pt idx="277">
                  <c:v>0.1300949017621551</c:v>
                </c:pt>
                <c:pt idx="278">
                  <c:v>0.12777707011231165</c:v>
                </c:pt>
                <c:pt idx="279">
                  <c:v>0.12777231739851219</c:v>
                </c:pt>
                <c:pt idx="280">
                  <c:v>0.12759244114719145</c:v>
                </c:pt>
                <c:pt idx="281">
                  <c:v>0.12533783636044099</c:v>
                </c:pt>
                <c:pt idx="282">
                  <c:v>0.12430378377636914</c:v>
                </c:pt>
                <c:pt idx="283">
                  <c:v>0.12335179955450937</c:v>
                </c:pt>
                <c:pt idx="284">
                  <c:v>0.12371771972900125</c:v>
                </c:pt>
                <c:pt idx="285">
                  <c:v>0.12195058224901703</c:v>
                </c:pt>
                <c:pt idx="286">
                  <c:v>0.12242574829470843</c:v>
                </c:pt>
                <c:pt idx="287">
                  <c:v>0.12086783001845758</c:v>
                </c:pt>
                <c:pt idx="288">
                  <c:v>0.12100189990400435</c:v>
                </c:pt>
                <c:pt idx="289">
                  <c:v>0.11929210793894869</c:v>
                </c:pt>
                <c:pt idx="290">
                  <c:v>0.11916684180714451</c:v>
                </c:pt>
                <c:pt idx="291">
                  <c:v>0.11798528516099061</c:v>
                </c:pt>
                <c:pt idx="292">
                  <c:v>0.11673374259626049</c:v>
                </c:pt>
                <c:pt idx="293">
                  <c:v>0.1165198617623035</c:v>
                </c:pt>
                <c:pt idx="294">
                  <c:v>0.11585615083619455</c:v>
                </c:pt>
                <c:pt idx="295">
                  <c:v>0.11449136805319379</c:v>
                </c:pt>
                <c:pt idx="296">
                  <c:v>0.11402291048411684</c:v>
                </c:pt>
                <c:pt idx="297">
                  <c:v>0.11396117981017745</c:v>
                </c:pt>
                <c:pt idx="298">
                  <c:v>0.11256506842643518</c:v>
                </c:pt>
                <c:pt idx="299">
                  <c:v>0.11177106155317276</c:v>
                </c:pt>
                <c:pt idx="300">
                  <c:v>0.11160394464957095</c:v>
                </c:pt>
                <c:pt idx="301">
                  <c:v>0.11182040769417034</c:v>
                </c:pt>
                <c:pt idx="302">
                  <c:v>0.11083358962187892</c:v>
                </c:pt>
                <c:pt idx="303">
                  <c:v>0.11088212610758971</c:v>
                </c:pt>
                <c:pt idx="304">
                  <c:v>0.10979173619146815</c:v>
                </c:pt>
                <c:pt idx="305">
                  <c:v>0.10920577850837361</c:v>
                </c:pt>
                <c:pt idx="306">
                  <c:v>0.10994677545923193</c:v>
                </c:pt>
                <c:pt idx="307">
                  <c:v>0.10776692407015645</c:v>
                </c:pt>
                <c:pt idx="308">
                  <c:v>0.1082144501955684</c:v>
                </c:pt>
                <c:pt idx="309">
                  <c:v>0.10790072205221496</c:v>
                </c:pt>
                <c:pt idx="310">
                  <c:v>0.10878645879252088</c:v>
                </c:pt>
                <c:pt idx="311">
                  <c:v>0.10688351721799605</c:v>
                </c:pt>
                <c:pt idx="312">
                  <c:v>0.10611814907103549</c:v>
                </c:pt>
                <c:pt idx="313">
                  <c:v>0.10554357564107275</c:v>
                </c:pt>
                <c:pt idx="314">
                  <c:v>0.10606002429217737</c:v>
                </c:pt>
                <c:pt idx="315">
                  <c:v>0.10560464228227295</c:v>
                </c:pt>
                <c:pt idx="316">
                  <c:v>0.10561923699426884</c:v>
                </c:pt>
                <c:pt idx="317">
                  <c:v>0.10369509649054347</c:v>
                </c:pt>
                <c:pt idx="318">
                  <c:v>0.10474448259693503</c:v>
                </c:pt>
                <c:pt idx="319">
                  <c:v>0.10458720425478904</c:v>
                </c:pt>
                <c:pt idx="320">
                  <c:v>0.1032532789646595</c:v>
                </c:pt>
                <c:pt idx="321">
                  <c:v>0.10355218032629926</c:v>
                </c:pt>
                <c:pt idx="322">
                  <c:v>0.10387390991209895</c:v>
                </c:pt>
                <c:pt idx="323">
                  <c:v>0.10286769777021217</c:v>
                </c:pt>
                <c:pt idx="324">
                  <c:v>0.10348181349399407</c:v>
                </c:pt>
                <c:pt idx="325">
                  <c:v>0.10187717775731547</c:v>
                </c:pt>
                <c:pt idx="326">
                  <c:v>0.1016141971859183</c:v>
                </c:pt>
                <c:pt idx="327">
                  <c:v>0.10254215789857304</c:v>
                </c:pt>
                <c:pt idx="328">
                  <c:v>0.10178661128179917</c:v>
                </c:pt>
                <c:pt idx="329">
                  <c:v>0.10083443448930879</c:v>
                </c:pt>
                <c:pt idx="330">
                  <c:v>0.10134571862643646</c:v>
                </c:pt>
                <c:pt idx="331">
                  <c:v>0.10090635959893518</c:v>
                </c:pt>
                <c:pt idx="332">
                  <c:v>9.993109022466061E-2</c:v>
                </c:pt>
                <c:pt idx="333">
                  <c:v>0.10067412462489819</c:v>
                </c:pt>
                <c:pt idx="334">
                  <c:v>0.10047827615578789</c:v>
                </c:pt>
                <c:pt idx="335">
                  <c:v>9.9560638837071391E-2</c:v>
                </c:pt>
                <c:pt idx="336">
                  <c:v>9.9580151543366871E-2</c:v>
                </c:pt>
                <c:pt idx="337">
                  <c:v>9.8584634913642416E-2</c:v>
                </c:pt>
                <c:pt idx="338">
                  <c:v>9.8582525488619843E-2</c:v>
                </c:pt>
                <c:pt idx="339">
                  <c:v>9.8660982907966849E-2</c:v>
                </c:pt>
                <c:pt idx="340">
                  <c:v>9.844286544623021E-2</c:v>
                </c:pt>
                <c:pt idx="341">
                  <c:v>9.9230366051626967E-2</c:v>
                </c:pt>
                <c:pt idx="342">
                  <c:v>9.7837670832737367E-2</c:v>
                </c:pt>
                <c:pt idx="343">
                  <c:v>9.681015242512328E-2</c:v>
                </c:pt>
                <c:pt idx="344">
                  <c:v>9.7040092961505731E-2</c:v>
                </c:pt>
                <c:pt idx="345">
                  <c:v>9.6227631173781331E-2</c:v>
                </c:pt>
                <c:pt idx="346">
                  <c:v>9.5608275289801495E-2</c:v>
                </c:pt>
                <c:pt idx="347">
                  <c:v>9.459151743191721E-2</c:v>
                </c:pt>
                <c:pt idx="348">
                  <c:v>9.4352786333164532E-2</c:v>
                </c:pt>
                <c:pt idx="349">
                  <c:v>9.3840436967816382E-2</c:v>
                </c:pt>
                <c:pt idx="350">
                  <c:v>9.4459232846700991E-2</c:v>
                </c:pt>
                <c:pt idx="351">
                  <c:v>9.2494849162443105E-2</c:v>
                </c:pt>
                <c:pt idx="352">
                  <c:v>9.1893420098647649E-2</c:v>
                </c:pt>
                <c:pt idx="353">
                  <c:v>9.0467690057209227E-2</c:v>
                </c:pt>
                <c:pt idx="354">
                  <c:v>9.0901194647246594E-2</c:v>
                </c:pt>
                <c:pt idx="355">
                  <c:v>8.9965216477537219E-2</c:v>
                </c:pt>
                <c:pt idx="356">
                  <c:v>8.9204241010708868E-2</c:v>
                </c:pt>
                <c:pt idx="357">
                  <c:v>8.8151882525549785E-2</c:v>
                </c:pt>
                <c:pt idx="358">
                  <c:v>8.7771168839515495E-2</c:v>
                </c:pt>
                <c:pt idx="359">
                  <c:v>8.7125935055494208E-2</c:v>
                </c:pt>
                <c:pt idx="360">
                  <c:v>8.6400429540041124E-2</c:v>
                </c:pt>
                <c:pt idx="361">
                  <c:v>8.5867324181402416E-2</c:v>
                </c:pt>
                <c:pt idx="362">
                  <c:v>8.5535145342023694E-2</c:v>
                </c:pt>
                <c:pt idx="363">
                  <c:v>8.420070640734742E-2</c:v>
                </c:pt>
                <c:pt idx="364">
                  <c:v>8.3902720559366817E-2</c:v>
                </c:pt>
                <c:pt idx="365">
                  <c:v>8.357494428259199E-2</c:v>
                </c:pt>
                <c:pt idx="366">
                  <c:v>8.2576912694070498E-2</c:v>
                </c:pt>
                <c:pt idx="367">
                  <c:v>8.2331456381574047E-2</c:v>
                </c:pt>
                <c:pt idx="368">
                  <c:v>8.162019754992611E-2</c:v>
                </c:pt>
                <c:pt idx="369">
                  <c:v>8.0999550346320587E-2</c:v>
                </c:pt>
                <c:pt idx="370">
                  <c:v>8.0152682408868109E-2</c:v>
                </c:pt>
                <c:pt idx="371">
                  <c:v>7.9373844490957648E-2</c:v>
                </c:pt>
                <c:pt idx="372">
                  <c:v>8.0100672672470397E-2</c:v>
                </c:pt>
                <c:pt idx="373">
                  <c:v>7.8924022752899697E-2</c:v>
                </c:pt>
                <c:pt idx="374">
                  <c:v>7.8523316083153438E-2</c:v>
                </c:pt>
                <c:pt idx="375">
                  <c:v>7.8196640673329584E-2</c:v>
                </c:pt>
                <c:pt idx="376">
                  <c:v>7.8663845957315376E-2</c:v>
                </c:pt>
                <c:pt idx="377">
                  <c:v>7.7979446186114312E-2</c:v>
                </c:pt>
                <c:pt idx="378">
                  <c:v>7.7790311160835596E-2</c:v>
                </c:pt>
                <c:pt idx="379">
                  <c:v>7.7213693297132388E-2</c:v>
                </c:pt>
                <c:pt idx="380">
                  <c:v>7.6524832483211944E-2</c:v>
                </c:pt>
                <c:pt idx="381">
                  <c:v>7.7831918576600448E-2</c:v>
                </c:pt>
                <c:pt idx="382">
                  <c:v>7.6186150660172355E-2</c:v>
                </c:pt>
                <c:pt idx="383">
                  <c:v>7.6648243058042465E-2</c:v>
                </c:pt>
                <c:pt idx="384">
                  <c:v>7.7042218088418032E-2</c:v>
                </c:pt>
                <c:pt idx="385">
                  <c:v>7.6383847019540485E-2</c:v>
                </c:pt>
                <c:pt idx="386">
                  <c:v>7.6125217151827976E-2</c:v>
                </c:pt>
                <c:pt idx="387">
                  <c:v>7.5505764305070111E-2</c:v>
                </c:pt>
                <c:pt idx="388">
                  <c:v>7.6389419545413756E-2</c:v>
                </c:pt>
                <c:pt idx="389">
                  <c:v>7.574766443628414E-2</c:v>
                </c:pt>
                <c:pt idx="390">
                  <c:v>7.6132868203816692E-2</c:v>
                </c:pt>
                <c:pt idx="391">
                  <c:v>7.5434259972384843E-2</c:v>
                </c:pt>
                <c:pt idx="392">
                  <c:v>7.5467461055060081E-2</c:v>
                </c:pt>
                <c:pt idx="393">
                  <c:v>7.5302595127714034E-2</c:v>
                </c:pt>
                <c:pt idx="394">
                  <c:v>7.4475505332506631E-2</c:v>
                </c:pt>
                <c:pt idx="395">
                  <c:v>7.5033328136913949E-2</c:v>
                </c:pt>
                <c:pt idx="396">
                  <c:v>7.5285527852562567E-2</c:v>
                </c:pt>
                <c:pt idx="397">
                  <c:v>7.4462818486284318E-2</c:v>
                </c:pt>
                <c:pt idx="398">
                  <c:v>7.5228246999913276E-2</c:v>
                </c:pt>
                <c:pt idx="399">
                  <c:v>7.367399702888025E-2</c:v>
                </c:pt>
                <c:pt idx="400">
                  <c:v>7.5460104294199012E-2</c:v>
                </c:pt>
                <c:pt idx="401">
                  <c:v>7.4465174550366497E-2</c:v>
                </c:pt>
                <c:pt idx="402">
                  <c:v>7.4198390849329832E-2</c:v>
                </c:pt>
                <c:pt idx="403">
                  <c:v>7.3524426406326143E-2</c:v>
                </c:pt>
                <c:pt idx="404">
                  <c:v>7.4286994342992574E-2</c:v>
                </c:pt>
                <c:pt idx="405">
                  <c:v>7.4757441487483506E-2</c:v>
                </c:pt>
                <c:pt idx="406">
                  <c:v>7.5303278931579815E-2</c:v>
                </c:pt>
                <c:pt idx="407">
                  <c:v>7.3989340188630792E-2</c:v>
                </c:pt>
                <c:pt idx="408">
                  <c:v>7.4460758548592312E-2</c:v>
                </c:pt>
                <c:pt idx="409">
                  <c:v>7.4516006399185666E-2</c:v>
                </c:pt>
                <c:pt idx="410">
                  <c:v>7.4371991034590718E-2</c:v>
                </c:pt>
                <c:pt idx="411">
                  <c:v>7.3822785501147251E-2</c:v>
                </c:pt>
                <c:pt idx="412">
                  <c:v>7.4135022753648805E-2</c:v>
                </c:pt>
                <c:pt idx="413">
                  <c:v>7.431140025489745E-2</c:v>
                </c:pt>
                <c:pt idx="414">
                  <c:v>7.4057433100901376E-2</c:v>
                </c:pt>
                <c:pt idx="415">
                  <c:v>7.4655480902176038E-2</c:v>
                </c:pt>
                <c:pt idx="416">
                  <c:v>7.4724123415421839E-2</c:v>
                </c:pt>
                <c:pt idx="417">
                  <c:v>7.4677967921362914E-2</c:v>
                </c:pt>
                <c:pt idx="418">
                  <c:v>7.5581852065738642E-2</c:v>
                </c:pt>
                <c:pt idx="419">
                  <c:v>7.4984940210678142E-2</c:v>
                </c:pt>
                <c:pt idx="420">
                  <c:v>7.5244219258763553E-2</c:v>
                </c:pt>
                <c:pt idx="421">
                  <c:v>7.4959249077031248E-2</c:v>
                </c:pt>
                <c:pt idx="422">
                  <c:v>7.5465323370578249E-2</c:v>
                </c:pt>
                <c:pt idx="423">
                  <c:v>7.5882378336129874E-2</c:v>
                </c:pt>
                <c:pt idx="424">
                  <c:v>7.5898512213198904E-2</c:v>
                </c:pt>
                <c:pt idx="425">
                  <c:v>7.583732082290881E-2</c:v>
                </c:pt>
                <c:pt idx="426">
                  <c:v>7.6426980338233128E-2</c:v>
                </c:pt>
                <c:pt idx="427">
                  <c:v>7.6816500651797764E-2</c:v>
                </c:pt>
                <c:pt idx="428">
                  <c:v>7.6836537489534618E-2</c:v>
                </c:pt>
                <c:pt idx="429">
                  <c:v>7.4985777551374477E-2</c:v>
                </c:pt>
                <c:pt idx="430">
                  <c:v>7.5826064281584282E-2</c:v>
                </c:pt>
                <c:pt idx="431">
                  <c:v>7.6670953498894592E-2</c:v>
                </c:pt>
                <c:pt idx="432">
                  <c:v>7.5934495587428555E-2</c:v>
                </c:pt>
                <c:pt idx="433">
                  <c:v>7.6145325678102435E-2</c:v>
                </c:pt>
                <c:pt idx="434">
                  <c:v>7.5128489465371609E-2</c:v>
                </c:pt>
                <c:pt idx="435">
                  <c:v>7.4850064759071092E-2</c:v>
                </c:pt>
                <c:pt idx="436">
                  <c:v>7.4284447055513569E-2</c:v>
                </c:pt>
                <c:pt idx="437">
                  <c:v>7.4875774022973532E-2</c:v>
                </c:pt>
                <c:pt idx="438">
                  <c:v>7.5354046426824473E-2</c:v>
                </c:pt>
                <c:pt idx="439">
                  <c:v>7.4868245717054652E-2</c:v>
                </c:pt>
                <c:pt idx="440">
                  <c:v>7.3924646909533237E-2</c:v>
                </c:pt>
                <c:pt idx="441">
                  <c:v>7.3492069181418707E-2</c:v>
                </c:pt>
                <c:pt idx="442">
                  <c:v>7.2479226761823293E-2</c:v>
                </c:pt>
                <c:pt idx="443">
                  <c:v>7.2144379119151641E-2</c:v>
                </c:pt>
                <c:pt idx="444">
                  <c:v>7.2442580923333735E-2</c:v>
                </c:pt>
                <c:pt idx="445">
                  <c:v>7.1516241333632588E-2</c:v>
                </c:pt>
                <c:pt idx="446">
                  <c:v>7.1047066673153775E-2</c:v>
                </c:pt>
                <c:pt idx="447">
                  <c:v>7.0659922781372383E-2</c:v>
                </c:pt>
                <c:pt idx="448">
                  <c:v>6.9169760254362833E-2</c:v>
                </c:pt>
                <c:pt idx="449">
                  <c:v>6.9136141107762158E-2</c:v>
                </c:pt>
                <c:pt idx="450">
                  <c:v>6.7837155756422463E-2</c:v>
                </c:pt>
                <c:pt idx="451">
                  <c:v>6.6825386218632252E-2</c:v>
                </c:pt>
                <c:pt idx="452">
                  <c:v>6.6768334179313937E-2</c:v>
                </c:pt>
                <c:pt idx="453">
                  <c:v>6.5665819366923991E-2</c:v>
                </c:pt>
                <c:pt idx="454">
                  <c:v>6.4861926167190304E-2</c:v>
                </c:pt>
                <c:pt idx="455">
                  <c:v>6.4670096673034944E-2</c:v>
                </c:pt>
                <c:pt idx="456">
                  <c:v>6.3157726796710431E-2</c:v>
                </c:pt>
                <c:pt idx="457">
                  <c:v>6.2736385335371542E-2</c:v>
                </c:pt>
                <c:pt idx="458">
                  <c:v>6.2709918892718139E-2</c:v>
                </c:pt>
                <c:pt idx="459">
                  <c:v>6.2181402028330959E-2</c:v>
                </c:pt>
                <c:pt idx="460">
                  <c:v>6.0315064475215216E-2</c:v>
                </c:pt>
                <c:pt idx="461">
                  <c:v>6.0847137268336904E-2</c:v>
                </c:pt>
                <c:pt idx="462">
                  <c:v>6.0515207853172194E-2</c:v>
                </c:pt>
                <c:pt idx="463">
                  <c:v>6.004206690804513E-2</c:v>
                </c:pt>
                <c:pt idx="464">
                  <c:v>5.9117255088945921E-2</c:v>
                </c:pt>
                <c:pt idx="465">
                  <c:v>5.798325835705305E-2</c:v>
                </c:pt>
                <c:pt idx="466">
                  <c:v>5.8218918247094152E-2</c:v>
                </c:pt>
                <c:pt idx="467">
                  <c:v>5.7426163945148601E-2</c:v>
                </c:pt>
                <c:pt idx="468">
                  <c:v>5.7899573197107902E-2</c:v>
                </c:pt>
                <c:pt idx="469">
                  <c:v>5.6805456582660514E-2</c:v>
                </c:pt>
                <c:pt idx="470">
                  <c:v>5.6911427130559189E-2</c:v>
                </c:pt>
                <c:pt idx="471">
                  <c:v>5.6769523268325316E-2</c:v>
                </c:pt>
                <c:pt idx="472">
                  <c:v>5.7316411572269993E-2</c:v>
                </c:pt>
                <c:pt idx="473">
                  <c:v>5.6094170339706886E-2</c:v>
                </c:pt>
                <c:pt idx="474">
                  <c:v>5.6873453093882899E-2</c:v>
                </c:pt>
                <c:pt idx="475">
                  <c:v>5.7132405290287652E-2</c:v>
                </c:pt>
                <c:pt idx="476">
                  <c:v>5.6060561062048417E-2</c:v>
                </c:pt>
                <c:pt idx="477">
                  <c:v>5.5874640063906307E-2</c:v>
                </c:pt>
                <c:pt idx="478">
                  <c:v>5.644752089354569E-2</c:v>
                </c:pt>
                <c:pt idx="479">
                  <c:v>5.5571040908935949E-2</c:v>
                </c:pt>
                <c:pt idx="480">
                  <c:v>5.629787644826912E-2</c:v>
                </c:pt>
                <c:pt idx="481">
                  <c:v>5.5467885695349613E-2</c:v>
                </c:pt>
                <c:pt idx="482">
                  <c:v>5.5866906314983616E-2</c:v>
                </c:pt>
                <c:pt idx="483">
                  <c:v>5.6218377382216633E-2</c:v>
                </c:pt>
                <c:pt idx="484">
                  <c:v>5.6125066879795245E-2</c:v>
                </c:pt>
                <c:pt idx="485">
                  <c:v>5.6712028911476683E-2</c:v>
                </c:pt>
                <c:pt idx="486">
                  <c:v>5.726821532032287E-2</c:v>
                </c:pt>
                <c:pt idx="487">
                  <c:v>5.7238998814346895E-2</c:v>
                </c:pt>
                <c:pt idx="488">
                  <c:v>5.6809550939530939E-2</c:v>
                </c:pt>
                <c:pt idx="489">
                  <c:v>5.7408287205178668E-2</c:v>
                </c:pt>
                <c:pt idx="490">
                  <c:v>5.7426475738044422E-2</c:v>
                </c:pt>
                <c:pt idx="491">
                  <c:v>5.8019248247809199E-2</c:v>
                </c:pt>
                <c:pt idx="492">
                  <c:v>5.7442742136606648E-2</c:v>
                </c:pt>
                <c:pt idx="493">
                  <c:v>5.8346750180392461E-2</c:v>
                </c:pt>
                <c:pt idx="494">
                  <c:v>5.8233575713740729E-2</c:v>
                </c:pt>
                <c:pt idx="495">
                  <c:v>5.8654920957357887E-2</c:v>
                </c:pt>
                <c:pt idx="496">
                  <c:v>5.9200919030474038E-2</c:v>
                </c:pt>
                <c:pt idx="497">
                  <c:v>5.9642334269220491E-2</c:v>
                </c:pt>
                <c:pt idx="498">
                  <c:v>5.9739859951061944E-2</c:v>
                </c:pt>
                <c:pt idx="499">
                  <c:v>6.0470384906498975E-2</c:v>
                </c:pt>
                <c:pt idx="500">
                  <c:v>6.0516640715296048E-2</c:v>
                </c:pt>
                <c:pt idx="501">
                  <c:v>6.1138671296311793E-2</c:v>
                </c:pt>
                <c:pt idx="502">
                  <c:v>6.0724226221616634E-2</c:v>
                </c:pt>
                <c:pt idx="503">
                  <c:v>6.1422930862392172E-2</c:v>
                </c:pt>
                <c:pt idx="504">
                  <c:v>6.1587597132658184E-2</c:v>
                </c:pt>
                <c:pt idx="505">
                  <c:v>6.2582132206139618E-2</c:v>
                </c:pt>
                <c:pt idx="506">
                  <c:v>6.1977504569513849E-2</c:v>
                </c:pt>
                <c:pt idx="507">
                  <c:v>6.1929268764455953E-2</c:v>
                </c:pt>
                <c:pt idx="508">
                  <c:v>6.2622320258855863E-2</c:v>
                </c:pt>
                <c:pt idx="509">
                  <c:v>6.2126367801204598E-2</c:v>
                </c:pt>
                <c:pt idx="510">
                  <c:v>0</c:v>
                </c:pt>
                <c:pt idx="511">
                  <c:v>0</c:v>
                </c:pt>
              </c:numCache>
            </c:numRef>
          </c:yVal>
          <c:smooth val="1"/>
          <c:extLst>
            <c:ext xmlns:c16="http://schemas.microsoft.com/office/drawing/2014/chart" uri="{C3380CC4-5D6E-409C-BE32-E72D297353CC}">
              <c16:uniqueId val="{00000004-693A-4FEE-9B81-6D5C5FD0A1C8}"/>
            </c:ext>
          </c:extLst>
        </c:ser>
        <c:dLbls>
          <c:showLegendKey val="0"/>
          <c:showVal val="0"/>
          <c:showCatName val="0"/>
          <c:showSerName val="0"/>
          <c:showPercent val="0"/>
          <c:showBubbleSize val="0"/>
        </c:dLbls>
        <c:axId val="1640086688"/>
        <c:axId val="1640086208"/>
        <c:extLst/>
      </c:scatterChart>
      <c:valAx>
        <c:axId val="1640086208"/>
        <c:scaling>
          <c:orientation val="minMax"/>
          <c:max val="1"/>
          <c:min val="0"/>
        </c:scaling>
        <c:delete val="0"/>
        <c:axPos val="l"/>
        <c:title>
          <c:tx>
            <c:rich>
              <a:bodyPr/>
              <a:lstStyle/>
              <a:p>
                <a:pPr>
                  <a:defRPr sz="1200"/>
                </a:pPr>
                <a:r>
                  <a:rPr lang="en-US" altLang="ja-JP" sz="1200"/>
                  <a:t>Normalized</a:t>
                </a:r>
                <a:r>
                  <a:rPr lang="en-US" altLang="ja-JP" sz="1200" baseline="0"/>
                  <a:t> Photon Count</a:t>
                </a:r>
                <a:endParaRPr lang="ja-JP" altLang="en-US" sz="1200"/>
              </a:p>
            </c:rich>
          </c:tx>
          <c:layout>
            <c:manualLayout>
              <c:xMode val="edge"/>
              <c:yMode val="edge"/>
              <c:x val="2.3247467988565359E-2"/>
              <c:y val="0.25235642739811109"/>
            </c:manualLayout>
          </c:layout>
          <c:overlay val="0"/>
        </c:title>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ysClr val="windowText" lastClr="000000"/>
                </a:solidFill>
                <a:latin typeface="Aptos Narrow"/>
              </a:defRPr>
            </a:pPr>
            <a:endParaRPr lang="ja-JP"/>
          </a:p>
        </c:txPr>
        <c:crossAx val="1640086688"/>
        <c:crosses val="autoZero"/>
        <c:crossBetween val="midCat"/>
        <c:majorUnit val="0.2"/>
      </c:valAx>
      <c:valAx>
        <c:axId val="1640086688"/>
        <c:scaling>
          <c:orientation val="minMax"/>
          <c:max val="310"/>
          <c:min val="50"/>
        </c:scaling>
        <c:delete val="0"/>
        <c:axPos val="b"/>
        <c:title>
          <c:tx>
            <c:rich>
              <a:bodyPr/>
              <a:lstStyle/>
              <a:p>
                <a:pPr>
                  <a:defRPr sz="1200"/>
                </a:pPr>
                <a:r>
                  <a:rPr lang="en-US" altLang="ja-JP" sz="1200"/>
                  <a:t>Energy(keV)</a:t>
                </a:r>
                <a:endParaRPr lang="ja-JP" altLang="en-US" sz="1200"/>
              </a:p>
            </c:rich>
          </c:tx>
          <c:overlay val="0"/>
        </c:title>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ysClr val="windowText" lastClr="000000"/>
                </a:solidFill>
                <a:latin typeface="Aptos Narrow"/>
              </a:defRPr>
            </a:pPr>
            <a:endParaRPr lang="ja-JP"/>
          </a:p>
        </c:txPr>
        <c:crossAx val="1640086208"/>
        <c:crosses val="autoZero"/>
        <c:crossBetween val="midCat"/>
      </c:valAx>
      <c:spPr>
        <a:noFill/>
        <a:ln>
          <a:solidFill>
            <a:sysClr val="windowText" lastClr="000000"/>
          </a:solidFill>
        </a:ln>
      </c:spPr>
    </c:plotArea>
    <c:plotVisOnly val="1"/>
    <c:dispBlanksAs val="gap"/>
    <c:showDLblsOverMax val="0"/>
  </c:chart>
  <c:spPr>
    <a:solidFill>
      <a:srgbClr val="FFFFFF"/>
    </a:solidFill>
    <a:ln w="22225"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rgbClr val="000000"/>
          </a:solidFill>
          <a:latin typeface="Aptos Narrow"/>
        </a:defRPr>
      </a:pPr>
      <a:endParaRPr lang="ja-JP"/>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sz="1400"/>
            </a:pPr>
            <a:r>
              <a:rPr lang="en-US" sz="1400"/>
              <a:t>15%±15%</a:t>
            </a:r>
          </a:p>
        </c:rich>
      </c:tx>
      <c:layout>
        <c:manualLayout>
          <c:xMode val="edge"/>
          <c:yMode val="edge"/>
          <c:x val="0.20301394971600895"/>
          <c:y val="3.9119739819174729E-2"/>
        </c:manualLayout>
      </c:layout>
      <c:overlay val="0"/>
      <c:spPr>
        <a:noFill/>
        <a:ln>
          <a:noFill/>
        </a:ln>
      </c:spPr>
    </c:title>
    <c:autoTitleDeleted val="0"/>
    <c:plotArea>
      <c:layout/>
      <c:scatterChart>
        <c:scatterStyle val="smoothMarker"/>
        <c:varyColors val="0"/>
        <c:ser>
          <c:idx val="0"/>
          <c:order val="0"/>
          <c:tx>
            <c:strRef>
              <c:f>'calib_(2)'!$B$7</c:f>
              <c:strCache>
                <c:ptCount val="1"/>
                <c:pt idx="0">
                  <c:v>all</c:v>
                </c:pt>
              </c:strCache>
            </c:strRef>
          </c:tx>
          <c:spPr>
            <a:ln w="19046" cap="rnd">
              <a:solidFill>
                <a:srgbClr val="FF0000"/>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'calib_(2)'!$B$8:$B$519</c:f>
              <c:numCache>
                <c:formatCode>General</c:formatCode>
                <c:ptCount val="512"/>
                <c:pt idx="0">
                  <c:v>0.15951274419017236</c:v>
                </c:pt>
                <c:pt idx="1">
                  <c:v>0.18541765697186541</c:v>
                </c:pt>
                <c:pt idx="2">
                  <c:v>0.19025672098734203</c:v>
                </c:pt>
                <c:pt idx="3">
                  <c:v>0.18977320164498876</c:v>
                </c:pt>
                <c:pt idx="4">
                  <c:v>0.19215212514630042</c:v>
                </c:pt>
                <c:pt idx="5">
                  <c:v>0.19457185184172321</c:v>
                </c:pt>
                <c:pt idx="6">
                  <c:v>0.19566054291139195</c:v>
                </c:pt>
                <c:pt idx="7">
                  <c:v>0.19392654000297693</c:v>
                </c:pt>
                <c:pt idx="8">
                  <c:v>0.19703240209500139</c:v>
                </c:pt>
                <c:pt idx="9">
                  <c:v>0.197395091874356</c:v>
                </c:pt>
                <c:pt idx="10">
                  <c:v>0.19731307387708846</c:v>
                </c:pt>
                <c:pt idx="11">
                  <c:v>0.19800000901189366</c:v>
                </c:pt>
                <c:pt idx="12">
                  <c:v>0.19630599112188934</c:v>
                </c:pt>
                <c:pt idx="13">
                  <c:v>0.19558069165904396</c:v>
                </c:pt>
                <c:pt idx="14">
                  <c:v>0.19626633818338196</c:v>
                </c:pt>
                <c:pt idx="15">
                  <c:v>0.19461277330976495</c:v>
                </c:pt>
                <c:pt idx="16">
                  <c:v>0.1948150171229297</c:v>
                </c:pt>
                <c:pt idx="17">
                  <c:v>0.19312068706404817</c:v>
                </c:pt>
                <c:pt idx="18">
                  <c:v>0.19332304779147913</c:v>
                </c:pt>
                <c:pt idx="19">
                  <c:v>0.19251565238865881</c:v>
                </c:pt>
                <c:pt idx="20">
                  <c:v>0.20163050762219159</c:v>
                </c:pt>
                <c:pt idx="21">
                  <c:v>0.23304325174321203</c:v>
                </c:pt>
                <c:pt idx="22">
                  <c:v>0.32313113418309647</c:v>
                </c:pt>
                <c:pt idx="23">
                  <c:v>0.52496261703164293</c:v>
                </c:pt>
                <c:pt idx="24">
                  <c:v>0.84930331195213471</c:v>
                </c:pt>
                <c:pt idx="25">
                  <c:v>1.2218737981768679</c:v>
                </c:pt>
                <c:pt idx="26">
                  <c:v>1.479515475408494</c:v>
                </c:pt>
                <c:pt idx="27">
                  <c:v>1.4995586689281351</c:v>
                </c:pt>
                <c:pt idx="28">
                  <c:v>1.2964367776240484</c:v>
                </c:pt>
                <c:pt idx="29">
                  <c:v>1.0031050824346162</c:v>
                </c:pt>
                <c:pt idx="30">
                  <c:v>0.7500610784730688</c:v>
                </c:pt>
                <c:pt idx="31">
                  <c:v>0.56585220269505676</c:v>
                </c:pt>
                <c:pt idx="32">
                  <c:v>0.43128517872087896</c:v>
                </c:pt>
                <c:pt idx="33">
                  <c:v>0.32857493965230161</c:v>
                </c:pt>
                <c:pt idx="34">
                  <c:v>0.25796485123785373</c:v>
                </c:pt>
                <c:pt idx="35">
                  <c:v>0.21699381303275267</c:v>
                </c:pt>
                <c:pt idx="36">
                  <c:v>0.1980000873516897</c:v>
                </c:pt>
                <c:pt idx="37">
                  <c:v>0.19247438034662717</c:v>
                </c:pt>
                <c:pt idx="38">
                  <c:v>0.19416935397425147</c:v>
                </c:pt>
                <c:pt idx="39">
                  <c:v>0.19872446987801934</c:v>
                </c:pt>
                <c:pt idx="40">
                  <c:v>0.20618581691049986</c:v>
                </c:pt>
                <c:pt idx="41">
                  <c:v>0.21392916387422642</c:v>
                </c:pt>
                <c:pt idx="42">
                  <c:v>0.21977587763060266</c:v>
                </c:pt>
                <c:pt idx="43">
                  <c:v>0.22743792793901624</c:v>
                </c:pt>
                <c:pt idx="44">
                  <c:v>0.2294145900086364</c:v>
                </c:pt>
                <c:pt idx="45">
                  <c:v>0.23090683066747142</c:v>
                </c:pt>
                <c:pt idx="46">
                  <c:v>0.22731569245392097</c:v>
                </c:pt>
                <c:pt idx="47">
                  <c:v>0.22275997206601234</c:v>
                </c:pt>
                <c:pt idx="48">
                  <c:v>0.21945329103054767</c:v>
                </c:pt>
                <c:pt idx="49">
                  <c:v>0.21630740443883267</c:v>
                </c:pt>
                <c:pt idx="50">
                  <c:v>0.21497712912645639</c:v>
                </c:pt>
                <c:pt idx="51">
                  <c:v>0.21655037469261068</c:v>
                </c:pt>
                <c:pt idx="52">
                  <c:v>0.22114668367598811</c:v>
                </c:pt>
                <c:pt idx="53">
                  <c:v>0.22461402544660289</c:v>
                </c:pt>
                <c:pt idx="54">
                  <c:v>0.2274366790929146</c:v>
                </c:pt>
                <c:pt idx="55">
                  <c:v>0.23227716899741913</c:v>
                </c:pt>
                <c:pt idx="56">
                  <c:v>0.23534103651569893</c:v>
                </c:pt>
                <c:pt idx="57">
                  <c:v>0.23800236770411984</c:v>
                </c:pt>
                <c:pt idx="58">
                  <c:v>0.23981665032485336</c:v>
                </c:pt>
                <c:pt idx="59">
                  <c:v>0.23961569444266634</c:v>
                </c:pt>
                <c:pt idx="60">
                  <c:v>0.24094647791502163</c:v>
                </c:pt>
                <c:pt idx="61">
                  <c:v>0.24372947907636758</c:v>
                </c:pt>
                <c:pt idx="62">
                  <c:v>0.24997968591870356</c:v>
                </c:pt>
                <c:pt idx="63">
                  <c:v>0.2593359098899044</c:v>
                </c:pt>
                <c:pt idx="64">
                  <c:v>0.27429726479102901</c:v>
                </c:pt>
                <c:pt idx="65">
                  <c:v>0.29450051257856452</c:v>
                </c:pt>
                <c:pt idx="66">
                  <c:v>0.32482402036831065</c:v>
                </c:pt>
                <c:pt idx="67">
                  <c:v>0.3658765304592666</c:v>
                </c:pt>
                <c:pt idx="68">
                  <c:v>0.4146717601721332</c:v>
                </c:pt>
                <c:pt idx="69">
                  <c:v>0.46761763943450046</c:v>
                </c:pt>
                <c:pt idx="70">
                  <c:v>0.52064826702470213</c:v>
                </c:pt>
                <c:pt idx="71">
                  <c:v>0.57057102330708531</c:v>
                </c:pt>
                <c:pt idx="72">
                  <c:v>0.60621945699711888</c:v>
                </c:pt>
                <c:pt idx="73">
                  <c:v>0.62517304035741605</c:v>
                </c:pt>
                <c:pt idx="74">
                  <c:v>0.62303427730594008</c:v>
                </c:pt>
                <c:pt idx="75">
                  <c:v>0.60859804819203056</c:v>
                </c:pt>
                <c:pt idx="76">
                  <c:v>0.57762751194609419</c:v>
                </c:pt>
                <c:pt idx="77">
                  <c:v>0.54012334575632948</c:v>
                </c:pt>
                <c:pt idx="78">
                  <c:v>0.50592822492517175</c:v>
                </c:pt>
                <c:pt idx="79">
                  <c:v>0.4790720007032187</c:v>
                </c:pt>
                <c:pt idx="80">
                  <c:v>0.45911300951359207</c:v>
                </c:pt>
                <c:pt idx="81">
                  <c:v>0.44878552892217244</c:v>
                </c:pt>
                <c:pt idx="82">
                  <c:v>0.44374705063859299</c:v>
                </c:pt>
                <c:pt idx="83">
                  <c:v>0.44289867539472799</c:v>
                </c:pt>
                <c:pt idx="84">
                  <c:v>0.43749389784651171</c:v>
                </c:pt>
                <c:pt idx="85">
                  <c:v>0.4280196699471891</c:v>
                </c:pt>
                <c:pt idx="86">
                  <c:v>0.41753352240256814</c:v>
                </c:pt>
                <c:pt idx="87">
                  <c:v>0.40116243150211922</c:v>
                </c:pt>
                <c:pt idx="88">
                  <c:v>0.38204754208172365</c:v>
                </c:pt>
                <c:pt idx="89">
                  <c:v>0.36123832413242979</c:v>
                </c:pt>
                <c:pt idx="90">
                  <c:v>0.34321202815460394</c:v>
                </c:pt>
                <c:pt idx="91">
                  <c:v>0.32583319113264109</c:v>
                </c:pt>
                <c:pt idx="92">
                  <c:v>0.31248565189864225</c:v>
                </c:pt>
                <c:pt idx="93">
                  <c:v>0.30192031556104204</c:v>
                </c:pt>
                <c:pt idx="94">
                  <c:v>0.29482335354162692</c:v>
                </c:pt>
                <c:pt idx="95">
                  <c:v>0.29083006814804802</c:v>
                </c:pt>
                <c:pt idx="96">
                  <c:v>0.2875253960447427</c:v>
                </c:pt>
                <c:pt idx="97">
                  <c:v>0.28740107119153657</c:v>
                </c:pt>
                <c:pt idx="98">
                  <c:v>0.28562743746511238</c:v>
                </c:pt>
                <c:pt idx="99">
                  <c:v>0.28611181503185146</c:v>
                </c:pt>
                <c:pt idx="100">
                  <c:v>0.28542607127695402</c:v>
                </c:pt>
                <c:pt idx="101">
                  <c:v>0.28631380589757793</c:v>
                </c:pt>
                <c:pt idx="102">
                  <c:v>0.28538708159089632</c:v>
                </c:pt>
                <c:pt idx="103">
                  <c:v>0.28320753406616644</c:v>
                </c:pt>
                <c:pt idx="104">
                  <c:v>0.28369216599604979</c:v>
                </c:pt>
                <c:pt idx="105">
                  <c:v>0.28171583793230831</c:v>
                </c:pt>
                <c:pt idx="106">
                  <c:v>0.28143444548803032</c:v>
                </c:pt>
                <c:pt idx="107">
                  <c:v>0.28046619471944556</c:v>
                </c:pt>
                <c:pt idx="108">
                  <c:v>0.2774024638568261</c:v>
                </c:pt>
                <c:pt idx="109">
                  <c:v>0.278934163729815</c:v>
                </c:pt>
                <c:pt idx="110">
                  <c:v>0.27703838931288577</c:v>
                </c:pt>
                <c:pt idx="111">
                  <c:v>0.27683680903607993</c:v>
                </c:pt>
                <c:pt idx="112">
                  <c:v>0.27526434324119869</c:v>
                </c:pt>
                <c:pt idx="113">
                  <c:v>0.27623312055039428</c:v>
                </c:pt>
                <c:pt idx="114">
                  <c:v>0.27615137728042738</c:v>
                </c:pt>
                <c:pt idx="115">
                  <c:v>0.27675637122777824</c:v>
                </c:pt>
                <c:pt idx="116">
                  <c:v>0.276433607811431</c:v>
                </c:pt>
                <c:pt idx="117">
                  <c:v>0.2769581663864491</c:v>
                </c:pt>
                <c:pt idx="118">
                  <c:v>0.2775627717512385</c:v>
                </c:pt>
                <c:pt idx="119">
                  <c:v>0.28038523071007199</c:v>
                </c:pt>
                <c:pt idx="120">
                  <c:v>0.28147419446775035</c:v>
                </c:pt>
                <c:pt idx="121">
                  <c:v>0.2836920296240244</c:v>
                </c:pt>
                <c:pt idx="122">
                  <c:v>0.28534653077763961</c:v>
                </c:pt>
                <c:pt idx="123">
                  <c:v>0.28873374758790793</c:v>
                </c:pt>
                <c:pt idx="124">
                  <c:v>0.29123285867045956</c:v>
                </c:pt>
                <c:pt idx="125">
                  <c:v>0.29635470221758919</c:v>
                </c:pt>
                <c:pt idx="126">
                  <c:v>0.29478268592646062</c:v>
                </c:pt>
                <c:pt idx="127">
                  <c:v>0.29901781054975068</c:v>
                </c:pt>
                <c:pt idx="128">
                  <c:v>0.30038888831919841</c:v>
                </c:pt>
                <c:pt idx="129">
                  <c:v>0.30147619439751139</c:v>
                </c:pt>
                <c:pt idx="130">
                  <c:v>0.30405640518101285</c:v>
                </c:pt>
                <c:pt idx="131">
                  <c:v>0.30462170846478182</c:v>
                </c:pt>
                <c:pt idx="132">
                  <c:v>0.3067583249653138</c:v>
                </c:pt>
                <c:pt idx="133">
                  <c:v>0.30857276437881892</c:v>
                </c:pt>
                <c:pt idx="134">
                  <c:v>0.30720279913894044</c:v>
                </c:pt>
                <c:pt idx="135">
                  <c:v>0.3096620802962371</c:v>
                </c:pt>
                <c:pt idx="136">
                  <c:v>0.3107917514333105</c:v>
                </c:pt>
                <c:pt idx="137">
                  <c:v>0.31470282385878223</c:v>
                </c:pt>
                <c:pt idx="138">
                  <c:v>0.31905827022449373</c:v>
                </c:pt>
                <c:pt idx="139">
                  <c:v>0.3236952072854421</c:v>
                </c:pt>
                <c:pt idx="140">
                  <c:v>0.33220456029791695</c:v>
                </c:pt>
                <c:pt idx="141">
                  <c:v>0.34414146452426264</c:v>
                </c:pt>
                <c:pt idx="142">
                  <c:v>0.35680401958011287</c:v>
                </c:pt>
                <c:pt idx="143">
                  <c:v>0.37624124293758243</c:v>
                </c:pt>
                <c:pt idx="144">
                  <c:v>0.40156477280358976</c:v>
                </c:pt>
                <c:pt idx="145">
                  <c:v>0.42906683636802456</c:v>
                </c:pt>
                <c:pt idx="146">
                  <c:v>0.46535954691257919</c:v>
                </c:pt>
                <c:pt idx="147">
                  <c:v>0.50786443131484227</c:v>
                </c:pt>
                <c:pt idx="148">
                  <c:v>0.55298908260536916</c:v>
                </c:pt>
                <c:pt idx="149">
                  <c:v>0.6066221872774169</c:v>
                </c:pt>
                <c:pt idx="150">
                  <c:v>0.66235225800418529</c:v>
                </c:pt>
                <c:pt idx="151">
                  <c:v>0.72219554620877358</c:v>
                </c:pt>
                <c:pt idx="152">
                  <c:v>0.78050676388558793</c:v>
                </c:pt>
                <c:pt idx="153">
                  <c:v>0.83692332001650072</c:v>
                </c:pt>
                <c:pt idx="154">
                  <c:v>0.88958839050062166</c:v>
                </c:pt>
                <c:pt idx="155">
                  <c:v>0.93459119562551696</c:v>
                </c:pt>
                <c:pt idx="156">
                  <c:v>0.96907182909604717</c:v>
                </c:pt>
                <c:pt idx="157">
                  <c:v>0.9911287584193551</c:v>
                </c:pt>
                <c:pt idx="158">
                  <c:v>1</c:v>
                </c:pt>
                <c:pt idx="159">
                  <c:v>0.99592725312652985</c:v>
                </c:pt>
                <c:pt idx="160">
                  <c:v>0.97882856094977677</c:v>
                </c:pt>
                <c:pt idx="161">
                  <c:v>0.94781915170541575</c:v>
                </c:pt>
                <c:pt idx="162">
                  <c:v>0.90922625666472912</c:v>
                </c:pt>
                <c:pt idx="163">
                  <c:v>0.86293187212595535</c:v>
                </c:pt>
                <c:pt idx="164">
                  <c:v>0.81175972801343166</c:v>
                </c:pt>
                <c:pt idx="165">
                  <c:v>0.75796572866410994</c:v>
                </c:pt>
                <c:pt idx="166">
                  <c:v>0.70727575787441688</c:v>
                </c:pt>
                <c:pt idx="167">
                  <c:v>0.6564652088823163</c:v>
                </c:pt>
                <c:pt idx="168">
                  <c:v>0.61146148636832331</c:v>
                </c:pt>
                <c:pt idx="169">
                  <c:v>0.5729494970211465</c:v>
                </c:pt>
                <c:pt idx="170">
                  <c:v>0.53697917731272693</c:v>
                </c:pt>
                <c:pt idx="171">
                  <c:v>0.51008267485042746</c:v>
                </c:pt>
                <c:pt idx="172">
                  <c:v>0.48701602774525288</c:v>
                </c:pt>
                <c:pt idx="173">
                  <c:v>0.47072463300427003</c:v>
                </c:pt>
                <c:pt idx="174">
                  <c:v>0.45721475669244904</c:v>
                </c:pt>
                <c:pt idx="175">
                  <c:v>0.44499362883483512</c:v>
                </c:pt>
                <c:pt idx="176">
                  <c:v>0.43745514187704093</c:v>
                </c:pt>
                <c:pt idx="177">
                  <c:v>0.43181067250000243</c:v>
                </c:pt>
                <c:pt idx="178">
                  <c:v>0.42862581681329404</c:v>
                </c:pt>
                <c:pt idx="179">
                  <c:v>0.42354185127081562</c:v>
                </c:pt>
                <c:pt idx="180">
                  <c:v>0.41749135084152794</c:v>
                </c:pt>
                <c:pt idx="181">
                  <c:v>0.41333973051778705</c:v>
                </c:pt>
                <c:pt idx="182">
                  <c:v>0.40967024278774139</c:v>
                </c:pt>
                <c:pt idx="183">
                  <c:v>0.40539472408751376</c:v>
                </c:pt>
                <c:pt idx="184">
                  <c:v>0.4017677577555957</c:v>
                </c:pt>
                <c:pt idx="185">
                  <c:v>0.39600032990930417</c:v>
                </c:pt>
                <c:pt idx="186">
                  <c:v>0.39120236174260348</c:v>
                </c:pt>
                <c:pt idx="187">
                  <c:v>0.38535346150073657</c:v>
                </c:pt>
                <c:pt idx="188">
                  <c:v>0.37995051912753042</c:v>
                </c:pt>
                <c:pt idx="189">
                  <c:v>0.37490831246060408</c:v>
                </c:pt>
                <c:pt idx="190">
                  <c:v>0.36954607525773159</c:v>
                </c:pt>
                <c:pt idx="191">
                  <c:v>0.36430328562946607</c:v>
                </c:pt>
                <c:pt idx="192">
                  <c:v>0.35885943960240313</c:v>
                </c:pt>
                <c:pt idx="193">
                  <c:v>0.35265064208065872</c:v>
                </c:pt>
                <c:pt idx="194">
                  <c:v>0.34813363676441222</c:v>
                </c:pt>
                <c:pt idx="195">
                  <c:v>0.34268889416526416</c:v>
                </c:pt>
                <c:pt idx="196">
                  <c:v>0.3380521711362357</c:v>
                </c:pt>
                <c:pt idx="197">
                  <c:v>0.33220303785864264</c:v>
                </c:pt>
                <c:pt idx="198">
                  <c:v>0.3271645006356132</c:v>
                </c:pt>
                <c:pt idx="199">
                  <c:v>0.32188215410950405</c:v>
                </c:pt>
                <c:pt idx="200">
                  <c:v>0.319461450915902</c:v>
                </c:pt>
                <c:pt idx="201">
                  <c:v>0.31474265248109895</c:v>
                </c:pt>
                <c:pt idx="202">
                  <c:v>0.30736322372208247</c:v>
                </c:pt>
                <c:pt idx="203">
                  <c:v>0.30308915082122284</c:v>
                </c:pt>
                <c:pt idx="204">
                  <c:v>0.29982280475402517</c:v>
                </c:pt>
                <c:pt idx="205">
                  <c:v>0.29623379216163781</c:v>
                </c:pt>
                <c:pt idx="206">
                  <c:v>0.2924833212487799</c:v>
                </c:pt>
                <c:pt idx="207">
                  <c:v>0.28812935874787227</c:v>
                </c:pt>
                <c:pt idx="208">
                  <c:v>0.28361071436117136</c:v>
                </c:pt>
                <c:pt idx="209">
                  <c:v>0.28062583992785539</c:v>
                </c:pt>
                <c:pt idx="210">
                  <c:v>0.27562564672584788</c:v>
                </c:pt>
                <c:pt idx="211">
                  <c:v>0.27308779998152943</c:v>
                </c:pt>
                <c:pt idx="212">
                  <c:v>0.26937588944385477</c:v>
                </c:pt>
                <c:pt idx="213">
                  <c:v>0.26582846179886715</c:v>
                </c:pt>
                <c:pt idx="214">
                  <c:v>0.26284360738975721</c:v>
                </c:pt>
                <c:pt idx="215">
                  <c:v>0.26042481674811069</c:v>
                </c:pt>
                <c:pt idx="216">
                  <c:v>0.25764144396926614</c:v>
                </c:pt>
                <c:pt idx="217">
                  <c:v>0.25268164512824259</c:v>
                </c:pt>
                <c:pt idx="218">
                  <c:v>0.25231967895717911</c:v>
                </c:pt>
                <c:pt idx="219">
                  <c:v>0.24909060459838187</c:v>
                </c:pt>
                <c:pt idx="220">
                  <c:v>0.24691581806102142</c:v>
                </c:pt>
                <c:pt idx="221">
                  <c:v>0.2441735623445063</c:v>
                </c:pt>
                <c:pt idx="222">
                  <c:v>0.24276039033396277</c:v>
                </c:pt>
                <c:pt idx="223">
                  <c:v>0.24143066181331146</c:v>
                </c:pt>
                <c:pt idx="224">
                  <c:v>0.23872813522194275</c:v>
                </c:pt>
                <c:pt idx="225">
                  <c:v>0.23582561007271707</c:v>
                </c:pt>
                <c:pt idx="226">
                  <c:v>0.23272056785587053</c:v>
                </c:pt>
                <c:pt idx="227">
                  <c:v>0.2335275338358708</c:v>
                </c:pt>
                <c:pt idx="228">
                  <c:v>0.23142994485923893</c:v>
                </c:pt>
                <c:pt idx="229">
                  <c:v>0.22739792334994061</c:v>
                </c:pt>
                <c:pt idx="230">
                  <c:v>0.22772014173159069</c:v>
                </c:pt>
                <c:pt idx="231">
                  <c:v>0.22679294846326006</c:v>
                </c:pt>
                <c:pt idx="232">
                  <c:v>0.22433284720415192</c:v>
                </c:pt>
                <c:pt idx="233">
                  <c:v>0.22187327106953711</c:v>
                </c:pt>
                <c:pt idx="234">
                  <c:v>0.22211555781975134</c:v>
                </c:pt>
                <c:pt idx="235">
                  <c:v>0.2207435428060838</c:v>
                </c:pt>
                <c:pt idx="236">
                  <c:v>0.21917109658200412</c:v>
                </c:pt>
                <c:pt idx="237">
                  <c:v>0.21937351653169704</c:v>
                </c:pt>
                <c:pt idx="238">
                  <c:v>0.21775972054827808</c:v>
                </c:pt>
                <c:pt idx="239">
                  <c:v>0.21695394515579014</c:v>
                </c:pt>
                <c:pt idx="240">
                  <c:v>0.21699326629830343</c:v>
                </c:pt>
                <c:pt idx="241">
                  <c:v>0.21522035255362051</c:v>
                </c:pt>
                <c:pt idx="242">
                  <c:v>0.21546135126008847</c:v>
                </c:pt>
                <c:pt idx="243">
                  <c:v>0.21392824631494778</c:v>
                </c:pt>
                <c:pt idx="244">
                  <c:v>0.21312042216879662</c:v>
                </c:pt>
                <c:pt idx="245">
                  <c:v>0.21207388178587974</c:v>
                </c:pt>
                <c:pt idx="246">
                  <c:v>0.21219555215493371</c:v>
                </c:pt>
                <c:pt idx="247">
                  <c:v>0.21070251005773158</c:v>
                </c:pt>
                <c:pt idx="248">
                  <c:v>0.20908892855963743</c:v>
                </c:pt>
                <c:pt idx="249">
                  <c:v>0.20751659919323412</c:v>
                </c:pt>
                <c:pt idx="250">
                  <c:v>0.20751669784032239</c:v>
                </c:pt>
                <c:pt idx="251">
                  <c:v>0.20723483683079891</c:v>
                </c:pt>
                <c:pt idx="252">
                  <c:v>0.20590356590298237</c:v>
                </c:pt>
                <c:pt idx="253">
                  <c:v>0.20558113467917011</c:v>
                </c:pt>
                <c:pt idx="254">
                  <c:v>0.20541961617345059</c:v>
                </c:pt>
                <c:pt idx="255">
                  <c:v>0.20352347132878107</c:v>
                </c:pt>
                <c:pt idx="256">
                  <c:v>0.20283948282348466</c:v>
                </c:pt>
                <c:pt idx="257">
                  <c:v>0.20090300272636485</c:v>
                </c:pt>
                <c:pt idx="258">
                  <c:v>0.20017713803484674</c:v>
                </c:pt>
                <c:pt idx="259">
                  <c:v>0.20029886632267624</c:v>
                </c:pt>
                <c:pt idx="260">
                  <c:v>0.19872659606549214</c:v>
                </c:pt>
                <c:pt idx="261">
                  <c:v>0.20122646785741255</c:v>
                </c:pt>
                <c:pt idx="262">
                  <c:v>0.19808032848898877</c:v>
                </c:pt>
                <c:pt idx="263">
                  <c:v>0.19876570294903978</c:v>
                </c:pt>
                <c:pt idx="264">
                  <c:v>0.19618603822022423</c:v>
                </c:pt>
                <c:pt idx="265">
                  <c:v>0.19751594361458022</c:v>
                </c:pt>
                <c:pt idx="266">
                  <c:v>0.19662881206088315</c:v>
                </c:pt>
                <c:pt idx="267">
                  <c:v>0.19779840876747201</c:v>
                </c:pt>
                <c:pt idx="268">
                  <c:v>0.19598381244815261</c:v>
                </c:pt>
                <c:pt idx="269">
                  <c:v>0.19763786630707597</c:v>
                </c:pt>
                <c:pt idx="270">
                  <c:v>0.19570191269411452</c:v>
                </c:pt>
                <c:pt idx="271">
                  <c:v>0.19602309529873299</c:v>
                </c:pt>
                <c:pt idx="272">
                  <c:v>0.19570062464995722</c:v>
                </c:pt>
                <c:pt idx="273">
                  <c:v>0.19513672604193674</c:v>
                </c:pt>
                <c:pt idx="274">
                  <c:v>0.19481546572055936</c:v>
                </c:pt>
                <c:pt idx="275">
                  <c:v>0.19509631318645598</c:v>
                </c:pt>
                <c:pt idx="276">
                  <c:v>0.19340243087525927</c:v>
                </c:pt>
                <c:pt idx="277">
                  <c:v>0.19465291370469318</c:v>
                </c:pt>
                <c:pt idx="278">
                  <c:v>0.19195048615681626</c:v>
                </c:pt>
                <c:pt idx="279">
                  <c:v>0.19166881898551147</c:v>
                </c:pt>
                <c:pt idx="280">
                  <c:v>0.19215278834229782</c:v>
                </c:pt>
                <c:pt idx="281">
                  <c:v>0.18880559580467485</c:v>
                </c:pt>
                <c:pt idx="282">
                  <c:v>0.18767537855536678</c:v>
                </c:pt>
                <c:pt idx="283">
                  <c:v>0.18674873168249451</c:v>
                </c:pt>
                <c:pt idx="284">
                  <c:v>0.18670831871355956</c:v>
                </c:pt>
                <c:pt idx="285">
                  <c:v>0.18461170600888516</c:v>
                </c:pt>
                <c:pt idx="286">
                  <c:v>0.18481314934749257</c:v>
                </c:pt>
                <c:pt idx="287">
                  <c:v>0.18344212762688694</c:v>
                </c:pt>
                <c:pt idx="288">
                  <c:v>0.18287686382412296</c:v>
                </c:pt>
                <c:pt idx="289">
                  <c:v>0.18074092890104254</c:v>
                </c:pt>
                <c:pt idx="290">
                  <c:v>0.1808212880297351</c:v>
                </c:pt>
                <c:pt idx="291">
                  <c:v>0.17868365588914564</c:v>
                </c:pt>
                <c:pt idx="292">
                  <c:v>0.17779623338080947</c:v>
                </c:pt>
                <c:pt idx="293">
                  <c:v>0.17674789826728604</c:v>
                </c:pt>
                <c:pt idx="294">
                  <c:v>0.1755781844191116</c:v>
                </c:pt>
                <c:pt idx="295">
                  <c:v>0.17517570657557185</c:v>
                </c:pt>
                <c:pt idx="296">
                  <c:v>0.1737627700374095</c:v>
                </c:pt>
                <c:pt idx="297">
                  <c:v>0.17489259609745811</c:v>
                </c:pt>
                <c:pt idx="298">
                  <c:v>0.17328010840889879</c:v>
                </c:pt>
                <c:pt idx="299">
                  <c:v>0.172514843442128</c:v>
                </c:pt>
                <c:pt idx="300">
                  <c:v>0.17219110454704153</c:v>
                </c:pt>
                <c:pt idx="301">
                  <c:v>0.17275629250243138</c:v>
                </c:pt>
                <c:pt idx="302">
                  <c:v>0.17223216250083695</c:v>
                </c:pt>
                <c:pt idx="303">
                  <c:v>0.17267556220964447</c:v>
                </c:pt>
                <c:pt idx="304">
                  <c:v>0.17271593682978303</c:v>
                </c:pt>
                <c:pt idx="305">
                  <c:v>0.17332036622808791</c:v>
                </c:pt>
                <c:pt idx="306">
                  <c:v>0.1751764091963956</c:v>
                </c:pt>
                <c:pt idx="307">
                  <c:v>0.17299848145550173</c:v>
                </c:pt>
                <c:pt idx="308">
                  <c:v>0.17428904534373682</c:v>
                </c:pt>
                <c:pt idx="309">
                  <c:v>0.17400648075053898</c:v>
                </c:pt>
                <c:pt idx="310">
                  <c:v>0.17606348022503032</c:v>
                </c:pt>
                <c:pt idx="311">
                  <c:v>0.1753368734311346</c:v>
                </c:pt>
                <c:pt idx="312">
                  <c:v>0.17618403993362602</c:v>
                </c:pt>
                <c:pt idx="313">
                  <c:v>0.17678956110121452</c:v>
                </c:pt>
                <c:pt idx="314">
                  <c:v>0.17844136942229225</c:v>
                </c:pt>
                <c:pt idx="315">
                  <c:v>0.17876426960775324</c:v>
                </c:pt>
                <c:pt idx="316">
                  <c:v>0.18110326736991705</c:v>
                </c:pt>
                <c:pt idx="317">
                  <c:v>0.17981274211329079</c:v>
                </c:pt>
                <c:pt idx="318">
                  <c:v>0.18186984051809385</c:v>
                </c:pt>
                <c:pt idx="319">
                  <c:v>0.1842494265922287</c:v>
                </c:pt>
                <c:pt idx="320">
                  <c:v>0.18388585856510475</c:v>
                </c:pt>
                <c:pt idx="321">
                  <c:v>0.18602294521690727</c:v>
                </c:pt>
                <c:pt idx="322">
                  <c:v>0.18743496464905821</c:v>
                </c:pt>
                <c:pt idx="323">
                  <c:v>0.1875153038672728</c:v>
                </c:pt>
                <c:pt idx="324">
                  <c:v>0.19122600538048667</c:v>
                </c:pt>
                <c:pt idx="325">
                  <c:v>0.19082155678230672</c:v>
                </c:pt>
                <c:pt idx="326">
                  <c:v>0.19122536135820251</c:v>
                </c:pt>
                <c:pt idx="327">
                  <c:v>0.19453268641581437</c:v>
                </c:pt>
                <c:pt idx="328">
                  <c:v>0.19574137003819789</c:v>
                </c:pt>
                <c:pt idx="329">
                  <c:v>0.19606440585933077</c:v>
                </c:pt>
                <c:pt idx="330">
                  <c:v>0.19828280709463342</c:v>
                </c:pt>
                <c:pt idx="331">
                  <c:v>0.19945115484194106</c:v>
                </c:pt>
                <c:pt idx="332">
                  <c:v>0.20098472846495891</c:v>
                </c:pt>
                <c:pt idx="333">
                  <c:v>0.20291931575096822</c:v>
                </c:pt>
                <c:pt idx="334">
                  <c:v>0.20404955183390164</c:v>
                </c:pt>
                <c:pt idx="335">
                  <c:v>0.20348459963439072</c:v>
                </c:pt>
                <c:pt idx="336">
                  <c:v>0.20582328511422318</c:v>
                </c:pt>
                <c:pt idx="337">
                  <c:v>0.20550028843455631</c:v>
                </c:pt>
                <c:pt idx="338">
                  <c:v>0.20759760325074536</c:v>
                </c:pt>
                <c:pt idx="339">
                  <c:v>0.20796019421269407</c:v>
                </c:pt>
                <c:pt idx="340">
                  <c:v>0.20735443870548143</c:v>
                </c:pt>
                <c:pt idx="341">
                  <c:v>0.20799978877888459</c:v>
                </c:pt>
                <c:pt idx="342">
                  <c:v>0.20719424715902557</c:v>
                </c:pt>
                <c:pt idx="343">
                  <c:v>0.2055407018000317</c:v>
                </c:pt>
                <c:pt idx="344">
                  <c:v>0.20477569017655373</c:v>
                </c:pt>
                <c:pt idx="345">
                  <c:v>0.20316156341658045</c:v>
                </c:pt>
                <c:pt idx="346">
                  <c:v>0.20207289157776226</c:v>
                </c:pt>
                <c:pt idx="347">
                  <c:v>0.19900754053476577</c:v>
                </c:pt>
                <c:pt idx="348">
                  <c:v>0.19678968620423082</c:v>
                </c:pt>
                <c:pt idx="349">
                  <c:v>0.19453126313280023</c:v>
                </c:pt>
                <c:pt idx="350">
                  <c:v>0.19344344895123511</c:v>
                </c:pt>
                <c:pt idx="351">
                  <c:v>0.18949194472292871</c:v>
                </c:pt>
                <c:pt idx="352">
                  <c:v>0.18626449014824187</c:v>
                </c:pt>
                <c:pt idx="353">
                  <c:v>0.18146609267148964</c:v>
                </c:pt>
                <c:pt idx="354">
                  <c:v>0.17904693069515676</c:v>
                </c:pt>
                <c:pt idx="355">
                  <c:v>0.17541836364062088</c:v>
                </c:pt>
                <c:pt idx="356">
                  <c:v>0.17126426326895505</c:v>
                </c:pt>
                <c:pt idx="357">
                  <c:v>0.16646438385378509</c:v>
                </c:pt>
                <c:pt idx="358">
                  <c:v>0.16291607875424619</c:v>
                </c:pt>
                <c:pt idx="359">
                  <c:v>0.15847611262642733</c:v>
                </c:pt>
                <c:pt idx="360">
                  <c:v>0.15416504460224748</c:v>
                </c:pt>
                <c:pt idx="361">
                  <c:v>0.15041118742060589</c:v>
                </c:pt>
                <c:pt idx="362">
                  <c:v>0.14652835731295721</c:v>
                </c:pt>
                <c:pt idx="363">
                  <c:v>0.14246317709938436</c:v>
                </c:pt>
                <c:pt idx="364">
                  <c:v>0.13799117090340959</c:v>
                </c:pt>
                <c:pt idx="365">
                  <c:v>0.13531310600400251</c:v>
                </c:pt>
                <c:pt idx="366">
                  <c:v>0.132139948981702</c:v>
                </c:pt>
                <c:pt idx="367">
                  <c:v>0.12874849083028175</c:v>
                </c:pt>
                <c:pt idx="368">
                  <c:v>0.12460212822540317</c:v>
                </c:pt>
                <c:pt idx="369">
                  <c:v>0.12191650625895664</c:v>
                </c:pt>
                <c:pt idx="370">
                  <c:v>0.1187033016631496</c:v>
                </c:pt>
                <c:pt idx="371">
                  <c:v>0.11554563513361069</c:v>
                </c:pt>
                <c:pt idx="372">
                  <c:v>0.11414649031829044</c:v>
                </c:pt>
                <c:pt idx="373">
                  <c:v>0.1114247651617801</c:v>
                </c:pt>
                <c:pt idx="374">
                  <c:v>0.10925080437701531</c:v>
                </c:pt>
                <c:pt idx="375">
                  <c:v>0.10667061339343049</c:v>
                </c:pt>
                <c:pt idx="376">
                  <c:v>0.10623787888936287</c:v>
                </c:pt>
                <c:pt idx="377">
                  <c:v>0.10449681880709637</c:v>
                </c:pt>
                <c:pt idx="378">
                  <c:v>0.10266203225491223</c:v>
                </c:pt>
                <c:pt idx="379">
                  <c:v>0.10160567376656272</c:v>
                </c:pt>
                <c:pt idx="380">
                  <c:v>9.9023985238547982E-2</c:v>
                </c:pt>
                <c:pt idx="381">
                  <c:v>9.9922759434532382E-2</c:v>
                </c:pt>
                <c:pt idx="382">
                  <c:v>9.7415714071244525E-2</c:v>
                </c:pt>
                <c:pt idx="383">
                  <c:v>9.6710180805229334E-2</c:v>
                </c:pt>
                <c:pt idx="384">
                  <c:v>9.6738691896599727E-2</c:v>
                </c:pt>
                <c:pt idx="385">
                  <c:v>9.5693178000946524E-2</c:v>
                </c:pt>
                <c:pt idx="386">
                  <c:v>9.4745726772650904E-2</c:v>
                </c:pt>
                <c:pt idx="387">
                  <c:v>9.3922641340436208E-2</c:v>
                </c:pt>
                <c:pt idx="388">
                  <c:v>9.4813395121576424E-2</c:v>
                </c:pt>
                <c:pt idx="389">
                  <c:v>9.3386086010654235E-2</c:v>
                </c:pt>
                <c:pt idx="390">
                  <c:v>9.3753618685955914E-2</c:v>
                </c:pt>
                <c:pt idx="391">
                  <c:v>9.308030261307243E-2</c:v>
                </c:pt>
                <c:pt idx="392">
                  <c:v>9.3205181072362045E-2</c:v>
                </c:pt>
                <c:pt idx="393">
                  <c:v>9.2939073004598305E-2</c:v>
                </c:pt>
                <c:pt idx="394">
                  <c:v>9.2559736815528287E-2</c:v>
                </c:pt>
                <c:pt idx="395">
                  <c:v>9.2987364847264775E-2</c:v>
                </c:pt>
                <c:pt idx="396">
                  <c:v>9.3418891660682249E-2</c:v>
                </c:pt>
                <c:pt idx="397">
                  <c:v>9.2688787197158548E-2</c:v>
                </c:pt>
                <c:pt idx="398">
                  <c:v>9.4092861676572964E-2</c:v>
                </c:pt>
                <c:pt idx="399">
                  <c:v>9.3418694211217818E-2</c:v>
                </c:pt>
                <c:pt idx="400">
                  <c:v>9.56567193789708E-2</c:v>
                </c:pt>
                <c:pt idx="401">
                  <c:v>9.5076736242784232E-2</c:v>
                </c:pt>
                <c:pt idx="402">
                  <c:v>9.5830551979664669E-2</c:v>
                </c:pt>
                <c:pt idx="403">
                  <c:v>9.5749716848780739E-2</c:v>
                </c:pt>
                <c:pt idx="404">
                  <c:v>9.7709859609897004E-2</c:v>
                </c:pt>
                <c:pt idx="405">
                  <c:v>9.9516276651203522E-2</c:v>
                </c:pt>
                <c:pt idx="406">
                  <c:v>0.10175433014209768</c:v>
                </c:pt>
                <c:pt idx="407">
                  <c:v>0.10159314903784611</c:v>
                </c:pt>
                <c:pt idx="408">
                  <c:v>0.10432303843335272</c:v>
                </c:pt>
                <c:pt idx="409">
                  <c:v>0.10584342387105573</c:v>
                </c:pt>
                <c:pt idx="410">
                  <c:v>0.10781147702045846</c:v>
                </c:pt>
                <c:pt idx="411">
                  <c:v>0.10957791434014419</c:v>
                </c:pt>
                <c:pt idx="412">
                  <c:v>0.11168965103507106</c:v>
                </c:pt>
                <c:pt idx="413">
                  <c:v>0.11567069494349994</c:v>
                </c:pt>
                <c:pt idx="414">
                  <c:v>0.11715536785574465</c:v>
                </c:pt>
                <c:pt idx="415">
                  <c:v>0.12117916880727325</c:v>
                </c:pt>
                <c:pt idx="416">
                  <c:v>0.12385286571424513</c:v>
                </c:pt>
                <c:pt idx="417">
                  <c:v>0.12808355552631656</c:v>
                </c:pt>
                <c:pt idx="418">
                  <c:v>0.13168872109377222</c:v>
                </c:pt>
                <c:pt idx="419">
                  <c:v>0.13503142921729955</c:v>
                </c:pt>
                <c:pt idx="420">
                  <c:v>0.13951984208579385</c:v>
                </c:pt>
                <c:pt idx="421">
                  <c:v>0.14220534306169078</c:v>
                </c:pt>
                <c:pt idx="422">
                  <c:v>0.14708861108917037</c:v>
                </c:pt>
                <c:pt idx="423">
                  <c:v>0.15058010879442743</c:v>
                </c:pt>
                <c:pt idx="424">
                  <c:v>0.15467047107062371</c:v>
                </c:pt>
                <c:pt idx="425">
                  <c:v>0.15897310656926184</c:v>
                </c:pt>
                <c:pt idx="426">
                  <c:v>0.16315912638455807</c:v>
                </c:pt>
                <c:pt idx="427">
                  <c:v>0.16670651415131515</c:v>
                </c:pt>
                <c:pt idx="428">
                  <c:v>0.17102191859969126</c:v>
                </c:pt>
                <c:pt idx="429">
                  <c:v>0.17255486748855153</c:v>
                </c:pt>
                <c:pt idx="430">
                  <c:v>0.17626470998443644</c:v>
                </c:pt>
                <c:pt idx="431">
                  <c:v>0.18041810756523441</c:v>
                </c:pt>
                <c:pt idx="432">
                  <c:v>0.1832406844015963</c:v>
                </c:pt>
                <c:pt idx="433">
                  <c:v>0.18388646423872992</c:v>
                </c:pt>
                <c:pt idx="434">
                  <c:v>0.18610398597936723</c:v>
                </c:pt>
                <c:pt idx="435">
                  <c:v>0.18876531790455289</c:v>
                </c:pt>
                <c:pt idx="436">
                  <c:v>0.18840364359534859</c:v>
                </c:pt>
                <c:pt idx="437">
                  <c:v>0.18973241632151591</c:v>
                </c:pt>
                <c:pt idx="438">
                  <c:v>0.19082266885956842</c:v>
                </c:pt>
                <c:pt idx="439">
                  <c:v>0.18961283492430667</c:v>
                </c:pt>
                <c:pt idx="440">
                  <c:v>0.18941064886069608</c:v>
                </c:pt>
                <c:pt idx="441">
                  <c:v>0.18872541184952338</c:v>
                </c:pt>
                <c:pt idx="442">
                  <c:v>0.1858623629350073</c:v>
                </c:pt>
                <c:pt idx="443">
                  <c:v>0.18432919922142013</c:v>
                </c:pt>
                <c:pt idx="444">
                  <c:v>0.1826760840221488</c:v>
                </c:pt>
                <c:pt idx="445">
                  <c:v>0.18029647701713622</c:v>
                </c:pt>
                <c:pt idx="446">
                  <c:v>0.17569936648276002</c:v>
                </c:pt>
                <c:pt idx="447">
                  <c:v>0.1741676478321873</c:v>
                </c:pt>
                <c:pt idx="448">
                  <c:v>0.16896513332730129</c:v>
                </c:pt>
                <c:pt idx="449">
                  <c:v>0.16505390626207772</c:v>
                </c:pt>
                <c:pt idx="450">
                  <c:v>0.1605742630764756</c:v>
                </c:pt>
                <c:pt idx="451">
                  <c:v>0.15694390418010634</c:v>
                </c:pt>
                <c:pt idx="452">
                  <c:v>0.15168977152792168</c:v>
                </c:pt>
                <c:pt idx="453">
                  <c:v>0.14722934514186165</c:v>
                </c:pt>
                <c:pt idx="454">
                  <c:v>0.14301650670008065</c:v>
                </c:pt>
                <c:pt idx="455">
                  <c:v>0.13871626359579697</c:v>
                </c:pt>
                <c:pt idx="456">
                  <c:v>0.13272075509551029</c:v>
                </c:pt>
                <c:pt idx="457">
                  <c:v>0.12878800225902856</c:v>
                </c:pt>
                <c:pt idx="458">
                  <c:v>0.12568067495838464</c:v>
                </c:pt>
                <c:pt idx="459">
                  <c:v>0.12135250824178737</c:v>
                </c:pt>
                <c:pt idx="460">
                  <c:v>0.11710234211863124</c:v>
                </c:pt>
                <c:pt idx="461">
                  <c:v>0.11390897091405576</c:v>
                </c:pt>
                <c:pt idx="462">
                  <c:v>0.111093591133105</c:v>
                </c:pt>
                <c:pt idx="463">
                  <c:v>0.10836377968427852</c:v>
                </c:pt>
                <c:pt idx="464">
                  <c:v>0.1043024735944653</c:v>
                </c:pt>
                <c:pt idx="465">
                  <c:v>0.100818619874668</c:v>
                </c:pt>
                <c:pt idx="466">
                  <c:v>9.9834805802663781E-2</c:v>
                </c:pt>
                <c:pt idx="467">
                  <c:v>9.7500524735127103E-2</c:v>
                </c:pt>
                <c:pt idx="468">
                  <c:v>9.6536117210842542E-2</c:v>
                </c:pt>
                <c:pt idx="469">
                  <c:v>9.4624969448149771E-2</c:v>
                </c:pt>
                <c:pt idx="470">
                  <c:v>9.38910792377044E-2</c:v>
                </c:pt>
                <c:pt idx="471">
                  <c:v>9.3169026689341766E-2</c:v>
                </c:pt>
                <c:pt idx="472">
                  <c:v>9.4068925282765198E-2</c:v>
                </c:pt>
                <c:pt idx="473">
                  <c:v>9.3689527959926744E-2</c:v>
                </c:pt>
                <c:pt idx="474">
                  <c:v>9.5092013515958695E-2</c:v>
                </c:pt>
                <c:pt idx="475">
                  <c:v>9.6656997032187442E-2</c:v>
                </c:pt>
                <c:pt idx="476">
                  <c:v>9.6890646846462619E-2</c:v>
                </c:pt>
                <c:pt idx="477">
                  <c:v>9.9136657678205869E-2</c:v>
                </c:pt>
                <c:pt idx="478">
                  <c:v>0.10118598739071161</c:v>
                </c:pt>
                <c:pt idx="479">
                  <c:v>0.10328656873453718</c:v>
                </c:pt>
                <c:pt idx="480">
                  <c:v>0.10633863216083141</c:v>
                </c:pt>
                <c:pt idx="481">
                  <c:v>0.10797726595928439</c:v>
                </c:pt>
                <c:pt idx="482">
                  <c:v>0.11246075190477539</c:v>
                </c:pt>
                <c:pt idx="483">
                  <c:v>0.11677593202036932</c:v>
                </c:pt>
                <c:pt idx="484">
                  <c:v>0.1211418915736639</c:v>
                </c:pt>
                <c:pt idx="485">
                  <c:v>0.12661066729350196</c:v>
                </c:pt>
                <c:pt idx="486">
                  <c:v>0.13127305524607355</c:v>
                </c:pt>
                <c:pt idx="487">
                  <c:v>0.13701089521627649</c:v>
                </c:pt>
                <c:pt idx="488">
                  <c:v>0.14170831731241967</c:v>
                </c:pt>
                <c:pt idx="489">
                  <c:v>0.14768493430720719</c:v>
                </c:pt>
                <c:pt idx="490">
                  <c:v>0.15438444691010492</c:v>
                </c:pt>
                <c:pt idx="491">
                  <c:v>0.16187952925723095</c:v>
                </c:pt>
                <c:pt idx="492">
                  <c:v>0.1682404584293927</c:v>
                </c:pt>
                <c:pt idx="493">
                  <c:v>0.1775548061007805</c:v>
                </c:pt>
                <c:pt idx="494">
                  <c:v>0.18295788507291966</c:v>
                </c:pt>
                <c:pt idx="495">
                  <c:v>0.19312053100790444</c:v>
                </c:pt>
                <c:pt idx="496">
                  <c:v>0.20178991809471097</c:v>
                </c:pt>
                <c:pt idx="497">
                  <c:v>0.21102527222814171</c:v>
                </c:pt>
                <c:pt idx="498">
                  <c:v>0.22074233264845522</c:v>
                </c:pt>
                <c:pt idx="499">
                  <c:v>0.23070370888976158</c:v>
                </c:pt>
                <c:pt idx="500">
                  <c:v>0.2395740709765633</c:v>
                </c:pt>
                <c:pt idx="501">
                  <c:v>0.24985875623590911</c:v>
                </c:pt>
                <c:pt idx="502">
                  <c:v>0.26014152973651677</c:v>
                </c:pt>
                <c:pt idx="503">
                  <c:v>0.27046508889972559</c:v>
                </c:pt>
                <c:pt idx="504">
                  <c:v>0.28127372672106221</c:v>
                </c:pt>
                <c:pt idx="505">
                  <c:v>0.29236387441066347</c:v>
                </c:pt>
                <c:pt idx="506">
                  <c:v>0.30264497122851108</c:v>
                </c:pt>
                <c:pt idx="507">
                  <c:v>0.31369427573300229</c:v>
                </c:pt>
                <c:pt idx="508">
                  <c:v>0.32518801657272906</c:v>
                </c:pt>
                <c:pt idx="509">
                  <c:v>0.33603568288150182</c:v>
                </c:pt>
                <c:pt idx="510">
                  <c:v>0</c:v>
                </c:pt>
                <c:pt idx="511">
                  <c:v>0</c:v>
                </c:pt>
              </c:numCache>
            </c:numRef>
          </c:yVal>
          <c:smooth val="1"/>
          <c:extLst>
            <c:ext xmlns:c16="http://schemas.microsoft.com/office/drawing/2014/chart" uri="{C3380CC4-5D6E-409C-BE32-E72D297353CC}">
              <c16:uniqueId val="{00000000-F8F0-4125-BF74-CC9BF674333E}"/>
            </c:ext>
          </c:extLst>
        </c:ser>
        <c:ser>
          <c:idx val="4"/>
          <c:order val="1"/>
          <c:tx>
            <c:strRef>
              <c:f>'calib_(2)'!$C$7</c:f>
              <c:strCache>
                <c:ptCount val="1"/>
                <c:pt idx="0">
                  <c:v>primary</c:v>
                </c:pt>
              </c:strCache>
            </c:strRef>
          </c:tx>
          <c:spPr>
            <a:ln w="19050">
              <a:solidFill>
                <a:srgbClr val="FFC000"/>
              </a:solidFill>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'calib_(2)'!$C$8:$C$519</c:f>
              <c:numCache>
                <c:formatCode>General</c:formatCode>
                <c:ptCount val="512"/>
                <c:pt idx="0">
                  <c:v>3.3704245239124515E-3</c:v>
                </c:pt>
                <c:pt idx="1">
                  <c:v>1.1700571570608512E-2</c:v>
                </c:pt>
                <c:pt idx="2">
                  <c:v>8.9994764101472887E-3</c:v>
                </c:pt>
                <c:pt idx="3">
                  <c:v>3.2026759803947934E-3</c:v>
                </c:pt>
                <c:pt idx="4">
                  <c:v>2.2711373897304388E-3</c:v>
                </c:pt>
                <c:pt idx="5">
                  <c:v>2.0739444301201867E-3</c:v>
                </c:pt>
                <c:pt idx="6">
                  <c:v>1.9053817237024704E-3</c:v>
                </c:pt>
                <c:pt idx="7">
                  <c:v>1.7376251635375468E-3</c:v>
                </c:pt>
                <c:pt idx="8">
                  <c:v>1.5868754611709144E-3</c:v>
                </c:pt>
                <c:pt idx="9">
                  <c:v>1.426484956360661E-3</c:v>
                </c:pt>
                <c:pt idx="10">
                  <c:v>1.3035333111833579E-3</c:v>
                </c:pt>
                <c:pt idx="11">
                  <c:v>1.1477140016309829E-3</c:v>
                </c:pt>
                <c:pt idx="12">
                  <c:v>1.0219816813598452E-3</c:v>
                </c:pt>
                <c:pt idx="13">
                  <c:v>9.0516142905930808E-4</c:v>
                </c:pt>
                <c:pt idx="14">
                  <c:v>8.0110917387786148E-4</c:v>
                </c:pt>
                <c:pt idx="15">
                  <c:v>7.0825281995142201E-4</c:v>
                </c:pt>
                <c:pt idx="16">
                  <c:v>6.3544576766587423E-4</c:v>
                </c:pt>
                <c:pt idx="17">
                  <c:v>5.7676775992563604E-4</c:v>
                </c:pt>
                <c:pt idx="18">
                  <c:v>8.3862375895042587E-4</c:v>
                </c:pt>
                <c:pt idx="19">
                  <c:v>2.6074753977760345E-3</c:v>
                </c:pt>
                <c:pt idx="20">
                  <c:v>1.1304521691252439E-2</c:v>
                </c:pt>
                <c:pt idx="21">
                  <c:v>4.3144706646430664E-2</c:v>
                </c:pt>
                <c:pt idx="22">
                  <c:v>0.13399074544153017</c:v>
                </c:pt>
                <c:pt idx="23">
                  <c:v>0.3313979455726298</c:v>
                </c:pt>
                <c:pt idx="24">
                  <c:v>0.6510606840538079</c:v>
                </c:pt>
                <c:pt idx="25">
                  <c:v>1.0173006243874858</c:v>
                </c:pt>
                <c:pt idx="26">
                  <c:v>1.2713536420366851</c:v>
                </c:pt>
                <c:pt idx="27">
                  <c:v>1.2901861032924997</c:v>
                </c:pt>
                <c:pt idx="28">
                  <c:v>1.0897662110757729</c:v>
                </c:pt>
                <c:pt idx="29">
                  <c:v>0.80385515667231777</c:v>
                </c:pt>
                <c:pt idx="30">
                  <c:v>0.55460157040724523</c:v>
                </c:pt>
                <c:pt idx="31">
                  <c:v>0.37309481029077052</c:v>
                </c:pt>
                <c:pt idx="32">
                  <c:v>0.2417134596691434</c:v>
                </c:pt>
                <c:pt idx="33">
                  <c:v>0.14201950469190761</c:v>
                </c:pt>
                <c:pt idx="34">
                  <c:v>7.2163194127527072E-2</c:v>
                </c:pt>
                <c:pt idx="35">
                  <c:v>3.1183954105859484E-2</c:v>
                </c:pt>
                <c:pt idx="36">
                  <c:v>1.1520328761889629E-2</c:v>
                </c:pt>
                <c:pt idx="37">
                  <c:v>4.0983314452916033E-3</c:v>
                </c:pt>
                <c:pt idx="38">
                  <c:v>2.0755716923775312E-3</c:v>
                </c:pt>
                <c:pt idx="39">
                  <c:v>1.8255501700379297E-3</c:v>
                </c:pt>
                <c:pt idx="40">
                  <c:v>2.1421254862609945E-3</c:v>
                </c:pt>
                <c:pt idx="41">
                  <c:v>2.5691953860025388E-3</c:v>
                </c:pt>
                <c:pt idx="42">
                  <c:v>3.0651732546562809E-3</c:v>
                </c:pt>
                <c:pt idx="43">
                  <c:v>3.5583569098213749E-3</c:v>
                </c:pt>
                <c:pt idx="44">
                  <c:v>3.9942716210346115E-3</c:v>
                </c:pt>
                <c:pt idx="45">
                  <c:v>4.5322457426802097E-3</c:v>
                </c:pt>
                <c:pt idx="46">
                  <c:v>5.0322757282046035E-3</c:v>
                </c:pt>
                <c:pt idx="47">
                  <c:v>5.58071995631976E-3</c:v>
                </c:pt>
                <c:pt idx="48">
                  <c:v>6.1537250251708546E-3</c:v>
                </c:pt>
                <c:pt idx="49">
                  <c:v>6.7013927514770104E-3</c:v>
                </c:pt>
                <c:pt idx="50">
                  <c:v>7.3151022675437957E-3</c:v>
                </c:pt>
                <c:pt idx="51">
                  <c:v>7.8781081017891327E-3</c:v>
                </c:pt>
                <c:pt idx="52">
                  <c:v>8.4571797027648901E-3</c:v>
                </c:pt>
                <c:pt idx="53">
                  <c:v>8.9584325860734594E-3</c:v>
                </c:pt>
                <c:pt idx="54">
                  <c:v>9.3713507222751256E-3</c:v>
                </c:pt>
                <c:pt idx="55">
                  <c:v>9.5689720141518067E-3</c:v>
                </c:pt>
                <c:pt idx="56">
                  <c:v>9.503985216829984E-3</c:v>
                </c:pt>
                <c:pt idx="57">
                  <c:v>9.1543866554182549E-3</c:v>
                </c:pt>
                <c:pt idx="58">
                  <c:v>8.4627186228818964E-3</c:v>
                </c:pt>
                <c:pt idx="59">
                  <c:v>7.4647142384109896E-3</c:v>
                </c:pt>
                <c:pt idx="60">
                  <c:v>6.2638451449671204E-3</c:v>
                </c:pt>
                <c:pt idx="61">
                  <c:v>5.0290877133263232E-3</c:v>
                </c:pt>
                <c:pt idx="62">
                  <c:v>3.7688421042080204E-3</c:v>
                </c:pt>
                <c:pt idx="63">
                  <c:v>2.7510553849875675E-3</c:v>
                </c:pt>
                <c:pt idx="64">
                  <c:v>1.88643218168446E-3</c:v>
                </c:pt>
                <c:pt idx="65">
                  <c:v>1.2826111169168834E-3</c:v>
                </c:pt>
                <c:pt idx="66">
                  <c:v>8.554326161037025E-4</c:v>
                </c:pt>
                <c:pt idx="67">
                  <c:v>6.0465005179854135E-4</c:v>
                </c:pt>
                <c:pt idx="68">
                  <c:v>4.6044144353130074E-4</c:v>
                </c:pt>
                <c:pt idx="69">
                  <c:v>3.7692772352432177E-4</c:v>
                </c:pt>
                <c:pt idx="70">
                  <c:v>3.259953158782954E-4</c:v>
                </c:pt>
                <c:pt idx="71">
                  <c:v>3.0453432743416579E-4</c:v>
                </c:pt>
                <c:pt idx="72">
                  <c:v>2.8615823091987437E-4</c:v>
                </c:pt>
                <c:pt idx="73">
                  <c:v>2.6993947696039888E-4</c:v>
                </c:pt>
                <c:pt idx="74">
                  <c:v>2.6901659443823449E-4</c:v>
                </c:pt>
                <c:pt idx="75">
                  <c:v>2.6590314294639859E-4</c:v>
                </c:pt>
                <c:pt idx="76">
                  <c:v>2.56397031613465E-4</c:v>
                </c:pt>
                <c:pt idx="77">
                  <c:v>2.6410308848706274E-4</c:v>
                </c:pt>
                <c:pt idx="78">
                  <c:v>2.6034588175306291E-4</c:v>
                </c:pt>
                <c:pt idx="79">
                  <c:v>2.696118967315948E-4</c:v>
                </c:pt>
                <c:pt idx="80">
                  <c:v>2.8728128409085145E-4</c:v>
                </c:pt>
                <c:pt idx="81">
                  <c:v>2.9288195855456183E-4</c:v>
                </c:pt>
                <c:pt idx="82">
                  <c:v>3.1182991596082082E-4</c:v>
                </c:pt>
                <c:pt idx="83">
                  <c:v>3.3059070118150334E-4</c:v>
                </c:pt>
                <c:pt idx="84">
                  <c:v>3.4413284104772049E-4</c:v>
                </c:pt>
                <c:pt idx="85">
                  <c:v>3.5809306074434166E-4</c:v>
                </c:pt>
                <c:pt idx="86">
                  <c:v>3.7225933738056218E-4</c:v>
                </c:pt>
                <c:pt idx="87">
                  <c:v>4.0535702397449986E-4</c:v>
                </c:pt>
                <c:pt idx="88">
                  <c:v>4.1442849981489498E-4</c:v>
                </c:pt>
                <c:pt idx="89">
                  <c:v>4.5934600330691216E-4</c:v>
                </c:pt>
                <c:pt idx="90">
                  <c:v>4.7491861720126249E-4</c:v>
                </c:pt>
                <c:pt idx="91">
                  <c:v>5.0980769648115382E-4</c:v>
                </c:pt>
                <c:pt idx="92">
                  <c:v>5.1685855874819791E-4</c:v>
                </c:pt>
                <c:pt idx="93">
                  <c:v>5.4388724605619143E-4</c:v>
                </c:pt>
                <c:pt idx="94">
                  <c:v>5.4476112736402292E-4</c:v>
                </c:pt>
                <c:pt idx="95">
                  <c:v>5.6784349824391136E-4</c:v>
                </c:pt>
                <c:pt idx="96">
                  <c:v>5.6040942574827528E-4</c:v>
                </c:pt>
                <c:pt idx="97">
                  <c:v>5.5581482922633068E-4</c:v>
                </c:pt>
                <c:pt idx="98">
                  <c:v>5.4900221995985115E-4</c:v>
                </c:pt>
                <c:pt idx="99">
                  <c:v>5.4980274328021651E-4</c:v>
                </c:pt>
                <c:pt idx="100">
                  <c:v>5.2294733326759945E-4</c:v>
                </c:pt>
                <c:pt idx="101">
                  <c:v>5.1500404730699416E-4</c:v>
                </c:pt>
                <c:pt idx="102">
                  <c:v>5.0435242851036186E-4</c:v>
                </c:pt>
                <c:pt idx="103">
                  <c:v>4.9076597829388394E-4</c:v>
                </c:pt>
                <c:pt idx="104">
                  <c:v>4.733525760723282E-4</c:v>
                </c:pt>
                <c:pt idx="105">
                  <c:v>4.711303922181804E-4</c:v>
                </c:pt>
                <c:pt idx="106">
                  <c:v>4.6660735630886269E-4</c:v>
                </c:pt>
                <c:pt idx="107">
                  <c:v>4.7273135387438379E-4</c:v>
                </c:pt>
                <c:pt idx="108">
                  <c:v>4.9085936995160045E-4</c:v>
                </c:pt>
                <c:pt idx="109">
                  <c:v>5.1815430590903318E-4</c:v>
                </c:pt>
                <c:pt idx="110">
                  <c:v>5.8006370452039007E-4</c:v>
                </c:pt>
                <c:pt idx="111">
                  <c:v>6.6582978200012129E-4</c:v>
                </c:pt>
                <c:pt idx="112">
                  <c:v>7.8362509560198621E-4</c:v>
                </c:pt>
                <c:pt idx="113">
                  <c:v>9.5899542215284797E-4</c:v>
                </c:pt>
                <c:pt idx="114">
                  <c:v>1.2263496772840369E-3</c:v>
                </c:pt>
                <c:pt idx="115">
                  <c:v>1.5490836873109763E-3</c:v>
                </c:pt>
                <c:pt idx="116">
                  <c:v>1.9707318628448319E-3</c:v>
                </c:pt>
                <c:pt idx="117">
                  <c:v>2.5054260944603257E-3</c:v>
                </c:pt>
                <c:pt idx="118">
                  <c:v>3.1490781836680673E-3</c:v>
                </c:pt>
                <c:pt idx="119">
                  <c:v>3.9115884603156291E-3</c:v>
                </c:pt>
                <c:pt idx="120">
                  <c:v>4.7769949574084578E-3</c:v>
                </c:pt>
                <c:pt idx="121">
                  <c:v>5.7871618299169441E-3</c:v>
                </c:pt>
                <c:pt idx="122">
                  <c:v>6.780773348979207E-3</c:v>
                </c:pt>
                <c:pt idx="123">
                  <c:v>7.8284867089158834E-3</c:v>
                </c:pt>
                <c:pt idx="124">
                  <c:v>8.7991254647099768E-3</c:v>
                </c:pt>
                <c:pt idx="125">
                  <c:v>9.7890689202726772E-3</c:v>
                </c:pt>
                <c:pt idx="126">
                  <c:v>1.0533128232845454E-2</c:v>
                </c:pt>
                <c:pt idx="127">
                  <c:v>1.1179964976475658E-2</c:v>
                </c:pt>
                <c:pt idx="128">
                  <c:v>1.1594152321197338E-2</c:v>
                </c:pt>
                <c:pt idx="129">
                  <c:v>1.1931196105584282E-2</c:v>
                </c:pt>
                <c:pt idx="130">
                  <c:v>1.1926027046839321E-2</c:v>
                </c:pt>
                <c:pt idx="131">
                  <c:v>1.1849717005189098E-2</c:v>
                </c:pt>
                <c:pt idx="132">
                  <c:v>1.1659060852252982E-2</c:v>
                </c:pt>
                <c:pt idx="133">
                  <c:v>1.1373947397048346E-2</c:v>
                </c:pt>
                <c:pt idx="134">
                  <c:v>1.1145650849665673E-2</c:v>
                </c:pt>
                <c:pt idx="135">
                  <c:v>1.1248523853992422E-2</c:v>
                </c:pt>
                <c:pt idx="136">
                  <c:v>1.1623538773048137E-2</c:v>
                </c:pt>
                <c:pt idx="137">
                  <c:v>1.2755901315694387E-2</c:v>
                </c:pt>
                <c:pt idx="138">
                  <c:v>1.4598790102386412E-2</c:v>
                </c:pt>
                <c:pt idx="139">
                  <c:v>1.7614300081372981E-2</c:v>
                </c:pt>
                <c:pt idx="140">
                  <c:v>2.2320362500493306E-2</c:v>
                </c:pt>
                <c:pt idx="141">
                  <c:v>2.8994315272297535E-2</c:v>
                </c:pt>
                <c:pt idx="142">
                  <c:v>3.8079694284774319E-2</c:v>
                </c:pt>
                <c:pt idx="143">
                  <c:v>5.0451616482170919E-2</c:v>
                </c:pt>
                <c:pt idx="144">
                  <c:v>6.636014134776777E-2</c:v>
                </c:pt>
                <c:pt idx="145">
                  <c:v>8.6240844650166432E-2</c:v>
                </c:pt>
                <c:pt idx="146">
                  <c:v>0.11047673339605572</c:v>
                </c:pt>
                <c:pt idx="147">
                  <c:v>0.13951928953081535</c:v>
                </c:pt>
                <c:pt idx="148">
                  <c:v>0.17263495313656521</c:v>
                </c:pt>
                <c:pt idx="149">
                  <c:v>0.20985585160176567</c:v>
                </c:pt>
                <c:pt idx="150">
                  <c:v>0.24989959987442356</c:v>
                </c:pt>
                <c:pt idx="151">
                  <c:v>0.29167707751795402</c:v>
                </c:pt>
                <c:pt idx="152">
                  <c:v>0.33409963192411574</c:v>
                </c:pt>
                <c:pt idx="153">
                  <c:v>0.37446587013299065</c:v>
                </c:pt>
                <c:pt idx="154">
                  <c:v>0.41128329564879468</c:v>
                </c:pt>
                <c:pt idx="155">
                  <c:v>0.44197130695313053</c:v>
                </c:pt>
                <c:pt idx="156">
                  <c:v>0.46511856715373884</c:v>
                </c:pt>
                <c:pt idx="157">
                  <c:v>0.47995842634935582</c:v>
                </c:pt>
                <c:pt idx="158">
                  <c:v>0.4837893541879128</c:v>
                </c:pt>
                <c:pt idx="159">
                  <c:v>0.47842621882651915</c:v>
                </c:pt>
                <c:pt idx="160">
                  <c:v>0.46282004158249768</c:v>
                </c:pt>
                <c:pt idx="161">
                  <c:v>0.43826173714470679</c:v>
                </c:pt>
                <c:pt idx="162">
                  <c:v>0.40688763015209312</c:v>
                </c:pt>
                <c:pt idx="163">
                  <c:v>0.36946524847060236</c:v>
                </c:pt>
                <c:pt idx="164">
                  <c:v>0.32784934764810725</c:v>
                </c:pt>
                <c:pt idx="165">
                  <c:v>0.2856280028075131</c:v>
                </c:pt>
                <c:pt idx="166">
                  <c:v>0.24348766111748443</c:v>
                </c:pt>
                <c:pt idx="167">
                  <c:v>0.20300041590573373</c:v>
                </c:pt>
                <c:pt idx="168">
                  <c:v>0.16541675039796072</c:v>
                </c:pt>
                <c:pt idx="169">
                  <c:v>0.13247059202297551</c:v>
                </c:pt>
                <c:pt idx="170">
                  <c:v>0.10373037942568333</c:v>
                </c:pt>
                <c:pt idx="171">
                  <c:v>7.951859253014304E-2</c:v>
                </c:pt>
                <c:pt idx="172">
                  <c:v>5.9625878241378591E-2</c:v>
                </c:pt>
                <c:pt idx="173">
                  <c:v>4.3822183120258228E-2</c:v>
                </c:pt>
                <c:pt idx="174">
                  <c:v>3.1506625392730782E-2</c:v>
                </c:pt>
                <c:pt idx="175">
                  <c:v>2.223572988549561E-2</c:v>
                </c:pt>
                <c:pt idx="176">
                  <c:v>1.5329849153639679E-2</c:v>
                </c:pt>
                <c:pt idx="177">
                  <c:v>1.0457708003087788E-2</c:v>
                </c:pt>
                <c:pt idx="178">
                  <c:v>6.9364657222994756E-3</c:v>
                </c:pt>
                <c:pt idx="179">
                  <c:v>4.5160820168711549E-3</c:v>
                </c:pt>
                <c:pt idx="180">
                  <c:v>2.9151647770522993E-3</c:v>
                </c:pt>
                <c:pt idx="181">
                  <c:v>1.903374700579866E-3</c:v>
                </c:pt>
                <c:pt idx="182">
                  <c:v>1.2121566657042691E-3</c:v>
                </c:pt>
                <c:pt idx="183">
                  <c:v>7.8514368420536562E-4</c:v>
                </c:pt>
                <c:pt idx="184">
                  <c:v>5.2773551294793563E-4</c:v>
                </c:pt>
                <c:pt idx="185">
                  <c:v>3.7644438473867557E-4</c:v>
                </c:pt>
                <c:pt idx="186">
                  <c:v>2.894590242493941E-4</c:v>
                </c:pt>
                <c:pt idx="187">
                  <c:v>2.4146884858884269E-4</c:v>
                </c:pt>
                <c:pt idx="188">
                  <c:v>2.0498203013532374E-4</c:v>
                </c:pt>
                <c:pt idx="189">
                  <c:v>1.9630175780843643E-4</c:v>
                </c:pt>
                <c:pt idx="190">
                  <c:v>1.8380120401214627E-4</c:v>
                </c:pt>
                <c:pt idx="191">
                  <c:v>1.7106934149375822E-4</c:v>
                </c:pt>
                <c:pt idx="192">
                  <c:v>1.5912474494102972E-4</c:v>
                </c:pt>
                <c:pt idx="193">
                  <c:v>1.5608012987698567E-4</c:v>
                </c:pt>
                <c:pt idx="194">
                  <c:v>1.4201809417932755E-4</c:v>
                </c:pt>
                <c:pt idx="195">
                  <c:v>1.3790822410771135E-4</c:v>
                </c:pt>
                <c:pt idx="196">
                  <c:v>1.2951831152661377E-4</c:v>
                </c:pt>
                <c:pt idx="197">
                  <c:v>1.2696675444144297E-4</c:v>
                </c:pt>
                <c:pt idx="198">
                  <c:v>1.1570399174457362E-4</c:v>
                </c:pt>
                <c:pt idx="199">
                  <c:v>1.0725048064923144E-4</c:v>
                </c:pt>
                <c:pt idx="200">
                  <c:v>9.8771913082720632E-5</c:v>
                </c:pt>
                <c:pt idx="201">
                  <c:v>9.6915816033724944E-5</c:v>
                </c:pt>
                <c:pt idx="202">
                  <c:v>8.4300385045618371E-5</c:v>
                </c:pt>
                <c:pt idx="203">
                  <c:v>7.2350748354478697E-5</c:v>
                </c:pt>
                <c:pt idx="204">
                  <c:v>7.2598773810234014E-5</c:v>
                </c:pt>
                <c:pt idx="205">
                  <c:v>6.773704513121145E-5</c:v>
                </c:pt>
                <c:pt idx="206">
                  <c:v>6.3665762471818831E-5</c:v>
                </c:pt>
                <c:pt idx="207">
                  <c:v>5.7377434177690101E-5</c:v>
                </c:pt>
                <c:pt idx="208">
                  <c:v>5.5142385490557649E-5</c:v>
                </c:pt>
                <c:pt idx="209">
                  <c:v>5.4040608248764104E-5</c:v>
                </c:pt>
                <c:pt idx="210">
                  <c:v>4.4569038929620405E-5</c:v>
                </c:pt>
                <c:pt idx="211">
                  <c:v>4.5487920844457754E-5</c:v>
                </c:pt>
                <c:pt idx="212">
                  <c:v>4.4268282357027005E-5</c:v>
                </c:pt>
                <c:pt idx="213">
                  <c:v>4.1592122634248111E-5</c:v>
                </c:pt>
                <c:pt idx="214">
                  <c:v>4.2769478015207654E-5</c:v>
                </c:pt>
                <c:pt idx="215">
                  <c:v>3.923680252874115E-5</c:v>
                </c:pt>
                <c:pt idx="216">
                  <c:v>3.5108035178063184E-5</c:v>
                </c:pt>
                <c:pt idx="217">
                  <c:v>3.5633072429972179E-5</c:v>
                </c:pt>
                <c:pt idx="218">
                  <c:v>3.5498572585530264E-5</c:v>
                </c:pt>
                <c:pt idx="219">
                  <c:v>3.1510158279882102E-5</c:v>
                </c:pt>
                <c:pt idx="220">
                  <c:v>3.8107370036347395E-5</c:v>
                </c:pt>
                <c:pt idx="221">
                  <c:v>4.0429866122062636E-5</c:v>
                </c:pt>
                <c:pt idx="222">
                  <c:v>3.9801775597319666E-5</c:v>
                </c:pt>
                <c:pt idx="223">
                  <c:v>4.222907683212411E-5</c:v>
                </c:pt>
                <c:pt idx="224">
                  <c:v>4.256101197812242E-5</c:v>
                </c:pt>
                <c:pt idx="225">
                  <c:v>4.4318549080673193E-5</c:v>
                </c:pt>
                <c:pt idx="226">
                  <c:v>4.6304395409844376E-5</c:v>
                </c:pt>
                <c:pt idx="227">
                  <c:v>5.0602889199787418E-5</c:v>
                </c:pt>
                <c:pt idx="228">
                  <c:v>5.9532258268674776E-5</c:v>
                </c:pt>
                <c:pt idx="229">
                  <c:v>6.5268560295954516E-5</c:v>
                </c:pt>
                <c:pt idx="230">
                  <c:v>6.8249377357574052E-5</c:v>
                </c:pt>
                <c:pt idx="231">
                  <c:v>7.3013011285289652E-5</c:v>
                </c:pt>
                <c:pt idx="232">
                  <c:v>8.1649421230408698E-5</c:v>
                </c:pt>
                <c:pt idx="233">
                  <c:v>9.5162336641505234E-5</c:v>
                </c:pt>
                <c:pt idx="234">
                  <c:v>1.0013812655242632E-4</c:v>
                </c:pt>
                <c:pt idx="235">
                  <c:v>1.1482687575831938E-4</c:v>
                </c:pt>
                <c:pt idx="236">
                  <c:v>1.2459479743681242E-4</c:v>
                </c:pt>
                <c:pt idx="237">
                  <c:v>1.3083810611431404E-4</c:v>
                </c:pt>
                <c:pt idx="238">
                  <c:v>1.4787630927106521E-4</c:v>
                </c:pt>
                <c:pt idx="239">
                  <c:v>1.5428513956610202E-4</c:v>
                </c:pt>
                <c:pt idx="240">
                  <c:v>1.6023471662689751E-4</c:v>
                </c:pt>
                <c:pt idx="241">
                  <c:v>1.7824595628158679E-4</c:v>
                </c:pt>
                <c:pt idx="242">
                  <c:v>1.9554123148025763E-4</c:v>
                </c:pt>
                <c:pt idx="243">
                  <c:v>1.8981437764731602E-4</c:v>
                </c:pt>
                <c:pt idx="244">
                  <c:v>2.0038059143795921E-4</c:v>
                </c:pt>
                <c:pt idx="245">
                  <c:v>1.9916833543246853E-4</c:v>
                </c:pt>
                <c:pt idx="246">
                  <c:v>2.013910256328407E-4</c:v>
                </c:pt>
                <c:pt idx="247">
                  <c:v>2.1009314744489086E-4</c:v>
                </c:pt>
                <c:pt idx="248">
                  <c:v>2.0864397089554235E-4</c:v>
                </c:pt>
                <c:pt idx="249">
                  <c:v>2.057430205506084E-4</c:v>
                </c:pt>
                <c:pt idx="250">
                  <c:v>2.0150855940845848E-4</c:v>
                </c:pt>
                <c:pt idx="251">
                  <c:v>2.0122578310777478E-4</c:v>
                </c:pt>
                <c:pt idx="252">
                  <c:v>1.963058743753361E-4</c:v>
                </c:pt>
                <c:pt idx="253">
                  <c:v>1.963480610902887E-4</c:v>
                </c:pt>
                <c:pt idx="254">
                  <c:v>1.905005289863873E-4</c:v>
                </c:pt>
                <c:pt idx="255">
                  <c:v>1.8654960961455636E-4</c:v>
                </c:pt>
                <c:pt idx="256">
                  <c:v>1.7481342772563657E-4</c:v>
                </c:pt>
                <c:pt idx="257">
                  <c:v>1.7015046220733395E-4</c:v>
                </c:pt>
                <c:pt idx="258">
                  <c:v>1.6430872866280446E-4</c:v>
                </c:pt>
                <c:pt idx="259">
                  <c:v>1.54858703650641E-4</c:v>
                </c:pt>
                <c:pt idx="260">
                  <c:v>1.5686971819021088E-4</c:v>
                </c:pt>
                <c:pt idx="261">
                  <c:v>1.5753363681245142E-4</c:v>
                </c:pt>
                <c:pt idx="262">
                  <c:v>1.5368441570662368E-4</c:v>
                </c:pt>
                <c:pt idx="263">
                  <c:v>1.4748939251344473E-4</c:v>
                </c:pt>
                <c:pt idx="264">
                  <c:v>1.5650976615076971E-4</c:v>
                </c:pt>
                <c:pt idx="265">
                  <c:v>1.4644000703658411E-4</c:v>
                </c:pt>
                <c:pt idx="266">
                  <c:v>1.5550358751886194E-4</c:v>
                </c:pt>
                <c:pt idx="267">
                  <c:v>1.5137221713692347E-4</c:v>
                </c:pt>
                <c:pt idx="268">
                  <c:v>1.6453827980238424E-4</c:v>
                </c:pt>
                <c:pt idx="269">
                  <c:v>1.7275558620011262E-4</c:v>
                </c:pt>
                <c:pt idx="270">
                  <c:v>1.760590285152451E-4</c:v>
                </c:pt>
                <c:pt idx="271">
                  <c:v>1.8275490453985885E-4</c:v>
                </c:pt>
                <c:pt idx="272">
                  <c:v>1.877605959014398E-4</c:v>
                </c:pt>
                <c:pt idx="273">
                  <c:v>1.8831953418958156E-4</c:v>
                </c:pt>
                <c:pt idx="274">
                  <c:v>1.9799490039704599E-4</c:v>
                </c:pt>
                <c:pt idx="275">
                  <c:v>1.9912811652852342E-4</c:v>
                </c:pt>
                <c:pt idx="276">
                  <c:v>2.0429710812636006E-4</c:v>
                </c:pt>
                <c:pt idx="277">
                  <c:v>2.0086342234671266E-4</c:v>
                </c:pt>
                <c:pt idx="278">
                  <c:v>2.0473724348549015E-4</c:v>
                </c:pt>
                <c:pt idx="279">
                  <c:v>2.140884409797413E-4</c:v>
                </c:pt>
                <c:pt idx="280">
                  <c:v>2.1836403841370047E-4</c:v>
                </c:pt>
                <c:pt idx="281">
                  <c:v>2.0675020603545466E-4</c:v>
                </c:pt>
                <c:pt idx="282">
                  <c:v>2.1110580103498859E-4</c:v>
                </c:pt>
                <c:pt idx="283">
                  <c:v>2.0783924943394775E-4</c:v>
                </c:pt>
                <c:pt idx="284">
                  <c:v>2.0569548720270549E-4</c:v>
                </c:pt>
                <c:pt idx="285">
                  <c:v>2.0813005033943726E-4</c:v>
                </c:pt>
                <c:pt idx="286">
                  <c:v>2.0311980595824278E-4</c:v>
                </c:pt>
                <c:pt idx="287">
                  <c:v>1.9888346998866277E-4</c:v>
                </c:pt>
                <c:pt idx="288">
                  <c:v>1.8444516705366779E-4</c:v>
                </c:pt>
                <c:pt idx="289">
                  <c:v>1.8131101767233378E-4</c:v>
                </c:pt>
                <c:pt idx="290">
                  <c:v>1.8057705445872306E-4</c:v>
                </c:pt>
                <c:pt idx="291">
                  <c:v>1.7095204380063926E-4</c:v>
                </c:pt>
                <c:pt idx="292">
                  <c:v>1.6167482038285629E-4</c:v>
                </c:pt>
                <c:pt idx="293">
                  <c:v>1.5946707864271243E-4</c:v>
                </c:pt>
                <c:pt idx="294">
                  <c:v>1.4898580593864869E-4</c:v>
                </c:pt>
                <c:pt idx="295">
                  <c:v>1.4872330230672931E-4</c:v>
                </c:pt>
                <c:pt idx="296">
                  <c:v>1.4037553265387694E-4</c:v>
                </c:pt>
                <c:pt idx="297">
                  <c:v>1.3241066939940186E-4</c:v>
                </c:pt>
                <c:pt idx="298">
                  <c:v>1.3018520237635098E-4</c:v>
                </c:pt>
                <c:pt idx="299">
                  <c:v>1.2431586743110828E-4</c:v>
                </c:pt>
                <c:pt idx="300">
                  <c:v>1.2572363345081332E-4</c:v>
                </c:pt>
                <c:pt idx="301">
                  <c:v>1.270032894711255E-4</c:v>
                </c:pt>
                <c:pt idx="302">
                  <c:v>1.2611287215459524E-4</c:v>
                </c:pt>
                <c:pt idx="303">
                  <c:v>1.2659890710207283E-4</c:v>
                </c:pt>
                <c:pt idx="304">
                  <c:v>1.2343704242531896E-4</c:v>
                </c:pt>
                <c:pt idx="305">
                  <c:v>1.1941657395181077E-4</c:v>
                </c:pt>
                <c:pt idx="306">
                  <c:v>1.2440597411730934E-4</c:v>
                </c:pt>
                <c:pt idx="307">
                  <c:v>1.2219278139709552E-4</c:v>
                </c:pt>
                <c:pt idx="308">
                  <c:v>1.1969163133368832E-4</c:v>
                </c:pt>
                <c:pt idx="309">
                  <c:v>1.3268370167499979E-4</c:v>
                </c:pt>
                <c:pt idx="310">
                  <c:v>1.2603844625825797E-4</c:v>
                </c:pt>
                <c:pt idx="311">
                  <c:v>1.3778673796689599E-4</c:v>
                </c:pt>
                <c:pt idx="312">
                  <c:v>1.3914577746851833E-4</c:v>
                </c:pt>
                <c:pt idx="313">
                  <c:v>1.4398162637087688E-4</c:v>
                </c:pt>
                <c:pt idx="314">
                  <c:v>1.4706176555131438E-4</c:v>
                </c:pt>
                <c:pt idx="315">
                  <c:v>1.3886289725149154E-4</c:v>
                </c:pt>
                <c:pt idx="316">
                  <c:v>1.4953881517954673E-4</c:v>
                </c:pt>
                <c:pt idx="317">
                  <c:v>1.4886872142155582E-4</c:v>
                </c:pt>
                <c:pt idx="318">
                  <c:v>1.6304300497655799E-4</c:v>
                </c:pt>
                <c:pt idx="319">
                  <c:v>1.6601737007727605E-4</c:v>
                </c:pt>
                <c:pt idx="320">
                  <c:v>1.6950589137809785E-4</c:v>
                </c:pt>
                <c:pt idx="321">
                  <c:v>1.68412800639645E-4</c:v>
                </c:pt>
                <c:pt idx="322">
                  <c:v>1.7543916490016164E-4</c:v>
                </c:pt>
                <c:pt idx="323">
                  <c:v>1.8707566805672778E-4</c:v>
                </c:pt>
                <c:pt idx="324">
                  <c:v>1.9215663148620553E-4</c:v>
                </c:pt>
                <c:pt idx="325">
                  <c:v>1.9074117706159035E-4</c:v>
                </c:pt>
                <c:pt idx="326">
                  <c:v>2.0045977785292985E-4</c:v>
                </c:pt>
                <c:pt idx="327">
                  <c:v>2.0158923206583024E-4</c:v>
                </c:pt>
                <c:pt idx="328">
                  <c:v>2.1481376216490026E-4</c:v>
                </c:pt>
                <c:pt idx="329">
                  <c:v>2.2642846650327037E-4</c:v>
                </c:pt>
                <c:pt idx="330">
                  <c:v>2.3010066912989956E-4</c:v>
                </c:pt>
                <c:pt idx="331">
                  <c:v>2.3582986227611109E-4</c:v>
                </c:pt>
                <c:pt idx="332">
                  <c:v>2.4494325185762174E-4</c:v>
                </c:pt>
                <c:pt idx="333">
                  <c:v>2.3990442679431553E-4</c:v>
                </c:pt>
                <c:pt idx="334">
                  <c:v>2.4671202776306822E-4</c:v>
                </c:pt>
                <c:pt idx="335">
                  <c:v>2.6321053626158673E-4</c:v>
                </c:pt>
                <c:pt idx="336">
                  <c:v>2.6787736184431983E-4</c:v>
                </c:pt>
                <c:pt idx="337">
                  <c:v>2.6444797018901665E-4</c:v>
                </c:pt>
                <c:pt idx="338">
                  <c:v>2.6740691406174397E-4</c:v>
                </c:pt>
                <c:pt idx="339">
                  <c:v>2.6526144065185439E-4</c:v>
                </c:pt>
                <c:pt idx="340">
                  <c:v>2.7332257272480508E-4</c:v>
                </c:pt>
                <c:pt idx="341">
                  <c:v>2.7767745986818443E-4</c:v>
                </c:pt>
                <c:pt idx="342">
                  <c:v>2.8029892612629166E-4</c:v>
                </c:pt>
                <c:pt idx="343">
                  <c:v>2.7788941603999469E-4</c:v>
                </c:pt>
                <c:pt idx="344">
                  <c:v>2.7845536560964286E-4</c:v>
                </c:pt>
                <c:pt idx="345">
                  <c:v>2.7749279848669008E-4</c:v>
                </c:pt>
                <c:pt idx="346">
                  <c:v>2.7211795551693028E-4</c:v>
                </c:pt>
                <c:pt idx="347">
                  <c:v>2.6982670632297757E-4</c:v>
                </c:pt>
                <c:pt idx="348">
                  <c:v>2.6735705700418682E-4</c:v>
                </c:pt>
                <c:pt idx="349">
                  <c:v>2.6748548457701998E-4</c:v>
                </c:pt>
                <c:pt idx="350">
                  <c:v>2.4683171324520301E-4</c:v>
                </c:pt>
                <c:pt idx="351">
                  <c:v>2.3703146177093379E-4</c:v>
                </c:pt>
                <c:pt idx="352">
                  <c:v>2.4135155243478759E-4</c:v>
                </c:pt>
                <c:pt idx="353">
                  <c:v>2.2360674896677613E-4</c:v>
                </c:pt>
                <c:pt idx="354">
                  <c:v>2.2808662370609153E-4</c:v>
                </c:pt>
                <c:pt idx="355">
                  <c:v>2.0723086934824688E-4</c:v>
                </c:pt>
                <c:pt idx="356">
                  <c:v>1.941754415239334E-4</c:v>
                </c:pt>
                <c:pt idx="357">
                  <c:v>1.946071343009856E-4</c:v>
                </c:pt>
                <c:pt idx="358">
                  <c:v>1.8622506803516541E-4</c:v>
                </c:pt>
                <c:pt idx="359">
                  <c:v>1.6012228931854426E-4</c:v>
                </c:pt>
                <c:pt idx="360">
                  <c:v>1.6115902776967213E-4</c:v>
                </c:pt>
                <c:pt idx="361">
                  <c:v>1.4876720850909086E-4</c:v>
                </c:pt>
                <c:pt idx="362">
                  <c:v>1.4294626108413963E-4</c:v>
                </c:pt>
                <c:pt idx="363">
                  <c:v>1.26924901551931E-4</c:v>
                </c:pt>
                <c:pt idx="364">
                  <c:v>1.1822918041729019E-4</c:v>
                </c:pt>
                <c:pt idx="365">
                  <c:v>1.1057933753414165E-4</c:v>
                </c:pt>
                <c:pt idx="366">
                  <c:v>1.0200447663113172E-4</c:v>
                </c:pt>
                <c:pt idx="367">
                  <c:v>9.4895973524406358E-5</c:v>
                </c:pt>
                <c:pt idx="368">
                  <c:v>8.9989322548110544E-5</c:v>
                </c:pt>
                <c:pt idx="369">
                  <c:v>8.5992391743180429E-5</c:v>
                </c:pt>
                <c:pt idx="370">
                  <c:v>7.2426584786391119E-5</c:v>
                </c:pt>
                <c:pt idx="371">
                  <c:v>6.9794016319364239E-5</c:v>
                </c:pt>
                <c:pt idx="372">
                  <c:v>6.3628048282942946E-5</c:v>
                </c:pt>
                <c:pt idx="373">
                  <c:v>5.9410951043959347E-5</c:v>
                </c:pt>
                <c:pt idx="374">
                  <c:v>5.4604519597849021E-5</c:v>
                </c:pt>
                <c:pt idx="375">
                  <c:v>5.1785113803898427E-5</c:v>
                </c:pt>
                <c:pt idx="376">
                  <c:v>4.8206862248694867E-5</c:v>
                </c:pt>
                <c:pt idx="377">
                  <c:v>3.9548279944982663E-5</c:v>
                </c:pt>
                <c:pt idx="378">
                  <c:v>4.4398522588993588E-5</c:v>
                </c:pt>
                <c:pt idx="379">
                  <c:v>3.650938297949939E-5</c:v>
                </c:pt>
                <c:pt idx="380">
                  <c:v>3.4498470311096919E-5</c:v>
                </c:pt>
                <c:pt idx="381">
                  <c:v>3.7398395831747415E-5</c:v>
                </c:pt>
                <c:pt idx="382">
                  <c:v>3.4963081863022543E-5</c:v>
                </c:pt>
                <c:pt idx="383">
                  <c:v>3.0218038308533186E-5</c:v>
                </c:pt>
                <c:pt idx="384">
                  <c:v>3.07806453917159E-5</c:v>
                </c:pt>
                <c:pt idx="385">
                  <c:v>2.92518948509728E-5</c:v>
                </c:pt>
                <c:pt idx="386">
                  <c:v>2.6486142940262783E-5</c:v>
                </c:pt>
                <c:pt idx="387">
                  <c:v>2.5083712518768101E-5</c:v>
                </c:pt>
                <c:pt idx="388">
                  <c:v>2.6788381006360842E-5</c:v>
                </c:pt>
                <c:pt idx="389">
                  <c:v>2.5988516730546839E-5</c:v>
                </c:pt>
                <c:pt idx="390">
                  <c:v>2.7155546403886075E-5</c:v>
                </c:pt>
                <c:pt idx="391">
                  <c:v>2.5393178667443374E-5</c:v>
                </c:pt>
                <c:pt idx="392">
                  <c:v>2.6385682292741144E-5</c:v>
                </c:pt>
                <c:pt idx="393">
                  <c:v>2.7381510665608132E-5</c:v>
                </c:pt>
                <c:pt idx="394">
                  <c:v>2.6836515517486547E-5</c:v>
                </c:pt>
                <c:pt idx="395">
                  <c:v>2.7498490062150569E-5</c:v>
                </c:pt>
                <c:pt idx="396">
                  <c:v>2.5306791227257624E-5</c:v>
                </c:pt>
                <c:pt idx="397">
                  <c:v>2.5836493836486055E-5</c:v>
                </c:pt>
                <c:pt idx="398">
                  <c:v>3.1762838512939955E-5</c:v>
                </c:pt>
                <c:pt idx="399">
                  <c:v>2.9659004075667001E-5</c:v>
                </c:pt>
                <c:pt idx="400">
                  <c:v>3.2873492963347113E-5</c:v>
                </c:pt>
                <c:pt idx="401">
                  <c:v>3.0052044445943551E-5</c:v>
                </c:pt>
                <c:pt idx="402">
                  <c:v>3.4584876679344997E-5</c:v>
                </c:pt>
                <c:pt idx="403">
                  <c:v>3.3270871029477601E-5</c:v>
                </c:pt>
                <c:pt idx="404">
                  <c:v>4.069501617753736E-5</c:v>
                </c:pt>
                <c:pt idx="405">
                  <c:v>4.1625667846187568E-5</c:v>
                </c:pt>
                <c:pt idx="406">
                  <c:v>4.5595194468486276E-5</c:v>
                </c:pt>
                <c:pt idx="407">
                  <c:v>4.4521227765717178E-5</c:v>
                </c:pt>
                <c:pt idx="408">
                  <c:v>5.1131636428158636E-5</c:v>
                </c:pt>
                <c:pt idx="409">
                  <c:v>5.8254258111883858E-5</c:v>
                </c:pt>
                <c:pt idx="410">
                  <c:v>5.768180553036468E-5</c:v>
                </c:pt>
                <c:pt idx="411">
                  <c:v>6.9567254795585692E-5</c:v>
                </c:pt>
                <c:pt idx="412">
                  <c:v>7.4316238805906688E-5</c:v>
                </c:pt>
                <c:pt idx="413">
                  <c:v>7.5802196427627206E-5</c:v>
                </c:pt>
                <c:pt idx="414">
                  <c:v>8.589978178877674E-5</c:v>
                </c:pt>
                <c:pt idx="415">
                  <c:v>8.9089201059660214E-5</c:v>
                </c:pt>
                <c:pt idx="416">
                  <c:v>1.0144360716131345E-4</c:v>
                </c:pt>
                <c:pt idx="417">
                  <c:v>1.0456321366961489E-4</c:v>
                </c:pt>
                <c:pt idx="418">
                  <c:v>1.1401940926634062E-4</c:v>
                </c:pt>
                <c:pt idx="419">
                  <c:v>1.2298701331598717E-4</c:v>
                </c:pt>
                <c:pt idx="420">
                  <c:v>1.2407396058191915E-4</c:v>
                </c:pt>
                <c:pt idx="421">
                  <c:v>1.4100197308424407E-4</c:v>
                </c:pt>
                <c:pt idx="422">
                  <c:v>1.4904266277717765E-4</c:v>
                </c:pt>
                <c:pt idx="423">
                  <c:v>1.468787541791328E-4</c:v>
                </c:pt>
                <c:pt idx="424">
                  <c:v>1.7078324065526913E-4</c:v>
                </c:pt>
                <c:pt idx="425">
                  <c:v>1.665952746291551E-4</c:v>
                </c:pt>
                <c:pt idx="426">
                  <c:v>1.7492961565246081E-4</c:v>
                </c:pt>
                <c:pt idx="427">
                  <c:v>1.8808326055765588E-4</c:v>
                </c:pt>
                <c:pt idx="428">
                  <c:v>1.898957714767357E-4</c:v>
                </c:pt>
                <c:pt idx="429">
                  <c:v>2.061509787432382E-4</c:v>
                </c:pt>
                <c:pt idx="430">
                  <c:v>2.0651051109158426E-4</c:v>
                </c:pt>
                <c:pt idx="431">
                  <c:v>2.1727415148995919E-4</c:v>
                </c:pt>
                <c:pt idx="432">
                  <c:v>2.3037438782740703E-4</c:v>
                </c:pt>
                <c:pt idx="433">
                  <c:v>2.2485990296398361E-4</c:v>
                </c:pt>
                <c:pt idx="434">
                  <c:v>2.2558650884915092E-4</c:v>
                </c:pt>
                <c:pt idx="435">
                  <c:v>2.4441689769985912E-4</c:v>
                </c:pt>
                <c:pt idx="436">
                  <c:v>2.4002131581252911E-4</c:v>
                </c:pt>
                <c:pt idx="437">
                  <c:v>2.4280022218587814E-4</c:v>
                </c:pt>
                <c:pt idx="438">
                  <c:v>2.4489494106178384E-4</c:v>
                </c:pt>
                <c:pt idx="439">
                  <c:v>2.4445967397112515E-4</c:v>
                </c:pt>
                <c:pt idx="440">
                  <c:v>2.4917270461803702E-4</c:v>
                </c:pt>
                <c:pt idx="441">
                  <c:v>2.5095084581780848E-4</c:v>
                </c:pt>
                <c:pt idx="442">
                  <c:v>2.3530729476206635E-4</c:v>
                </c:pt>
                <c:pt idx="443">
                  <c:v>2.3408632507539192E-4</c:v>
                </c:pt>
                <c:pt idx="444">
                  <c:v>2.2755708036598706E-4</c:v>
                </c:pt>
                <c:pt idx="445">
                  <c:v>2.2606833222171417E-4</c:v>
                </c:pt>
                <c:pt idx="446">
                  <c:v>2.2328261831625637E-4</c:v>
                </c:pt>
                <c:pt idx="447">
                  <c:v>2.1704255857949546E-4</c:v>
                </c:pt>
                <c:pt idx="448">
                  <c:v>2.0324597569732533E-4</c:v>
                </c:pt>
                <c:pt idx="449">
                  <c:v>2.0606008862844122E-4</c:v>
                </c:pt>
                <c:pt idx="450">
                  <c:v>1.9485851490605698E-4</c:v>
                </c:pt>
                <c:pt idx="451">
                  <c:v>1.9130496238381348E-4</c:v>
                </c:pt>
                <c:pt idx="452">
                  <c:v>1.7388560519074879E-4</c:v>
                </c:pt>
                <c:pt idx="453">
                  <c:v>1.6888379764521015E-4</c:v>
                </c:pt>
                <c:pt idx="454">
                  <c:v>1.6154687956902286E-4</c:v>
                </c:pt>
                <c:pt idx="455">
                  <c:v>1.4862611143757852E-4</c:v>
                </c:pt>
                <c:pt idx="456">
                  <c:v>1.4061831814476513E-4</c:v>
                </c:pt>
                <c:pt idx="457">
                  <c:v>1.3662622625813892E-4</c:v>
                </c:pt>
                <c:pt idx="458">
                  <c:v>1.2510428360866505E-4</c:v>
                </c:pt>
                <c:pt idx="459">
                  <c:v>1.1639986002161766E-4</c:v>
                </c:pt>
                <c:pt idx="460">
                  <c:v>1.1157202113329869E-4</c:v>
                </c:pt>
                <c:pt idx="461">
                  <c:v>1.1026177362409378E-4</c:v>
                </c:pt>
                <c:pt idx="462">
                  <c:v>9.9839914290828082E-5</c:v>
                </c:pt>
                <c:pt idx="463">
                  <c:v>9.2612361529024464E-5</c:v>
                </c:pt>
                <c:pt idx="464">
                  <c:v>8.6829093195323412E-5</c:v>
                </c:pt>
                <c:pt idx="465">
                  <c:v>7.9203726779645086E-5</c:v>
                </c:pt>
                <c:pt idx="466">
                  <c:v>8.0127949673566986E-5</c:v>
                </c:pt>
                <c:pt idx="467">
                  <c:v>7.4727052071158303E-5</c:v>
                </c:pt>
                <c:pt idx="468">
                  <c:v>7.3818085379037313E-5</c:v>
                </c:pt>
                <c:pt idx="469">
                  <c:v>6.7155065726544165E-5</c:v>
                </c:pt>
                <c:pt idx="470">
                  <c:v>6.7410449398891276E-5</c:v>
                </c:pt>
                <c:pt idx="471">
                  <c:v>6.6107491943649956E-5</c:v>
                </c:pt>
                <c:pt idx="472">
                  <c:v>6.3257815701539606E-5</c:v>
                </c:pt>
                <c:pt idx="473">
                  <c:v>6.0693944934667808E-5</c:v>
                </c:pt>
                <c:pt idx="474">
                  <c:v>6.0450406040160518E-5</c:v>
                </c:pt>
                <c:pt idx="475">
                  <c:v>6.5021863671299205E-5</c:v>
                </c:pt>
                <c:pt idx="476">
                  <c:v>6.9594131382895718E-5</c:v>
                </c:pt>
                <c:pt idx="477">
                  <c:v>6.8291699439070085E-5</c:v>
                </c:pt>
                <c:pt idx="478">
                  <c:v>7.2276672982028134E-5</c:v>
                </c:pt>
                <c:pt idx="479">
                  <c:v>7.3508197129649045E-5</c:v>
                </c:pt>
                <c:pt idx="480">
                  <c:v>7.9766925896269887E-5</c:v>
                </c:pt>
                <c:pt idx="481">
                  <c:v>8.8816226081448658E-5</c:v>
                </c:pt>
                <c:pt idx="482">
                  <c:v>9.161392708765753E-5</c:v>
                </c:pt>
                <c:pt idx="483">
                  <c:v>9.3572564058555185E-5</c:v>
                </c:pt>
                <c:pt idx="484">
                  <c:v>1.0273467384087296E-4</c:v>
                </c:pt>
                <c:pt idx="485">
                  <c:v>1.0549509237633787E-4</c:v>
                </c:pt>
                <c:pt idx="486">
                  <c:v>1.1450639495223043E-4</c:v>
                </c:pt>
                <c:pt idx="487">
                  <c:v>1.1786875662761618E-4</c:v>
                </c:pt>
                <c:pt idx="488">
                  <c:v>1.3604094243565827E-4</c:v>
                </c:pt>
                <c:pt idx="489">
                  <c:v>1.4519991362040889E-4</c:v>
                </c:pt>
                <c:pt idx="490">
                  <c:v>1.5507900412429574E-4</c:v>
                </c:pt>
                <c:pt idx="491">
                  <c:v>1.5736150682638827E-4</c:v>
                </c:pt>
                <c:pt idx="492">
                  <c:v>1.7497055703166614E-4</c:v>
                </c:pt>
                <c:pt idx="493">
                  <c:v>1.7949249306851804E-4</c:v>
                </c:pt>
                <c:pt idx="494">
                  <c:v>1.9481158116898596E-4</c:v>
                </c:pt>
                <c:pt idx="495">
                  <c:v>2.0654103533939713E-4</c:v>
                </c:pt>
                <c:pt idx="496">
                  <c:v>2.1864411531152665E-4</c:v>
                </c:pt>
                <c:pt idx="497">
                  <c:v>2.3526421170618584E-4</c:v>
                </c:pt>
                <c:pt idx="498">
                  <c:v>2.4594815328235476E-4</c:v>
                </c:pt>
                <c:pt idx="499">
                  <c:v>2.5957698251763444E-4</c:v>
                </c:pt>
                <c:pt idx="500">
                  <c:v>2.7820387035760118E-4</c:v>
                </c:pt>
                <c:pt idx="501">
                  <c:v>2.8869554135804514E-4</c:v>
                </c:pt>
                <c:pt idx="502">
                  <c:v>3.0817319878002479E-4</c:v>
                </c:pt>
                <c:pt idx="503">
                  <c:v>3.3203981078193346E-4</c:v>
                </c:pt>
                <c:pt idx="504">
                  <c:v>3.4026856593468021E-4</c:v>
                </c:pt>
                <c:pt idx="505">
                  <c:v>3.4088161716485646E-4</c:v>
                </c:pt>
                <c:pt idx="506">
                  <c:v>3.6530679220455275E-4</c:v>
                </c:pt>
                <c:pt idx="507">
                  <c:v>3.8934600631945315E-4</c:v>
                </c:pt>
                <c:pt idx="508">
                  <c:v>4.0127572556277347E-4</c:v>
                </c:pt>
                <c:pt idx="509">
                  <c:v>4.279754761733008E-4</c:v>
                </c:pt>
                <c:pt idx="510">
                  <c:v>0</c:v>
                </c:pt>
                <c:pt idx="511">
                  <c:v>0</c:v>
                </c:pt>
              </c:numCache>
            </c:numRef>
          </c:yVal>
          <c:smooth val="1"/>
          <c:extLst>
            <c:ext xmlns:c16="http://schemas.microsoft.com/office/drawing/2014/chart" uri="{C3380CC4-5D6E-409C-BE32-E72D297353CC}">
              <c16:uniqueId val="{00000001-F8F0-4125-BF74-CC9BF674333E}"/>
            </c:ext>
          </c:extLst>
        </c:ser>
        <c:ser>
          <c:idx val="1"/>
          <c:order val="2"/>
          <c:tx>
            <c:strRef>
              <c:f>'calib_(2)'!$H$7</c:f>
              <c:strCache>
                <c:ptCount val="1"/>
                <c:pt idx="0">
                  <c:v>secondary</c:v>
                </c:pt>
              </c:strCache>
            </c:strRef>
          </c:tx>
          <c:spPr>
            <a:ln w="19046" cap="rnd">
              <a:solidFill>
                <a:schemeClr val="accent6"/>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'calib_(2)'!$H$8:$H$519</c:f>
              <c:numCache>
                <c:formatCode>General</c:formatCode>
                <c:ptCount val="512"/>
                <c:pt idx="0">
                  <c:v>0.15613666573137239</c:v>
                </c:pt>
                <c:pt idx="1">
                  <c:v>0.17370296510521249</c:v>
                </c:pt>
                <c:pt idx="2">
                  <c:v>0.18125313524097492</c:v>
                </c:pt>
                <c:pt idx="3">
                  <c:v>0.18656648887083743</c:v>
                </c:pt>
                <c:pt idx="4">
                  <c:v>0.18989351533117349</c:v>
                </c:pt>
                <c:pt idx="5">
                  <c:v>0.19249391688209661</c:v>
                </c:pt>
                <c:pt idx="6">
                  <c:v>0.19381637676421709</c:v>
                </c:pt>
                <c:pt idx="7">
                  <c:v>0.19215179880115466</c:v>
                </c:pt>
                <c:pt idx="8">
                  <c:v>0.19546774659468799</c:v>
                </c:pt>
                <c:pt idx="9">
                  <c:v>0.19598175036520868</c:v>
                </c:pt>
                <c:pt idx="10">
                  <c:v>0.19603471960446339</c:v>
                </c:pt>
                <c:pt idx="11">
                  <c:v>0.19682691764926186</c:v>
                </c:pt>
                <c:pt idx="12">
                  <c:v>0.19531355424897298</c:v>
                </c:pt>
                <c:pt idx="13">
                  <c:v>0.19467657722123291</c:v>
                </c:pt>
                <c:pt idx="14">
                  <c:v>0.19551143118231534</c:v>
                </c:pt>
                <c:pt idx="15">
                  <c:v>0.19392881858457495</c:v>
                </c:pt>
                <c:pt idx="16">
                  <c:v>0.19421580188936843</c:v>
                </c:pt>
                <c:pt idx="17">
                  <c:v>0.19256053340357429</c:v>
                </c:pt>
                <c:pt idx="18">
                  <c:v>0.19247773895688169</c:v>
                </c:pt>
                <c:pt idx="19">
                  <c:v>0.18992249360201569</c:v>
                </c:pt>
                <c:pt idx="20">
                  <c:v>0.19028623882712775</c:v>
                </c:pt>
                <c:pt idx="21">
                  <c:v>0.18986815505406812</c:v>
                </c:pt>
                <c:pt idx="22">
                  <c:v>0.18918303699268332</c:v>
                </c:pt>
                <c:pt idx="23">
                  <c:v>0.19359819233454204</c:v>
                </c:pt>
                <c:pt idx="24">
                  <c:v>0.19839879694814577</c:v>
                </c:pt>
                <c:pt idx="25">
                  <c:v>0.20517276801486348</c:v>
                </c:pt>
                <c:pt idx="26">
                  <c:v>0.20865559232210346</c:v>
                </c:pt>
                <c:pt idx="27">
                  <c:v>0.20991109350558715</c:v>
                </c:pt>
                <c:pt idx="28">
                  <c:v>0.20719035751632653</c:v>
                </c:pt>
                <c:pt idx="29">
                  <c:v>0.19979630565702461</c:v>
                </c:pt>
                <c:pt idx="30">
                  <c:v>0.19553222781018909</c:v>
                </c:pt>
                <c:pt idx="31">
                  <c:v>0.19291793122369619</c:v>
                </c:pt>
                <c:pt idx="32">
                  <c:v>0.18960834661798953</c:v>
                </c:pt>
                <c:pt idx="33">
                  <c:v>0.18659876116742463</c:v>
                </c:pt>
                <c:pt idx="34">
                  <c:v>0.18580643822881271</c:v>
                </c:pt>
                <c:pt idx="35">
                  <c:v>0.18582595579538194</c:v>
                </c:pt>
                <c:pt idx="36">
                  <c:v>0.18647809764762663</c:v>
                </c:pt>
                <c:pt idx="37">
                  <c:v>0.18841445073926896</c:v>
                </c:pt>
                <c:pt idx="38">
                  <c:v>0.19210894845210733</c:v>
                </c:pt>
                <c:pt idx="39">
                  <c:v>0.19690735085584293</c:v>
                </c:pt>
                <c:pt idx="40">
                  <c:v>0.20401734833015739</c:v>
                </c:pt>
                <c:pt idx="41">
                  <c:v>0.21135079625643466</c:v>
                </c:pt>
                <c:pt idx="42">
                  <c:v>0.21669150112684368</c:v>
                </c:pt>
                <c:pt idx="43">
                  <c:v>0.22385155292179834</c:v>
                </c:pt>
                <c:pt idx="44">
                  <c:v>0.22541289083201441</c:v>
                </c:pt>
                <c:pt idx="45">
                  <c:v>0.22636651380568079</c:v>
                </c:pt>
                <c:pt idx="46">
                  <c:v>0.22227200832944316</c:v>
                </c:pt>
                <c:pt idx="47">
                  <c:v>0.21721498812703557</c:v>
                </c:pt>
                <c:pt idx="48">
                  <c:v>0.21331606009736692</c:v>
                </c:pt>
                <c:pt idx="49">
                  <c:v>0.20965833145829268</c:v>
                </c:pt>
                <c:pt idx="50">
                  <c:v>0.207718292566269</c:v>
                </c:pt>
                <c:pt idx="51">
                  <c:v>0.20867291795285298</c:v>
                </c:pt>
                <c:pt idx="52">
                  <c:v>0.21268772541671141</c:v>
                </c:pt>
                <c:pt idx="53">
                  <c:v>0.21564498619111971</c:v>
                </c:pt>
                <c:pt idx="54">
                  <c:v>0.2180600576196213</c:v>
                </c:pt>
                <c:pt idx="55">
                  <c:v>0.22269869873470127</c:v>
                </c:pt>
                <c:pt idx="56">
                  <c:v>0.22581783400972236</c:v>
                </c:pt>
                <c:pt idx="57">
                  <c:v>0.2288733983469346</c:v>
                </c:pt>
                <c:pt idx="58">
                  <c:v>0.2313245937825171</c:v>
                </c:pt>
                <c:pt idx="59">
                  <c:v>0.23215867241448043</c:v>
                </c:pt>
                <c:pt idx="60">
                  <c:v>0.23467500101293737</c:v>
                </c:pt>
                <c:pt idx="61">
                  <c:v>0.23870113950668748</c:v>
                </c:pt>
                <c:pt idx="62">
                  <c:v>0.24618903230202363</c:v>
                </c:pt>
                <c:pt idx="63">
                  <c:v>0.25662096756025871</c:v>
                </c:pt>
                <c:pt idx="64">
                  <c:v>0.27244295257433776</c:v>
                </c:pt>
                <c:pt idx="65">
                  <c:v>0.29321346893356315</c:v>
                </c:pt>
                <c:pt idx="66">
                  <c:v>0.32392600431885155</c:v>
                </c:pt>
                <c:pt idx="67">
                  <c:v>0.36529583859651571</c:v>
                </c:pt>
                <c:pt idx="68">
                  <c:v>0.41418140254016433</c:v>
                </c:pt>
                <c:pt idx="69">
                  <c:v>0.46725064147808371</c:v>
                </c:pt>
                <c:pt idx="70">
                  <c:v>0.5203226156252464</c:v>
                </c:pt>
                <c:pt idx="71">
                  <c:v>0.57029458684202616</c:v>
                </c:pt>
                <c:pt idx="72">
                  <c:v>0.60590843912058312</c:v>
                </c:pt>
                <c:pt idx="73">
                  <c:v>0.62492495482321997</c:v>
                </c:pt>
                <c:pt idx="74">
                  <c:v>0.62274712571858726</c:v>
                </c:pt>
                <c:pt idx="75">
                  <c:v>0.60827061991568976</c:v>
                </c:pt>
                <c:pt idx="76">
                  <c:v>0.57734801166906746</c:v>
                </c:pt>
                <c:pt idx="77">
                  <c:v>0.5399298295809134</c:v>
                </c:pt>
                <c:pt idx="78">
                  <c:v>0.50568628709577368</c:v>
                </c:pt>
                <c:pt idx="79">
                  <c:v>0.47875296154725011</c:v>
                </c:pt>
                <c:pt idx="80">
                  <c:v>0.45884770787020174</c:v>
                </c:pt>
                <c:pt idx="81">
                  <c:v>0.44854201533359017</c:v>
                </c:pt>
                <c:pt idx="82">
                  <c:v>0.44344386942697156</c:v>
                </c:pt>
                <c:pt idx="83">
                  <c:v>0.44259259044622101</c:v>
                </c:pt>
                <c:pt idx="84">
                  <c:v>0.43716808494692933</c:v>
                </c:pt>
                <c:pt idx="85">
                  <c:v>0.42769020948584757</c:v>
                </c:pt>
                <c:pt idx="86">
                  <c:v>0.41717739715970331</c:v>
                </c:pt>
                <c:pt idx="87">
                  <c:v>0.40080029196542816</c:v>
                </c:pt>
                <c:pt idx="88">
                  <c:v>0.38169426230306391</c:v>
                </c:pt>
                <c:pt idx="89">
                  <c:v>0.36082383647360916</c:v>
                </c:pt>
                <c:pt idx="90">
                  <c:v>0.34277612046391559</c:v>
                </c:pt>
                <c:pt idx="91">
                  <c:v>0.32532593787566733</c:v>
                </c:pt>
                <c:pt idx="92">
                  <c:v>0.31199288426485555</c:v>
                </c:pt>
                <c:pt idx="93">
                  <c:v>0.30134891516965201</c:v>
                </c:pt>
                <c:pt idx="94">
                  <c:v>0.29433374759852138</c:v>
                </c:pt>
                <c:pt idx="95">
                  <c:v>0.29022918482014859</c:v>
                </c:pt>
                <c:pt idx="96">
                  <c:v>0.28694877385495599</c:v>
                </c:pt>
                <c:pt idx="97">
                  <c:v>0.28682563996497984</c:v>
                </c:pt>
                <c:pt idx="98">
                  <c:v>0.28511861422534407</c:v>
                </c:pt>
                <c:pt idx="99">
                  <c:v>0.28553012565201574</c:v>
                </c:pt>
                <c:pt idx="100">
                  <c:v>0.28495012787027585</c:v>
                </c:pt>
                <c:pt idx="101">
                  <c:v>0.28578520420458031</c:v>
                </c:pt>
                <c:pt idx="102">
                  <c:v>0.28488281464030474</c:v>
                </c:pt>
                <c:pt idx="103">
                  <c:v>0.28265831367285787</c:v>
                </c:pt>
                <c:pt idx="104">
                  <c:v>0.2832808563148988</c:v>
                </c:pt>
                <c:pt idx="105">
                  <c:v>0.28129169538633636</c:v>
                </c:pt>
                <c:pt idx="106">
                  <c:v>0.28099780707151689</c:v>
                </c:pt>
                <c:pt idx="107">
                  <c:v>0.28001093924359788</c:v>
                </c:pt>
                <c:pt idx="108">
                  <c:v>0.27691620495184965</c:v>
                </c:pt>
                <c:pt idx="109">
                  <c:v>0.27841674065385702</c:v>
                </c:pt>
                <c:pt idx="110">
                  <c:v>0.27645404444446064</c:v>
                </c:pt>
                <c:pt idx="111">
                  <c:v>0.27617063923940444</c:v>
                </c:pt>
                <c:pt idx="112">
                  <c:v>0.27446706765580425</c:v>
                </c:pt>
                <c:pt idx="113">
                  <c:v>0.27528462756498773</c:v>
                </c:pt>
                <c:pt idx="114">
                  <c:v>0.274907767829561</c:v>
                </c:pt>
                <c:pt idx="115">
                  <c:v>0.27523006684341089</c:v>
                </c:pt>
                <c:pt idx="116">
                  <c:v>0.27448828526701557</c:v>
                </c:pt>
                <c:pt idx="117">
                  <c:v>0.27446200073798888</c:v>
                </c:pt>
                <c:pt idx="118">
                  <c:v>0.27437941630992613</c:v>
                </c:pt>
                <c:pt idx="119">
                  <c:v>0.27647081816891689</c:v>
                </c:pt>
                <c:pt idx="120">
                  <c:v>0.27668186901969927</c:v>
                </c:pt>
                <c:pt idx="121">
                  <c:v>0.27795291204932676</c:v>
                </c:pt>
                <c:pt idx="122">
                  <c:v>0.27849238249573016</c:v>
                </c:pt>
                <c:pt idx="123">
                  <c:v>0.28087665867452416</c:v>
                </c:pt>
                <c:pt idx="124">
                  <c:v>0.28247810611294405</c:v>
                </c:pt>
                <c:pt idx="125">
                  <c:v>0.28656159018469451</c:v>
                </c:pt>
                <c:pt idx="126">
                  <c:v>0.28427134577162883</c:v>
                </c:pt>
                <c:pt idx="127">
                  <c:v>0.28785875822940488</c:v>
                </c:pt>
                <c:pt idx="128">
                  <c:v>0.28879153294309157</c:v>
                </c:pt>
                <c:pt idx="129">
                  <c:v>0.28961638861350136</c:v>
                </c:pt>
                <c:pt idx="130">
                  <c:v>0.29214168125007878</c:v>
                </c:pt>
                <c:pt idx="131">
                  <c:v>0.29276195749160183</c:v>
                </c:pt>
                <c:pt idx="132">
                  <c:v>0.29507263073167761</c:v>
                </c:pt>
                <c:pt idx="133">
                  <c:v>0.29717666475928861</c:v>
                </c:pt>
                <c:pt idx="134">
                  <c:v>0.29606235094682021</c:v>
                </c:pt>
                <c:pt idx="135">
                  <c:v>0.29835187396553087</c:v>
                </c:pt>
                <c:pt idx="136">
                  <c:v>0.29911567368066649</c:v>
                </c:pt>
                <c:pt idx="137">
                  <c:v>0.30203281883788846</c:v>
                </c:pt>
                <c:pt idx="138">
                  <c:v>0.30446182730856514</c:v>
                </c:pt>
                <c:pt idx="139">
                  <c:v>0.30606018100247068</c:v>
                </c:pt>
                <c:pt idx="140">
                  <c:v>0.3098828380782544</c:v>
                </c:pt>
                <c:pt idx="141">
                  <c:v>0.31514096271326975</c:v>
                </c:pt>
                <c:pt idx="142">
                  <c:v>0.3187373684843261</c:v>
                </c:pt>
                <c:pt idx="143">
                  <c:v>0.32576604329748315</c:v>
                </c:pt>
                <c:pt idx="144">
                  <c:v>0.33521242896809383</c:v>
                </c:pt>
                <c:pt idx="145">
                  <c:v>0.34288120037048392</c:v>
                </c:pt>
                <c:pt idx="146">
                  <c:v>0.35495550598261078</c:v>
                </c:pt>
                <c:pt idx="147">
                  <c:v>0.36838689394688895</c:v>
                </c:pt>
                <c:pt idx="148">
                  <c:v>0.38047267880912294</c:v>
                </c:pt>
                <c:pt idx="149">
                  <c:v>0.39677025328449889</c:v>
                </c:pt>
                <c:pt idx="150">
                  <c:v>0.41259495056866874</c:v>
                </c:pt>
                <c:pt idx="151">
                  <c:v>0.43066633990533398</c:v>
                </c:pt>
                <c:pt idx="152">
                  <c:v>0.44654519953084887</c:v>
                </c:pt>
                <c:pt idx="153">
                  <c:v>0.46262921429994475</c:v>
                </c:pt>
                <c:pt idx="154">
                  <c:v>0.47864030515991918</c:v>
                </c:pt>
                <c:pt idx="155">
                  <c:v>0.49302909789849514</c:v>
                </c:pt>
                <c:pt idx="156">
                  <c:v>0.5044674087472083</c:v>
                </c:pt>
                <c:pt idx="157">
                  <c:v>0.51174734608559824</c:v>
                </c:pt>
                <c:pt idx="158">
                  <c:v>0.51675054258759867</c:v>
                </c:pt>
                <c:pt idx="159">
                  <c:v>0.51799230239295957</c:v>
                </c:pt>
                <c:pt idx="160">
                  <c:v>0.51649652744204122</c:v>
                </c:pt>
                <c:pt idx="161">
                  <c:v>0.50996819344891442</c:v>
                </c:pt>
                <c:pt idx="162">
                  <c:v>0.50271128344575455</c:v>
                </c:pt>
                <c:pt idx="163">
                  <c:v>0.49365283265321996</c:v>
                </c:pt>
                <c:pt idx="164">
                  <c:v>0.48409187256314334</c:v>
                </c:pt>
                <c:pt idx="165">
                  <c:v>0.47248373444449188</c:v>
                </c:pt>
                <c:pt idx="166">
                  <c:v>0.46389692998378051</c:v>
                </c:pt>
                <c:pt idx="167">
                  <c:v>0.45354733265408242</c:v>
                </c:pt>
                <c:pt idx="168">
                  <c:v>0.4461580344806364</c:v>
                </c:pt>
                <c:pt idx="169">
                  <c:v>0.44054066783905654</c:v>
                </c:pt>
                <c:pt idx="170">
                  <c:v>0.43326378592951531</c:v>
                </c:pt>
                <c:pt idx="171">
                  <c:v>0.43060630748963319</c:v>
                </c:pt>
                <c:pt idx="172">
                  <c:v>0.42742338602362151</c:v>
                </c:pt>
                <c:pt idx="173">
                  <c:v>0.42696812377757559</c:v>
                </c:pt>
                <c:pt idx="174">
                  <c:v>0.42580046935611593</c:v>
                </c:pt>
                <c:pt idx="175">
                  <c:v>0.42274506701262987</c:v>
                </c:pt>
                <c:pt idx="176">
                  <c:v>0.42215183227172992</c:v>
                </c:pt>
                <c:pt idx="177">
                  <c:v>0.42135992924887711</c:v>
                </c:pt>
                <c:pt idx="178">
                  <c:v>0.42166381658796881</c:v>
                </c:pt>
                <c:pt idx="179">
                  <c:v>0.41901489168274331</c:v>
                </c:pt>
                <c:pt idx="180">
                  <c:v>0.41461565493936209</c:v>
                </c:pt>
                <c:pt idx="181">
                  <c:v>0.41139960630253392</c:v>
                </c:pt>
                <c:pt idx="182">
                  <c:v>0.40846584424740195</c:v>
                </c:pt>
                <c:pt idx="183">
                  <c:v>0.40463457725536423</c:v>
                </c:pt>
                <c:pt idx="184">
                  <c:v>0.40117075415927567</c:v>
                </c:pt>
                <c:pt idx="185">
                  <c:v>0.39561010589591977</c:v>
                </c:pt>
                <c:pt idx="186">
                  <c:v>0.39095473460476177</c:v>
                </c:pt>
                <c:pt idx="187">
                  <c:v>0.38507213599372359</c:v>
                </c:pt>
                <c:pt idx="188">
                  <c:v>0.3797905666198359</c:v>
                </c:pt>
                <c:pt idx="189">
                  <c:v>0.37466726022732438</c:v>
                </c:pt>
                <c:pt idx="190">
                  <c:v>0.36933127922623332</c:v>
                </c:pt>
                <c:pt idx="191">
                  <c:v>0.36418129553133866</c:v>
                </c:pt>
                <c:pt idx="192">
                  <c:v>0.3587488552233461</c:v>
                </c:pt>
                <c:pt idx="193">
                  <c:v>0.35252555063889512</c:v>
                </c:pt>
                <c:pt idx="194">
                  <c:v>0.34792835909107478</c:v>
                </c:pt>
                <c:pt idx="195">
                  <c:v>0.34249440000773546</c:v>
                </c:pt>
                <c:pt idx="196">
                  <c:v>0.33789083340010156</c:v>
                </c:pt>
                <c:pt idx="197">
                  <c:v>0.33207355697288315</c:v>
                </c:pt>
                <c:pt idx="198">
                  <c:v>0.32703491892984271</c:v>
                </c:pt>
                <c:pt idx="199">
                  <c:v>0.3218307704393481</c:v>
                </c:pt>
                <c:pt idx="200">
                  <c:v>0.31940498925709188</c:v>
                </c:pt>
                <c:pt idx="201">
                  <c:v>0.31458715805878334</c:v>
                </c:pt>
                <c:pt idx="202">
                  <c:v>0.30719393386101446</c:v>
                </c:pt>
                <c:pt idx="203">
                  <c:v>0.30301188574897542</c:v>
                </c:pt>
                <c:pt idx="204">
                  <c:v>0.29973821069254869</c:v>
                </c:pt>
                <c:pt idx="205">
                  <c:v>0.29622815000186031</c:v>
                </c:pt>
                <c:pt idx="206">
                  <c:v>0.29240330295961536</c:v>
                </c:pt>
                <c:pt idx="207">
                  <c:v>0.28801686764131906</c:v>
                </c:pt>
                <c:pt idx="208">
                  <c:v>0.2835393067274421</c:v>
                </c:pt>
                <c:pt idx="209">
                  <c:v>0.280630474105724</c:v>
                </c:pt>
                <c:pt idx="210">
                  <c:v>0.27554104305711669</c:v>
                </c:pt>
                <c:pt idx="211">
                  <c:v>0.2730694718220239</c:v>
                </c:pt>
                <c:pt idx="212">
                  <c:v>0.26932123827151033</c:v>
                </c:pt>
                <c:pt idx="213">
                  <c:v>0.26580767860773968</c:v>
                </c:pt>
                <c:pt idx="214">
                  <c:v>0.26280216319566962</c:v>
                </c:pt>
                <c:pt idx="215">
                  <c:v>0.26040079699682894</c:v>
                </c:pt>
                <c:pt idx="216">
                  <c:v>0.25755886566931696</c:v>
                </c:pt>
                <c:pt idx="217">
                  <c:v>0.25268881167109081</c:v>
                </c:pt>
                <c:pt idx="218">
                  <c:v>0.25227908056347204</c:v>
                </c:pt>
                <c:pt idx="219">
                  <c:v>0.24906181734483465</c:v>
                </c:pt>
                <c:pt idx="220">
                  <c:v>0.24689430179826868</c:v>
                </c:pt>
                <c:pt idx="221">
                  <c:v>0.24409000777639892</c:v>
                </c:pt>
                <c:pt idx="222">
                  <c:v>0.24267394014195043</c:v>
                </c:pt>
                <c:pt idx="223">
                  <c:v>0.24133825916866267</c:v>
                </c:pt>
                <c:pt idx="224">
                  <c:v>0.23867760175623054</c:v>
                </c:pt>
                <c:pt idx="225">
                  <c:v>0.23575268853631703</c:v>
                </c:pt>
                <c:pt idx="226">
                  <c:v>0.23266929604683576</c:v>
                </c:pt>
                <c:pt idx="227">
                  <c:v>0.23349420192946155</c:v>
                </c:pt>
                <c:pt idx="228">
                  <c:v>0.23137538103990157</c:v>
                </c:pt>
                <c:pt idx="229">
                  <c:v>0.22737047460363066</c:v>
                </c:pt>
                <c:pt idx="230">
                  <c:v>0.22767252152709483</c:v>
                </c:pt>
                <c:pt idx="231">
                  <c:v>0.22668893705580473</c:v>
                </c:pt>
                <c:pt idx="232">
                  <c:v>0.22426961326274836</c:v>
                </c:pt>
                <c:pt idx="233">
                  <c:v>0.22180707657896107</c:v>
                </c:pt>
                <c:pt idx="234">
                  <c:v>0.22202840610828717</c:v>
                </c:pt>
                <c:pt idx="235">
                  <c:v>0.220663197611116</c:v>
                </c:pt>
                <c:pt idx="236">
                  <c:v>0.21907962714133444</c:v>
                </c:pt>
                <c:pt idx="237">
                  <c:v>0.21924113542937973</c:v>
                </c:pt>
                <c:pt idx="238">
                  <c:v>0.21766281695261766</c:v>
                </c:pt>
                <c:pt idx="239">
                  <c:v>0.2168079628563894</c:v>
                </c:pt>
                <c:pt idx="240">
                  <c:v>0.21683143169780045</c:v>
                </c:pt>
                <c:pt idx="241">
                  <c:v>0.21505223960814629</c:v>
                </c:pt>
                <c:pt idx="242">
                  <c:v>0.21525094632715486</c:v>
                </c:pt>
                <c:pt idx="243">
                  <c:v>0.21378784999934786</c:v>
                </c:pt>
                <c:pt idx="244">
                  <c:v>0.21293181885424581</c:v>
                </c:pt>
                <c:pt idx="245">
                  <c:v>0.21183385537976424</c:v>
                </c:pt>
                <c:pt idx="246">
                  <c:v>0.21200431571206368</c:v>
                </c:pt>
                <c:pt idx="247">
                  <c:v>0.21048386423817503</c:v>
                </c:pt>
                <c:pt idx="248">
                  <c:v>0.20892112842851393</c:v>
                </c:pt>
                <c:pt idx="249">
                  <c:v>0.20732124967060711</c:v>
                </c:pt>
                <c:pt idx="250">
                  <c:v>0.20733310200575336</c:v>
                </c:pt>
                <c:pt idx="251">
                  <c:v>0.2070483072997647</c:v>
                </c:pt>
                <c:pt idx="252">
                  <c:v>0.20572107473669671</c:v>
                </c:pt>
                <c:pt idx="253">
                  <c:v>0.20541298647074133</c:v>
                </c:pt>
                <c:pt idx="254">
                  <c:v>0.20523478470829179</c:v>
                </c:pt>
                <c:pt idx="255">
                  <c:v>0.20333496964008665</c:v>
                </c:pt>
                <c:pt idx="256">
                  <c:v>0.20267418112438268</c:v>
                </c:pt>
                <c:pt idx="257">
                  <c:v>0.20073887430373127</c:v>
                </c:pt>
                <c:pt idx="258">
                  <c:v>0.20005514755680837</c:v>
                </c:pt>
                <c:pt idx="259">
                  <c:v>0.20010259464940663</c:v>
                </c:pt>
                <c:pt idx="260">
                  <c:v>0.19861079343265173</c:v>
                </c:pt>
                <c:pt idx="261">
                  <c:v>0.20108690539737287</c:v>
                </c:pt>
                <c:pt idx="262">
                  <c:v>0.19794225145978453</c:v>
                </c:pt>
                <c:pt idx="263">
                  <c:v>0.19858255945115116</c:v>
                </c:pt>
                <c:pt idx="264">
                  <c:v>0.19602868914577004</c:v>
                </c:pt>
                <c:pt idx="265">
                  <c:v>0.19738149037388192</c:v>
                </c:pt>
                <c:pt idx="266">
                  <c:v>0.1964766204380749</c:v>
                </c:pt>
                <c:pt idx="267">
                  <c:v>0.19769568302820922</c:v>
                </c:pt>
                <c:pt idx="268">
                  <c:v>0.19586227438155265</c:v>
                </c:pt>
                <c:pt idx="269">
                  <c:v>0.19745928766802029</c:v>
                </c:pt>
                <c:pt idx="270">
                  <c:v>0.19552921109463212</c:v>
                </c:pt>
                <c:pt idx="271">
                  <c:v>0.19588243865769922</c:v>
                </c:pt>
                <c:pt idx="272">
                  <c:v>0.19553038715708831</c:v>
                </c:pt>
                <c:pt idx="273">
                  <c:v>0.19493578824905552</c:v>
                </c:pt>
                <c:pt idx="274">
                  <c:v>0.19461405614912969</c:v>
                </c:pt>
                <c:pt idx="275">
                  <c:v>0.19492014680010944</c:v>
                </c:pt>
                <c:pt idx="276">
                  <c:v>0.19315969149825318</c:v>
                </c:pt>
                <c:pt idx="277">
                  <c:v>0.19445895116960699</c:v>
                </c:pt>
                <c:pt idx="278">
                  <c:v>0.19176567055695548</c:v>
                </c:pt>
                <c:pt idx="279">
                  <c:v>0.19150765003740211</c:v>
                </c:pt>
                <c:pt idx="280">
                  <c:v>0.19192833349278438</c:v>
                </c:pt>
                <c:pt idx="281">
                  <c:v>0.18857664461523177</c:v>
                </c:pt>
                <c:pt idx="282">
                  <c:v>0.18745757532822688</c:v>
                </c:pt>
                <c:pt idx="283">
                  <c:v>0.18653804418798819</c:v>
                </c:pt>
                <c:pt idx="284">
                  <c:v>0.18646939225899767</c:v>
                </c:pt>
                <c:pt idx="285">
                  <c:v>0.18438302962584729</c:v>
                </c:pt>
                <c:pt idx="286">
                  <c:v>0.18463621110418887</c:v>
                </c:pt>
                <c:pt idx="287">
                  <c:v>0.18321911751439141</c:v>
                </c:pt>
                <c:pt idx="288">
                  <c:v>0.18268033867689037</c:v>
                </c:pt>
                <c:pt idx="289">
                  <c:v>0.1805673968186724</c:v>
                </c:pt>
                <c:pt idx="290">
                  <c:v>0.18064390203197211</c:v>
                </c:pt>
                <c:pt idx="291">
                  <c:v>0.17850638176639411</c:v>
                </c:pt>
                <c:pt idx="292">
                  <c:v>0.17759355285044104</c:v>
                </c:pt>
                <c:pt idx="293">
                  <c:v>0.17657302422463997</c:v>
                </c:pt>
                <c:pt idx="294">
                  <c:v>0.17548165225130571</c:v>
                </c:pt>
                <c:pt idx="295">
                  <c:v>0.17502097282961004</c:v>
                </c:pt>
                <c:pt idx="296">
                  <c:v>0.17359201262702562</c:v>
                </c:pt>
                <c:pt idx="297">
                  <c:v>0.17474412007403861</c:v>
                </c:pt>
                <c:pt idx="298">
                  <c:v>0.17315070209257161</c:v>
                </c:pt>
                <c:pt idx="299">
                  <c:v>0.17236129062029329</c:v>
                </c:pt>
                <c:pt idx="300">
                  <c:v>0.17206456910625353</c:v>
                </c:pt>
                <c:pt idx="301">
                  <c:v>0.17265654609376416</c:v>
                </c:pt>
                <c:pt idx="302">
                  <c:v>0.17206460922325736</c:v>
                </c:pt>
                <c:pt idx="303">
                  <c:v>0.17257653488763633</c:v>
                </c:pt>
                <c:pt idx="304">
                  <c:v>0.172591524563391</c:v>
                </c:pt>
                <c:pt idx="305">
                  <c:v>0.1731954851364986</c:v>
                </c:pt>
                <c:pt idx="306">
                  <c:v>0.17506914001733759</c:v>
                </c:pt>
                <c:pt idx="307">
                  <c:v>0.17290579219736477</c:v>
                </c:pt>
                <c:pt idx="308">
                  <c:v>0.17414763514793802</c:v>
                </c:pt>
                <c:pt idx="309">
                  <c:v>0.17388569924684438</c:v>
                </c:pt>
                <c:pt idx="310">
                  <c:v>0.17588497211685949</c:v>
                </c:pt>
                <c:pt idx="311">
                  <c:v>0.17517146073068526</c:v>
                </c:pt>
                <c:pt idx="312">
                  <c:v>0.17607976618692145</c:v>
                </c:pt>
                <c:pt idx="313">
                  <c:v>0.17667909161465789</c:v>
                </c:pt>
                <c:pt idx="314">
                  <c:v>0.17829961147809964</c:v>
                </c:pt>
                <c:pt idx="315">
                  <c:v>0.17861827388060936</c:v>
                </c:pt>
                <c:pt idx="316">
                  <c:v>0.1809519908849718</c:v>
                </c:pt>
                <c:pt idx="317">
                  <c:v>0.17969728318735498</c:v>
                </c:pt>
                <c:pt idx="318">
                  <c:v>0.18172634379365821</c:v>
                </c:pt>
                <c:pt idx="319">
                  <c:v>0.18404955414678925</c:v>
                </c:pt>
                <c:pt idx="320">
                  <c:v>0.18365907136693127</c:v>
                </c:pt>
                <c:pt idx="321">
                  <c:v>0.18582913614157276</c:v>
                </c:pt>
                <c:pt idx="322">
                  <c:v>0.18724732753334639</c:v>
                </c:pt>
                <c:pt idx="323">
                  <c:v>0.18733044023885298</c:v>
                </c:pt>
                <c:pt idx="324">
                  <c:v>0.19104984289312307</c:v>
                </c:pt>
                <c:pt idx="325">
                  <c:v>0.19061828684106413</c:v>
                </c:pt>
                <c:pt idx="326">
                  <c:v>0.19098845186672703</c:v>
                </c:pt>
                <c:pt idx="327">
                  <c:v>0.19434037069151777</c:v>
                </c:pt>
                <c:pt idx="328">
                  <c:v>0.19553223438276779</c:v>
                </c:pt>
                <c:pt idx="329">
                  <c:v>0.19587058471907162</c:v>
                </c:pt>
                <c:pt idx="330">
                  <c:v>0.19802322438488767</c:v>
                </c:pt>
                <c:pt idx="331">
                  <c:v>0.19918000525306406</c:v>
                </c:pt>
                <c:pt idx="332">
                  <c:v>0.20076657498501299</c:v>
                </c:pt>
                <c:pt idx="333">
                  <c:v>0.20268622444741763</c:v>
                </c:pt>
                <c:pt idx="334">
                  <c:v>0.20378930931754063</c:v>
                </c:pt>
                <c:pt idx="335">
                  <c:v>0.20318622775634443</c:v>
                </c:pt>
                <c:pt idx="336">
                  <c:v>0.2055846188320776</c:v>
                </c:pt>
                <c:pt idx="337">
                  <c:v>0.20523375634195826</c:v>
                </c:pt>
                <c:pt idx="338">
                  <c:v>0.20734547093518743</c:v>
                </c:pt>
                <c:pt idx="339">
                  <c:v>0.20772216040083791</c:v>
                </c:pt>
                <c:pt idx="340">
                  <c:v>0.20709639778420891</c:v>
                </c:pt>
                <c:pt idx="341">
                  <c:v>0.2077268896042215</c:v>
                </c:pt>
                <c:pt idx="342">
                  <c:v>0.20690337175095821</c:v>
                </c:pt>
                <c:pt idx="343">
                  <c:v>0.20527059478867274</c:v>
                </c:pt>
                <c:pt idx="344">
                  <c:v>0.20452079882204044</c:v>
                </c:pt>
                <c:pt idx="345">
                  <c:v>0.20290985010217297</c:v>
                </c:pt>
                <c:pt idx="346">
                  <c:v>0.20177416120514047</c:v>
                </c:pt>
                <c:pt idx="347">
                  <c:v>0.1987375269904158</c:v>
                </c:pt>
                <c:pt idx="348">
                  <c:v>0.19653447095795959</c:v>
                </c:pt>
                <c:pt idx="349">
                  <c:v>0.19427924238263802</c:v>
                </c:pt>
                <c:pt idx="350">
                  <c:v>0.1932414415733319</c:v>
                </c:pt>
                <c:pt idx="351">
                  <c:v>0.18926938676786814</c:v>
                </c:pt>
                <c:pt idx="352">
                  <c:v>0.18602186888986522</c:v>
                </c:pt>
                <c:pt idx="353">
                  <c:v>0.18122130456245422</c:v>
                </c:pt>
                <c:pt idx="354">
                  <c:v>0.17885969474378657</c:v>
                </c:pt>
                <c:pt idx="355">
                  <c:v>0.17519424913083376</c:v>
                </c:pt>
                <c:pt idx="356">
                  <c:v>0.17107820482658834</c:v>
                </c:pt>
                <c:pt idx="357">
                  <c:v>0.16627092675754426</c:v>
                </c:pt>
                <c:pt idx="358">
                  <c:v>0.16272470401098271</c:v>
                </c:pt>
                <c:pt idx="359">
                  <c:v>0.15831692206465919</c:v>
                </c:pt>
                <c:pt idx="360">
                  <c:v>0.15401087004641451</c:v>
                </c:pt>
                <c:pt idx="361">
                  <c:v>0.15026367889017833</c:v>
                </c:pt>
                <c:pt idx="362">
                  <c:v>0.14637883908637817</c:v>
                </c:pt>
                <c:pt idx="363">
                  <c:v>0.14233831340407943</c:v>
                </c:pt>
                <c:pt idx="364">
                  <c:v>0.13787956910877289</c:v>
                </c:pt>
                <c:pt idx="365">
                  <c:v>0.135203753999557</c:v>
                </c:pt>
                <c:pt idx="366">
                  <c:v>0.13203688536082173</c:v>
                </c:pt>
                <c:pt idx="367">
                  <c:v>0.12865396052053063</c:v>
                </c:pt>
                <c:pt idx="368">
                  <c:v>0.12450608332884497</c:v>
                </c:pt>
                <c:pt idx="369">
                  <c:v>0.12182541747935263</c:v>
                </c:pt>
                <c:pt idx="370">
                  <c:v>0.11863180469819073</c:v>
                </c:pt>
                <c:pt idx="371">
                  <c:v>0.11548125992252802</c:v>
                </c:pt>
                <c:pt idx="372">
                  <c:v>0.11407897563364974</c:v>
                </c:pt>
                <c:pt idx="373">
                  <c:v>0.11137059677377037</c:v>
                </c:pt>
                <c:pt idx="374">
                  <c:v>0.10919916826370724</c:v>
                </c:pt>
                <c:pt idx="375">
                  <c:v>0.10661878324465716</c:v>
                </c:pt>
                <c:pt idx="376">
                  <c:v>0.10618228536514067</c:v>
                </c:pt>
                <c:pt idx="377">
                  <c:v>0.10445373153081039</c:v>
                </c:pt>
                <c:pt idx="378">
                  <c:v>0.10261141380841204</c:v>
                </c:pt>
                <c:pt idx="379">
                  <c:v>0.10157464407079819</c:v>
                </c:pt>
                <c:pt idx="380">
                  <c:v>9.8982355754675372E-2</c:v>
                </c:pt>
                <c:pt idx="381">
                  <c:v>9.9889912024512736E-2</c:v>
                </c:pt>
                <c:pt idx="382">
                  <c:v>9.7373404154333848E-2</c:v>
                </c:pt>
                <c:pt idx="383">
                  <c:v>9.668609923823919E-2</c:v>
                </c:pt>
                <c:pt idx="384">
                  <c:v>9.6713449435386775E-2</c:v>
                </c:pt>
                <c:pt idx="385">
                  <c:v>9.5663286173394743E-2</c:v>
                </c:pt>
                <c:pt idx="386">
                  <c:v>9.4715742888544202E-2</c:v>
                </c:pt>
                <c:pt idx="387">
                  <c:v>9.3894533962387422E-2</c:v>
                </c:pt>
                <c:pt idx="388">
                  <c:v>9.4785887436663441E-2</c:v>
                </c:pt>
                <c:pt idx="389">
                  <c:v>9.3353955958555848E-2</c:v>
                </c:pt>
                <c:pt idx="390">
                  <c:v>9.3726881555092206E-2</c:v>
                </c:pt>
                <c:pt idx="391">
                  <c:v>9.3052759624476483E-2</c:v>
                </c:pt>
                <c:pt idx="392">
                  <c:v>9.3186485618155179E-2</c:v>
                </c:pt>
                <c:pt idx="393">
                  <c:v>9.2916912766136242E-2</c:v>
                </c:pt>
                <c:pt idx="394">
                  <c:v>9.2537483845357024E-2</c:v>
                </c:pt>
                <c:pt idx="395">
                  <c:v>9.2962189461441552E-2</c:v>
                </c:pt>
                <c:pt idx="396">
                  <c:v>9.3383753707877479E-2</c:v>
                </c:pt>
                <c:pt idx="397">
                  <c:v>9.2653740166589463E-2</c:v>
                </c:pt>
                <c:pt idx="398">
                  <c:v>9.4064765407421397E-2</c:v>
                </c:pt>
                <c:pt idx="399">
                  <c:v>9.3381376394693724E-2</c:v>
                </c:pt>
                <c:pt idx="400">
                  <c:v>9.5627274290620415E-2</c:v>
                </c:pt>
                <c:pt idx="401">
                  <c:v>9.5051727825197607E-2</c:v>
                </c:pt>
                <c:pt idx="402">
                  <c:v>9.579710097655883E-2</c:v>
                </c:pt>
                <c:pt idx="403">
                  <c:v>9.5715506584992241E-2</c:v>
                </c:pt>
                <c:pt idx="404">
                  <c:v>9.7668269741876521E-2</c:v>
                </c:pt>
                <c:pt idx="405">
                  <c:v>9.9481317135611202E-2</c:v>
                </c:pt>
                <c:pt idx="406">
                  <c:v>0.10170856270641707</c:v>
                </c:pt>
                <c:pt idx="407">
                  <c:v>0.10155194196068916</c:v>
                </c:pt>
                <c:pt idx="408">
                  <c:v>0.10426965055513424</c:v>
                </c:pt>
                <c:pt idx="409">
                  <c:v>0.10578087730061043</c:v>
                </c:pt>
                <c:pt idx="410">
                  <c:v>0.10774974570867044</c:v>
                </c:pt>
                <c:pt idx="411">
                  <c:v>0.10950323056016635</c:v>
                </c:pt>
                <c:pt idx="412">
                  <c:v>0.11161757205620056</c:v>
                </c:pt>
                <c:pt idx="413">
                  <c:v>0.11559680257067415</c:v>
                </c:pt>
                <c:pt idx="414">
                  <c:v>0.11706868898666568</c:v>
                </c:pt>
                <c:pt idx="415">
                  <c:v>0.12108621372309966</c:v>
                </c:pt>
                <c:pt idx="416">
                  <c:v>0.12375640200290693</c:v>
                </c:pt>
                <c:pt idx="417">
                  <c:v>0.12798077399740765</c:v>
                </c:pt>
                <c:pt idx="418">
                  <c:v>0.13157434587251737</c:v>
                </c:pt>
                <c:pt idx="419">
                  <c:v>0.13490104925779067</c:v>
                </c:pt>
                <c:pt idx="420">
                  <c:v>0.13939919650052437</c:v>
                </c:pt>
                <c:pt idx="421">
                  <c:v>0.14206607558433368</c:v>
                </c:pt>
                <c:pt idx="422">
                  <c:v>0.14693898135447761</c:v>
                </c:pt>
                <c:pt idx="423">
                  <c:v>0.15043673855169065</c:v>
                </c:pt>
                <c:pt idx="424">
                  <c:v>0.15449374305076746</c:v>
                </c:pt>
                <c:pt idx="425">
                  <c:v>0.15882013472763973</c:v>
                </c:pt>
                <c:pt idx="426">
                  <c:v>0.16301093732552996</c:v>
                </c:pt>
                <c:pt idx="427">
                  <c:v>0.16654109192624642</c:v>
                </c:pt>
                <c:pt idx="428">
                  <c:v>0.17083980920460135</c:v>
                </c:pt>
                <c:pt idx="429">
                  <c:v>0.17236891133703644</c:v>
                </c:pt>
                <c:pt idx="430">
                  <c:v>0.17604415161102144</c:v>
                </c:pt>
                <c:pt idx="431">
                  <c:v>0.18021194077618677</c:v>
                </c:pt>
                <c:pt idx="432">
                  <c:v>0.18300778666116363</c:v>
                </c:pt>
                <c:pt idx="433">
                  <c:v>0.18363034863593092</c:v>
                </c:pt>
                <c:pt idx="434">
                  <c:v>0.18587530948063996</c:v>
                </c:pt>
                <c:pt idx="435">
                  <c:v>0.18846393570789127</c:v>
                </c:pt>
                <c:pt idx="436">
                  <c:v>0.18816965575522338</c:v>
                </c:pt>
                <c:pt idx="437">
                  <c:v>0.18947345707531782</c:v>
                </c:pt>
                <c:pt idx="438">
                  <c:v>0.19058495636493575</c:v>
                </c:pt>
                <c:pt idx="439">
                  <c:v>0.1893657126628705</c:v>
                </c:pt>
                <c:pt idx="440">
                  <c:v>0.18918832885289816</c:v>
                </c:pt>
                <c:pt idx="441">
                  <c:v>0.18847357898028017</c:v>
                </c:pt>
                <c:pt idx="442">
                  <c:v>0.1856215903767148</c:v>
                </c:pt>
                <c:pt idx="443">
                  <c:v>0.18408061027902248</c:v>
                </c:pt>
                <c:pt idx="444">
                  <c:v>0.18242701541244449</c:v>
                </c:pt>
                <c:pt idx="445">
                  <c:v>0.18010549430462208</c:v>
                </c:pt>
                <c:pt idx="446">
                  <c:v>0.17547509368252825</c:v>
                </c:pt>
                <c:pt idx="447">
                  <c:v>0.17396645803342509</c:v>
                </c:pt>
                <c:pt idx="448">
                  <c:v>0.16874631388517825</c:v>
                </c:pt>
                <c:pt idx="449">
                  <c:v>0.16487770918475422</c:v>
                </c:pt>
                <c:pt idx="450">
                  <c:v>0.16036540855381207</c:v>
                </c:pt>
                <c:pt idx="451">
                  <c:v>0.15674770575980429</c:v>
                </c:pt>
                <c:pt idx="452">
                  <c:v>0.15151296499966788</c:v>
                </c:pt>
                <c:pt idx="453">
                  <c:v>0.14705925742854833</c:v>
                </c:pt>
                <c:pt idx="454">
                  <c:v>0.14285683918825773</c:v>
                </c:pt>
                <c:pt idx="455">
                  <c:v>0.13856284788631551</c:v>
                </c:pt>
                <c:pt idx="456">
                  <c:v>0.13258274901093639</c:v>
                </c:pt>
                <c:pt idx="457">
                  <c:v>0.12865660288934866</c:v>
                </c:pt>
                <c:pt idx="458">
                  <c:v>0.12555060284347136</c:v>
                </c:pt>
                <c:pt idx="459">
                  <c:v>0.12123073815156667</c:v>
                </c:pt>
                <c:pt idx="460">
                  <c:v>0.11699313276252946</c:v>
                </c:pt>
                <c:pt idx="461">
                  <c:v>0.11379968700223625</c:v>
                </c:pt>
                <c:pt idx="462">
                  <c:v>0.1109950320547621</c:v>
                </c:pt>
                <c:pt idx="463">
                  <c:v>0.10827615156379927</c:v>
                </c:pt>
                <c:pt idx="464">
                  <c:v>0.10422153488327851</c:v>
                </c:pt>
                <c:pt idx="465">
                  <c:v>0.10073271271643316</c:v>
                </c:pt>
                <c:pt idx="466">
                  <c:v>9.9758559989670537E-2</c:v>
                </c:pt>
                <c:pt idx="467">
                  <c:v>9.7429284146497847E-2</c:v>
                </c:pt>
                <c:pt idx="468">
                  <c:v>9.6463326189825602E-2</c:v>
                </c:pt>
                <c:pt idx="469">
                  <c:v>9.4550197546365386E-2</c:v>
                </c:pt>
                <c:pt idx="470">
                  <c:v>9.3830068073397055E-2</c:v>
                </c:pt>
                <c:pt idx="471">
                  <c:v>9.3107149976507347E-2</c:v>
                </c:pt>
                <c:pt idx="472">
                  <c:v>9.4009374126245965E-2</c:v>
                </c:pt>
                <c:pt idx="473">
                  <c:v>9.3625505061444389E-2</c:v>
                </c:pt>
                <c:pt idx="474">
                  <c:v>9.5025710226935567E-2</c:v>
                </c:pt>
                <c:pt idx="475">
                  <c:v>9.6595482544271555E-2</c:v>
                </c:pt>
                <c:pt idx="476">
                  <c:v>9.6825981012416004E-2</c:v>
                </c:pt>
                <c:pt idx="477">
                  <c:v>9.9071718538342318E-2</c:v>
                </c:pt>
                <c:pt idx="478">
                  <c:v>0.1011086906490757</c:v>
                </c:pt>
                <c:pt idx="479">
                  <c:v>0.10321217969421875</c:v>
                </c:pt>
                <c:pt idx="480">
                  <c:v>0.10626165438067343</c:v>
                </c:pt>
                <c:pt idx="481">
                  <c:v>0.10788405597566811</c:v>
                </c:pt>
                <c:pt idx="482">
                  <c:v>0.11236745288794986</c:v>
                </c:pt>
                <c:pt idx="483">
                  <c:v>0.1166831097953155</c:v>
                </c:pt>
                <c:pt idx="484">
                  <c:v>0.1210411856114689</c:v>
                </c:pt>
                <c:pt idx="485">
                  <c:v>0.12650368144474305</c:v>
                </c:pt>
                <c:pt idx="486">
                  <c:v>0.13115734043943819</c:v>
                </c:pt>
                <c:pt idx="487">
                  <c:v>0.13689408218680887</c:v>
                </c:pt>
                <c:pt idx="488">
                  <c:v>0.14157849629132616</c:v>
                </c:pt>
                <c:pt idx="489">
                  <c:v>0.14753605362249461</c:v>
                </c:pt>
                <c:pt idx="490">
                  <c:v>0.15423300485859462</c:v>
                </c:pt>
                <c:pt idx="491">
                  <c:v>0.16170106305250612</c:v>
                </c:pt>
                <c:pt idx="492">
                  <c:v>0.16805336361321349</c:v>
                </c:pt>
                <c:pt idx="493">
                  <c:v>0.17734050091853576</c:v>
                </c:pt>
                <c:pt idx="494">
                  <c:v>0.18275093053621619</c:v>
                </c:pt>
                <c:pt idx="495">
                  <c:v>0.19290003935428038</c:v>
                </c:pt>
                <c:pt idx="496">
                  <c:v>0.2015954863739278</c:v>
                </c:pt>
                <c:pt idx="497">
                  <c:v>0.21079163390220179</c:v>
                </c:pt>
                <c:pt idx="498">
                  <c:v>0.22049810215638954</c:v>
                </c:pt>
                <c:pt idx="499">
                  <c:v>0.23044387008552905</c:v>
                </c:pt>
                <c:pt idx="500">
                  <c:v>0.23936064443394917</c:v>
                </c:pt>
                <c:pt idx="501">
                  <c:v>0.24962144440523959</c:v>
                </c:pt>
                <c:pt idx="502">
                  <c:v>0.25989326523789641</c:v>
                </c:pt>
                <c:pt idx="503">
                  <c:v>0.27018966344382767</c:v>
                </c:pt>
                <c:pt idx="504">
                  <c:v>0.28092015396083336</c:v>
                </c:pt>
                <c:pt idx="505">
                  <c:v>0.29203777693869892</c:v>
                </c:pt>
                <c:pt idx="506">
                  <c:v>0.30223856995945991</c:v>
                </c:pt>
                <c:pt idx="507">
                  <c:v>0.31331993958517534</c:v>
                </c:pt>
                <c:pt idx="508">
                  <c:v>0.32482192325519305</c:v>
                </c:pt>
                <c:pt idx="509">
                  <c:v>0.33561672453237973</c:v>
                </c:pt>
                <c:pt idx="510">
                  <c:v>0</c:v>
                </c:pt>
                <c:pt idx="511">
                  <c:v>0</c:v>
                </c:pt>
              </c:numCache>
            </c:numRef>
          </c:yVal>
          <c:smooth val="1"/>
          <c:extLst>
            <c:ext xmlns:c16="http://schemas.microsoft.com/office/drawing/2014/chart" uri="{C3380CC4-5D6E-409C-BE32-E72D297353CC}">
              <c16:uniqueId val="{00000002-F8F0-4125-BF74-CC9BF674333E}"/>
            </c:ext>
          </c:extLst>
        </c:ser>
        <c:ser>
          <c:idx val="2"/>
          <c:order val="3"/>
          <c:tx>
            <c:strRef>
              <c:f>'calib_(2)'!$D$7</c:f>
              <c:strCache>
                <c:ptCount val="1"/>
                <c:pt idx="0">
                  <c:v>penetration</c:v>
                </c:pt>
              </c:strCache>
            </c:strRef>
          </c:tx>
          <c:spPr>
            <a:ln w="19046" cap="rnd">
              <a:solidFill>
                <a:schemeClr val="accent6"/>
              </a:solidFill>
              <a:prstDash val="dash"/>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'calib_(2)'!$D$8:$D$519</c:f>
              <c:numCache>
                <c:formatCode>General</c:formatCode>
                <c:ptCount val="512"/>
                <c:pt idx="0">
                  <c:v>3.0897797623661342E-2</c:v>
                </c:pt>
                <c:pt idx="1">
                  <c:v>3.4212437274727857E-2</c:v>
                </c:pt>
                <c:pt idx="2">
                  <c:v>3.6398069880277752E-2</c:v>
                </c:pt>
                <c:pt idx="3">
                  <c:v>3.7535157540029757E-2</c:v>
                </c:pt>
                <c:pt idx="4">
                  <c:v>3.8103794200830134E-2</c:v>
                </c:pt>
                <c:pt idx="5">
                  <c:v>3.8619881132285171E-2</c:v>
                </c:pt>
                <c:pt idx="6">
                  <c:v>3.8874335372740584E-2</c:v>
                </c:pt>
                <c:pt idx="7">
                  <c:v>3.8539090758891149E-2</c:v>
                </c:pt>
                <c:pt idx="8">
                  <c:v>3.9720662986533699E-2</c:v>
                </c:pt>
                <c:pt idx="9">
                  <c:v>3.9938360515342754E-2</c:v>
                </c:pt>
                <c:pt idx="10">
                  <c:v>3.9930510207485601E-2</c:v>
                </c:pt>
                <c:pt idx="11">
                  <c:v>3.9664410149335687E-2</c:v>
                </c:pt>
                <c:pt idx="12">
                  <c:v>3.9132495023875412E-2</c:v>
                </c:pt>
                <c:pt idx="13">
                  <c:v>3.9305834752917476E-2</c:v>
                </c:pt>
                <c:pt idx="14">
                  <c:v>3.9514801060810609E-2</c:v>
                </c:pt>
                <c:pt idx="15">
                  <c:v>3.9519502353450676E-2</c:v>
                </c:pt>
                <c:pt idx="16">
                  <c:v>3.9507272854557136E-2</c:v>
                </c:pt>
                <c:pt idx="17">
                  <c:v>3.9422509766959782E-2</c:v>
                </c:pt>
                <c:pt idx="18">
                  <c:v>3.9301672638586124E-2</c:v>
                </c:pt>
                <c:pt idx="19">
                  <c:v>3.9201646835337077E-2</c:v>
                </c:pt>
                <c:pt idx="20">
                  <c:v>3.9051618737416811E-2</c:v>
                </c:pt>
                <c:pt idx="21">
                  <c:v>3.9007264931022204E-2</c:v>
                </c:pt>
                <c:pt idx="22">
                  <c:v>3.9055465040739451E-2</c:v>
                </c:pt>
                <c:pt idx="23">
                  <c:v>4.1059966372355441E-2</c:v>
                </c:pt>
                <c:pt idx="24">
                  <c:v>4.3116447963674497E-2</c:v>
                </c:pt>
                <c:pt idx="25">
                  <c:v>4.5789933373667484E-2</c:v>
                </c:pt>
                <c:pt idx="26">
                  <c:v>4.7289765958903787E-2</c:v>
                </c:pt>
                <c:pt idx="27">
                  <c:v>4.7443670294141461E-2</c:v>
                </c:pt>
                <c:pt idx="28">
                  <c:v>4.568553415433748E-2</c:v>
                </c:pt>
                <c:pt idx="29">
                  <c:v>4.2548002796213312E-2</c:v>
                </c:pt>
                <c:pt idx="30">
                  <c:v>4.1365952331419285E-2</c:v>
                </c:pt>
                <c:pt idx="31">
                  <c:v>4.0322081483548343E-2</c:v>
                </c:pt>
                <c:pt idx="32">
                  <c:v>3.9434783950215102E-2</c:v>
                </c:pt>
                <c:pt idx="33">
                  <c:v>3.761202589041903E-2</c:v>
                </c:pt>
                <c:pt idx="34">
                  <c:v>3.7664594436741611E-2</c:v>
                </c:pt>
                <c:pt idx="35">
                  <c:v>3.7358110278788485E-2</c:v>
                </c:pt>
                <c:pt idx="36">
                  <c:v>3.6902182766265515E-2</c:v>
                </c:pt>
                <c:pt idx="37">
                  <c:v>3.6695884330756434E-2</c:v>
                </c:pt>
                <c:pt idx="38">
                  <c:v>3.6248995636779621E-2</c:v>
                </c:pt>
                <c:pt idx="39">
                  <c:v>3.6486531298083887E-2</c:v>
                </c:pt>
                <c:pt idx="40">
                  <c:v>3.6482860213779604E-2</c:v>
                </c:pt>
                <c:pt idx="41">
                  <c:v>3.6656533809706751E-2</c:v>
                </c:pt>
                <c:pt idx="42">
                  <c:v>3.5914296106611523E-2</c:v>
                </c:pt>
                <c:pt idx="43">
                  <c:v>3.653516783219516E-2</c:v>
                </c:pt>
                <c:pt idx="44">
                  <c:v>3.5869932820826414E-2</c:v>
                </c:pt>
                <c:pt idx="45">
                  <c:v>3.6777762984630133E-2</c:v>
                </c:pt>
                <c:pt idx="46">
                  <c:v>3.657550011069944E-2</c:v>
                </c:pt>
                <c:pt idx="47">
                  <c:v>3.6531081562331522E-2</c:v>
                </c:pt>
                <c:pt idx="48">
                  <c:v>3.6366164266912943E-2</c:v>
                </c:pt>
                <c:pt idx="49">
                  <c:v>3.632955146683977E-2</c:v>
                </c:pt>
                <c:pt idx="50">
                  <c:v>3.6486747479531081E-2</c:v>
                </c:pt>
                <c:pt idx="51">
                  <c:v>3.6664439029125043E-2</c:v>
                </c:pt>
                <c:pt idx="52">
                  <c:v>3.6680231672782532E-2</c:v>
                </c:pt>
                <c:pt idx="53">
                  <c:v>3.6240548163368295E-2</c:v>
                </c:pt>
                <c:pt idx="54">
                  <c:v>3.6639546619721304E-2</c:v>
                </c:pt>
                <c:pt idx="55">
                  <c:v>3.6947092594012396E-2</c:v>
                </c:pt>
                <c:pt idx="56">
                  <c:v>3.6607732677289923E-2</c:v>
                </c:pt>
                <c:pt idx="57">
                  <c:v>3.5531329864163366E-2</c:v>
                </c:pt>
                <c:pt idx="58">
                  <c:v>3.5825541898008684E-2</c:v>
                </c:pt>
                <c:pt idx="59">
                  <c:v>3.534976279134E-2</c:v>
                </c:pt>
                <c:pt idx="60">
                  <c:v>3.4579559814074484E-2</c:v>
                </c:pt>
                <c:pt idx="61">
                  <c:v>3.4579403633145142E-2</c:v>
                </c:pt>
                <c:pt idx="62">
                  <c:v>3.4119614676174526E-2</c:v>
                </c:pt>
                <c:pt idx="63">
                  <c:v>3.4014913741786446E-2</c:v>
                </c:pt>
                <c:pt idx="64">
                  <c:v>3.3179817980416186E-2</c:v>
                </c:pt>
                <c:pt idx="65">
                  <c:v>3.3034910133586601E-2</c:v>
                </c:pt>
                <c:pt idx="66">
                  <c:v>3.2688170504556968E-2</c:v>
                </c:pt>
                <c:pt idx="67">
                  <c:v>3.2728388927255297E-2</c:v>
                </c:pt>
                <c:pt idx="68">
                  <c:v>3.2010916383891738E-2</c:v>
                </c:pt>
                <c:pt idx="69">
                  <c:v>3.2228348232130027E-2</c:v>
                </c:pt>
                <c:pt idx="70">
                  <c:v>3.1906100361584866E-2</c:v>
                </c:pt>
                <c:pt idx="71">
                  <c:v>3.187362109581305E-2</c:v>
                </c:pt>
                <c:pt idx="72">
                  <c:v>3.154689460864029E-2</c:v>
                </c:pt>
                <c:pt idx="73">
                  <c:v>3.1296901325942539E-2</c:v>
                </c:pt>
                <c:pt idx="74">
                  <c:v>3.2155609433974032E-2</c:v>
                </c:pt>
                <c:pt idx="75">
                  <c:v>3.1446305210427641E-2</c:v>
                </c:pt>
                <c:pt idx="76">
                  <c:v>3.1474372456694981E-2</c:v>
                </c:pt>
                <c:pt idx="77">
                  <c:v>3.1683700347567151E-2</c:v>
                </c:pt>
                <c:pt idx="78">
                  <c:v>3.075645345974783E-2</c:v>
                </c:pt>
                <c:pt idx="79">
                  <c:v>3.0482190454523123E-2</c:v>
                </c:pt>
                <c:pt idx="80">
                  <c:v>3.0381878394326583E-2</c:v>
                </c:pt>
                <c:pt idx="81">
                  <c:v>3.0328737671430184E-2</c:v>
                </c:pt>
                <c:pt idx="82">
                  <c:v>3.070841759160059E-2</c:v>
                </c:pt>
                <c:pt idx="83">
                  <c:v>3.0038323245935878E-2</c:v>
                </c:pt>
                <c:pt idx="84">
                  <c:v>3.0054504135313336E-2</c:v>
                </c:pt>
                <c:pt idx="85">
                  <c:v>2.9865516115766148E-2</c:v>
                </c:pt>
                <c:pt idx="86">
                  <c:v>2.9938162885992749E-2</c:v>
                </c:pt>
                <c:pt idx="87">
                  <c:v>2.9756707723569562E-2</c:v>
                </c:pt>
                <c:pt idx="88">
                  <c:v>3.0204011115911894E-2</c:v>
                </c:pt>
                <c:pt idx="89">
                  <c:v>2.9647615832891175E-2</c:v>
                </c:pt>
                <c:pt idx="90">
                  <c:v>2.9506552269794747E-2</c:v>
                </c:pt>
                <c:pt idx="91">
                  <c:v>2.8921840203455663E-2</c:v>
                </c:pt>
                <c:pt idx="92">
                  <c:v>2.9538537681277087E-2</c:v>
                </c:pt>
                <c:pt idx="93">
                  <c:v>2.8728231244583589E-2</c:v>
                </c:pt>
                <c:pt idx="94">
                  <c:v>2.9377634720029959E-2</c:v>
                </c:pt>
                <c:pt idx="95">
                  <c:v>2.9167768092510551E-2</c:v>
                </c:pt>
                <c:pt idx="96">
                  <c:v>2.8619621114225946E-2</c:v>
                </c:pt>
                <c:pt idx="97">
                  <c:v>2.8582883888537448E-2</c:v>
                </c:pt>
                <c:pt idx="98">
                  <c:v>2.8336836770838297E-2</c:v>
                </c:pt>
                <c:pt idx="99">
                  <c:v>2.8554705819917134E-2</c:v>
                </c:pt>
                <c:pt idx="100">
                  <c:v>2.9046687122938841E-2</c:v>
                </c:pt>
                <c:pt idx="101">
                  <c:v>2.8772533753459145E-2</c:v>
                </c:pt>
                <c:pt idx="102">
                  <c:v>2.868774878671166E-2</c:v>
                </c:pt>
                <c:pt idx="103">
                  <c:v>2.8659412620010052E-2</c:v>
                </c:pt>
                <c:pt idx="104">
                  <c:v>2.8442004183057059E-2</c:v>
                </c:pt>
                <c:pt idx="105">
                  <c:v>2.8417763941188987E-2</c:v>
                </c:pt>
                <c:pt idx="106">
                  <c:v>2.8458052433070563E-2</c:v>
                </c:pt>
                <c:pt idx="107">
                  <c:v>2.8203811360997092E-2</c:v>
                </c:pt>
                <c:pt idx="108">
                  <c:v>2.8300782396997803E-2</c:v>
                </c:pt>
                <c:pt idx="109">
                  <c:v>2.7978425751805848E-2</c:v>
                </c:pt>
                <c:pt idx="110">
                  <c:v>2.8429534411132419E-2</c:v>
                </c:pt>
                <c:pt idx="111">
                  <c:v>2.8776343087368976E-2</c:v>
                </c:pt>
                <c:pt idx="112">
                  <c:v>2.8554826903697525E-2</c:v>
                </c:pt>
                <c:pt idx="113">
                  <c:v>2.7905271184296296E-2</c:v>
                </c:pt>
                <c:pt idx="114">
                  <c:v>2.8074936566644348E-2</c:v>
                </c:pt>
                <c:pt idx="115">
                  <c:v>2.8684191456721693E-2</c:v>
                </c:pt>
                <c:pt idx="116">
                  <c:v>2.8377205395389491E-2</c:v>
                </c:pt>
                <c:pt idx="117">
                  <c:v>2.8514401608994638E-2</c:v>
                </c:pt>
                <c:pt idx="118">
                  <c:v>2.88490094113516E-2</c:v>
                </c:pt>
                <c:pt idx="119">
                  <c:v>2.9050796849359687E-2</c:v>
                </c:pt>
                <c:pt idx="120">
                  <c:v>2.8764349306783933E-2</c:v>
                </c:pt>
                <c:pt idx="121">
                  <c:v>2.9087204541787606E-2</c:v>
                </c:pt>
                <c:pt idx="122">
                  <c:v>2.9224044754634561E-2</c:v>
                </c:pt>
                <c:pt idx="123">
                  <c:v>2.9833079282432881E-2</c:v>
                </c:pt>
                <c:pt idx="124">
                  <c:v>2.9728273634829105E-2</c:v>
                </c:pt>
                <c:pt idx="125">
                  <c:v>3.011133689834445E-2</c:v>
                </c:pt>
                <c:pt idx="126">
                  <c:v>3.0353342940083645E-2</c:v>
                </c:pt>
                <c:pt idx="127">
                  <c:v>3.0070829735031064E-2</c:v>
                </c:pt>
                <c:pt idx="128">
                  <c:v>3.1022978222720952E-2</c:v>
                </c:pt>
                <c:pt idx="129">
                  <c:v>3.067609424047044E-2</c:v>
                </c:pt>
                <c:pt idx="130">
                  <c:v>3.0832774797670541E-2</c:v>
                </c:pt>
                <c:pt idx="131">
                  <c:v>3.0821702416943961E-2</c:v>
                </c:pt>
                <c:pt idx="132">
                  <c:v>3.0570948429878429E-2</c:v>
                </c:pt>
                <c:pt idx="133">
                  <c:v>3.0695994835090848E-2</c:v>
                </c:pt>
                <c:pt idx="134">
                  <c:v>3.0296849359788484E-2</c:v>
                </c:pt>
                <c:pt idx="135">
                  <c:v>3.0591202184195913E-2</c:v>
                </c:pt>
                <c:pt idx="136">
                  <c:v>3.0631371526892152E-2</c:v>
                </c:pt>
                <c:pt idx="137">
                  <c:v>3.0873352359115043E-2</c:v>
                </c:pt>
                <c:pt idx="138">
                  <c:v>3.1301020849068439E-2</c:v>
                </c:pt>
                <c:pt idx="139">
                  <c:v>3.178492162880979E-2</c:v>
                </c:pt>
                <c:pt idx="140">
                  <c:v>3.3107498401188706E-2</c:v>
                </c:pt>
                <c:pt idx="141">
                  <c:v>3.4946843725196415E-2</c:v>
                </c:pt>
                <c:pt idx="142">
                  <c:v>3.7172601272551058E-2</c:v>
                </c:pt>
                <c:pt idx="143">
                  <c:v>4.0572320388931167E-2</c:v>
                </c:pt>
                <c:pt idx="144">
                  <c:v>4.5455156973726811E-2</c:v>
                </c:pt>
                <c:pt idx="145">
                  <c:v>5.0374881162040711E-2</c:v>
                </c:pt>
                <c:pt idx="146">
                  <c:v>5.6802897853663645E-2</c:v>
                </c:pt>
                <c:pt idx="147">
                  <c:v>6.4271614754267237E-2</c:v>
                </c:pt>
                <c:pt idx="148">
                  <c:v>7.2574603824789294E-2</c:v>
                </c:pt>
                <c:pt idx="149">
                  <c:v>8.3571965197208775E-2</c:v>
                </c:pt>
                <c:pt idx="150">
                  <c:v>9.4257750950010613E-2</c:v>
                </c:pt>
                <c:pt idx="151">
                  <c:v>0.10524994769320734</c:v>
                </c:pt>
                <c:pt idx="152">
                  <c:v>0.11696137453710027</c:v>
                </c:pt>
                <c:pt idx="153">
                  <c:v>0.12713575798613183</c:v>
                </c:pt>
                <c:pt idx="154">
                  <c:v>0.13651491766324086</c:v>
                </c:pt>
                <c:pt idx="155">
                  <c:v>0.14504394050579952</c:v>
                </c:pt>
                <c:pt idx="156">
                  <c:v>0.15150436503730458</c:v>
                </c:pt>
                <c:pt idx="157">
                  <c:v>0.15548867820630957</c:v>
                </c:pt>
                <c:pt idx="158">
                  <c:v>0.15667001293418392</c:v>
                </c:pt>
                <c:pt idx="159">
                  <c:v>0.15537518317841725</c:v>
                </c:pt>
                <c:pt idx="160">
                  <c:v>0.15138306071749194</c:v>
                </c:pt>
                <c:pt idx="161">
                  <c:v>0.14475383372335804</c:v>
                </c:pt>
                <c:pt idx="162">
                  <c:v>0.13631786071559629</c:v>
                </c:pt>
                <c:pt idx="163">
                  <c:v>0.12638914911305535</c:v>
                </c:pt>
                <c:pt idx="164">
                  <c:v>0.11557819430517152</c:v>
                </c:pt>
                <c:pt idx="165">
                  <c:v>0.10444825959272416</c:v>
                </c:pt>
                <c:pt idx="166">
                  <c:v>9.3624766770326787E-2</c:v>
                </c:pt>
                <c:pt idx="167">
                  <c:v>8.2228272135522085E-2</c:v>
                </c:pt>
                <c:pt idx="168">
                  <c:v>7.2844512803276862E-2</c:v>
                </c:pt>
                <c:pt idx="169">
                  <c:v>6.3876233849890232E-2</c:v>
                </c:pt>
                <c:pt idx="170">
                  <c:v>5.6117489430139132E-2</c:v>
                </c:pt>
                <c:pt idx="171">
                  <c:v>4.9697710866791957E-2</c:v>
                </c:pt>
                <c:pt idx="172">
                  <c:v>4.4462836375928655E-2</c:v>
                </c:pt>
                <c:pt idx="173">
                  <c:v>4.1237368399228834E-2</c:v>
                </c:pt>
                <c:pt idx="174">
                  <c:v>3.7922590707843359E-2</c:v>
                </c:pt>
                <c:pt idx="175">
                  <c:v>3.5207999074425726E-2</c:v>
                </c:pt>
                <c:pt idx="176">
                  <c:v>3.3740406934949195E-2</c:v>
                </c:pt>
                <c:pt idx="177">
                  <c:v>3.2329941835903264E-2</c:v>
                </c:pt>
                <c:pt idx="178">
                  <c:v>3.1583659227627396E-2</c:v>
                </c:pt>
                <c:pt idx="179">
                  <c:v>3.0740422001517928E-2</c:v>
                </c:pt>
                <c:pt idx="180">
                  <c:v>3.0889332054815581E-2</c:v>
                </c:pt>
                <c:pt idx="181">
                  <c:v>3.0595285941877701E-2</c:v>
                </c:pt>
                <c:pt idx="182">
                  <c:v>3.0639832960548067E-2</c:v>
                </c:pt>
                <c:pt idx="183">
                  <c:v>3.1405998974489722E-2</c:v>
                </c:pt>
                <c:pt idx="184">
                  <c:v>3.1829478302422595E-2</c:v>
                </c:pt>
                <c:pt idx="185">
                  <c:v>3.114740600821523E-2</c:v>
                </c:pt>
                <c:pt idx="186">
                  <c:v>3.1797020490979343E-2</c:v>
                </c:pt>
                <c:pt idx="187">
                  <c:v>3.1796965551191853E-2</c:v>
                </c:pt>
                <c:pt idx="188">
                  <c:v>3.2188515826111132E-2</c:v>
                </c:pt>
                <c:pt idx="189">
                  <c:v>3.236934518668938E-2</c:v>
                </c:pt>
                <c:pt idx="190">
                  <c:v>3.2212057746373701E-2</c:v>
                </c:pt>
                <c:pt idx="191">
                  <c:v>3.2203701898678758E-2</c:v>
                </c:pt>
                <c:pt idx="192">
                  <c:v>3.3224891913793984E-2</c:v>
                </c:pt>
                <c:pt idx="193">
                  <c:v>3.278065746633034E-2</c:v>
                </c:pt>
                <c:pt idx="194">
                  <c:v>3.3397579452650747E-2</c:v>
                </c:pt>
                <c:pt idx="195">
                  <c:v>3.3043032361774624E-2</c:v>
                </c:pt>
                <c:pt idx="196">
                  <c:v>3.3071526836447269E-2</c:v>
                </c:pt>
                <c:pt idx="197">
                  <c:v>3.3386003721431801E-2</c:v>
                </c:pt>
                <c:pt idx="198">
                  <c:v>3.3438393638952145E-2</c:v>
                </c:pt>
                <c:pt idx="199">
                  <c:v>3.3833494806077898E-2</c:v>
                </c:pt>
                <c:pt idx="200">
                  <c:v>3.3817175638608046E-2</c:v>
                </c:pt>
                <c:pt idx="201">
                  <c:v>3.4385626864330471E-2</c:v>
                </c:pt>
                <c:pt idx="202">
                  <c:v>3.3864936193727185E-2</c:v>
                </c:pt>
                <c:pt idx="203">
                  <c:v>3.3256666794163468E-2</c:v>
                </c:pt>
                <c:pt idx="204">
                  <c:v>3.3394281846982926E-2</c:v>
                </c:pt>
                <c:pt idx="205">
                  <c:v>3.4450641765564817E-2</c:v>
                </c:pt>
                <c:pt idx="206">
                  <c:v>3.4418380944454041E-2</c:v>
                </c:pt>
                <c:pt idx="207">
                  <c:v>3.4035467690454485E-2</c:v>
                </c:pt>
                <c:pt idx="208">
                  <c:v>3.4676169878856272E-2</c:v>
                </c:pt>
                <c:pt idx="209">
                  <c:v>3.447827359813771E-2</c:v>
                </c:pt>
                <c:pt idx="210">
                  <c:v>3.4945922603039553E-2</c:v>
                </c:pt>
                <c:pt idx="211">
                  <c:v>3.4837797136202941E-2</c:v>
                </c:pt>
                <c:pt idx="212">
                  <c:v>3.5736352870549354E-2</c:v>
                </c:pt>
                <c:pt idx="213">
                  <c:v>3.5624175879688441E-2</c:v>
                </c:pt>
                <c:pt idx="214">
                  <c:v>3.5402357657875728E-2</c:v>
                </c:pt>
                <c:pt idx="215">
                  <c:v>3.587859698583E-2</c:v>
                </c:pt>
                <c:pt idx="216">
                  <c:v>3.6470833196868169E-2</c:v>
                </c:pt>
                <c:pt idx="217">
                  <c:v>3.6547256535210348E-2</c:v>
                </c:pt>
                <c:pt idx="218">
                  <c:v>3.64384834608769E-2</c:v>
                </c:pt>
                <c:pt idx="219">
                  <c:v>3.7268532490161523E-2</c:v>
                </c:pt>
                <c:pt idx="220">
                  <c:v>3.6757121239397894E-2</c:v>
                </c:pt>
                <c:pt idx="221">
                  <c:v>3.8003546525871346E-2</c:v>
                </c:pt>
                <c:pt idx="222">
                  <c:v>3.8035276410360544E-2</c:v>
                </c:pt>
                <c:pt idx="223">
                  <c:v>3.9027064142957535E-2</c:v>
                </c:pt>
                <c:pt idx="224">
                  <c:v>3.8950625601296328E-2</c:v>
                </c:pt>
                <c:pt idx="225">
                  <c:v>3.8688953389239888E-2</c:v>
                </c:pt>
                <c:pt idx="226">
                  <c:v>3.9878674365760952E-2</c:v>
                </c:pt>
                <c:pt idx="227">
                  <c:v>4.0338532041484208E-2</c:v>
                </c:pt>
                <c:pt idx="228">
                  <c:v>4.0083605735290843E-2</c:v>
                </c:pt>
                <c:pt idx="229">
                  <c:v>4.076950862504311E-2</c:v>
                </c:pt>
                <c:pt idx="230">
                  <c:v>4.1487260321945989E-2</c:v>
                </c:pt>
                <c:pt idx="231">
                  <c:v>4.1491711392235502E-2</c:v>
                </c:pt>
                <c:pt idx="232">
                  <c:v>4.2427043108568784E-2</c:v>
                </c:pt>
                <c:pt idx="233">
                  <c:v>4.2995669581563395E-2</c:v>
                </c:pt>
                <c:pt idx="234">
                  <c:v>4.337851439482731E-2</c:v>
                </c:pt>
                <c:pt idx="235">
                  <c:v>4.4076559253237745E-2</c:v>
                </c:pt>
                <c:pt idx="236">
                  <c:v>4.4527832227728603E-2</c:v>
                </c:pt>
                <c:pt idx="237">
                  <c:v>4.5515912133502603E-2</c:v>
                </c:pt>
                <c:pt idx="238">
                  <c:v>4.5801918663172396E-2</c:v>
                </c:pt>
                <c:pt idx="239">
                  <c:v>4.6632869278108981E-2</c:v>
                </c:pt>
                <c:pt idx="240">
                  <c:v>4.776607210506556E-2</c:v>
                </c:pt>
                <c:pt idx="241">
                  <c:v>4.7939591057939754E-2</c:v>
                </c:pt>
                <c:pt idx="242">
                  <c:v>4.8919524483241952E-2</c:v>
                </c:pt>
                <c:pt idx="243">
                  <c:v>4.9641225534254201E-2</c:v>
                </c:pt>
                <c:pt idx="244">
                  <c:v>4.9922964811377112E-2</c:v>
                </c:pt>
                <c:pt idx="245">
                  <c:v>4.975834729088599E-2</c:v>
                </c:pt>
                <c:pt idx="246">
                  <c:v>5.1088950542207516E-2</c:v>
                </c:pt>
                <c:pt idx="247">
                  <c:v>5.1208915480840361E-2</c:v>
                </c:pt>
                <c:pt idx="248">
                  <c:v>5.1459772665977101E-2</c:v>
                </c:pt>
                <c:pt idx="249">
                  <c:v>5.2214362812651099E-2</c:v>
                </c:pt>
                <c:pt idx="250">
                  <c:v>5.276215897337666E-2</c:v>
                </c:pt>
                <c:pt idx="251">
                  <c:v>5.2730458031394201E-2</c:v>
                </c:pt>
                <c:pt idx="252">
                  <c:v>5.3136989248545048E-2</c:v>
                </c:pt>
                <c:pt idx="253">
                  <c:v>5.3730117707305639E-2</c:v>
                </c:pt>
                <c:pt idx="254">
                  <c:v>5.504864990886401E-2</c:v>
                </c:pt>
                <c:pt idx="255">
                  <c:v>5.4266550698640684E-2</c:v>
                </c:pt>
                <c:pt idx="256">
                  <c:v>5.4742561275399108E-2</c:v>
                </c:pt>
                <c:pt idx="257">
                  <c:v>5.4959874433090465E-2</c:v>
                </c:pt>
                <c:pt idx="258">
                  <c:v>5.5463543088766526E-2</c:v>
                </c:pt>
                <c:pt idx="259">
                  <c:v>5.6239059824173016E-2</c:v>
                </c:pt>
                <c:pt idx="260">
                  <c:v>5.6888147748924076E-2</c:v>
                </c:pt>
                <c:pt idx="261">
                  <c:v>5.7625867790073712E-2</c:v>
                </c:pt>
                <c:pt idx="262">
                  <c:v>5.7242790543924532E-2</c:v>
                </c:pt>
                <c:pt idx="263">
                  <c:v>5.8133637726417213E-2</c:v>
                </c:pt>
                <c:pt idx="264">
                  <c:v>5.7637904467723725E-2</c:v>
                </c:pt>
                <c:pt idx="265">
                  <c:v>5.8831528757820467E-2</c:v>
                </c:pt>
                <c:pt idx="266">
                  <c:v>5.9077547892973419E-2</c:v>
                </c:pt>
                <c:pt idx="267">
                  <c:v>5.9835574398995561E-2</c:v>
                </c:pt>
                <c:pt idx="268">
                  <c:v>6.0618155613451845E-2</c:v>
                </c:pt>
                <c:pt idx="269">
                  <c:v>6.1142559885764974E-2</c:v>
                </c:pt>
                <c:pt idx="270">
                  <c:v>6.1065383671498955E-2</c:v>
                </c:pt>
                <c:pt idx="271">
                  <c:v>6.2105635044610391E-2</c:v>
                </c:pt>
                <c:pt idx="272">
                  <c:v>6.2411631344382358E-2</c:v>
                </c:pt>
                <c:pt idx="273">
                  <c:v>6.276650115455544E-2</c:v>
                </c:pt>
                <c:pt idx="274">
                  <c:v>6.2820394708172356E-2</c:v>
                </c:pt>
                <c:pt idx="275">
                  <c:v>6.3468633458146892E-2</c:v>
                </c:pt>
                <c:pt idx="276">
                  <c:v>6.3319444075757916E-2</c:v>
                </c:pt>
                <c:pt idx="277">
                  <c:v>6.4364049407451898E-2</c:v>
                </c:pt>
                <c:pt idx="278">
                  <c:v>6.3988600444643801E-2</c:v>
                </c:pt>
                <c:pt idx="279">
                  <c:v>6.3735332638889919E-2</c:v>
                </c:pt>
                <c:pt idx="280">
                  <c:v>6.4335892345592907E-2</c:v>
                </c:pt>
                <c:pt idx="281">
                  <c:v>6.3238808254790779E-2</c:v>
                </c:pt>
                <c:pt idx="282">
                  <c:v>6.3153791551857741E-2</c:v>
                </c:pt>
                <c:pt idx="283">
                  <c:v>6.3186244633478841E-2</c:v>
                </c:pt>
                <c:pt idx="284">
                  <c:v>6.2751672529996416E-2</c:v>
                </c:pt>
                <c:pt idx="285">
                  <c:v>6.2432447376830263E-2</c:v>
                </c:pt>
                <c:pt idx="286">
                  <c:v>6.2210462809480463E-2</c:v>
                </c:pt>
                <c:pt idx="287">
                  <c:v>6.2351287495933834E-2</c:v>
                </c:pt>
                <c:pt idx="288">
                  <c:v>6.1678438772886014E-2</c:v>
                </c:pt>
                <c:pt idx="289">
                  <c:v>6.1275288879723694E-2</c:v>
                </c:pt>
                <c:pt idx="290">
                  <c:v>6.1477060224827601E-2</c:v>
                </c:pt>
                <c:pt idx="291">
                  <c:v>6.0521096605403495E-2</c:v>
                </c:pt>
                <c:pt idx="292">
                  <c:v>6.0859810254180552E-2</c:v>
                </c:pt>
                <c:pt idx="293">
                  <c:v>6.0053162462336475E-2</c:v>
                </c:pt>
                <c:pt idx="294">
                  <c:v>5.9625501415111172E-2</c:v>
                </c:pt>
                <c:pt idx="295">
                  <c:v>6.0529604776416238E-2</c:v>
                </c:pt>
                <c:pt idx="296">
                  <c:v>5.956910214290876E-2</c:v>
                </c:pt>
                <c:pt idx="297">
                  <c:v>6.0782940263861177E-2</c:v>
                </c:pt>
                <c:pt idx="298">
                  <c:v>6.0585633666136417E-2</c:v>
                </c:pt>
                <c:pt idx="299">
                  <c:v>6.0590229067120541E-2</c:v>
                </c:pt>
                <c:pt idx="300">
                  <c:v>6.0460624456682585E-2</c:v>
                </c:pt>
                <c:pt idx="301">
                  <c:v>6.0836138399593814E-2</c:v>
                </c:pt>
                <c:pt idx="302">
                  <c:v>6.1231019601378459E-2</c:v>
                </c:pt>
                <c:pt idx="303">
                  <c:v>6.1694408780046617E-2</c:v>
                </c:pt>
                <c:pt idx="304">
                  <c:v>6.2799788371922849E-2</c:v>
                </c:pt>
                <c:pt idx="305">
                  <c:v>6.398970662812499E-2</c:v>
                </c:pt>
                <c:pt idx="306">
                  <c:v>6.5122364558105675E-2</c:v>
                </c:pt>
                <c:pt idx="307">
                  <c:v>6.5138868127208316E-2</c:v>
                </c:pt>
                <c:pt idx="308">
                  <c:v>6.593318495236962E-2</c:v>
                </c:pt>
                <c:pt idx="309">
                  <c:v>6.598497719462941E-2</c:v>
                </c:pt>
                <c:pt idx="310">
                  <c:v>6.709851332433861E-2</c:v>
                </c:pt>
                <c:pt idx="311">
                  <c:v>6.8287943512689214E-2</c:v>
                </c:pt>
                <c:pt idx="312">
                  <c:v>6.9961617115885957E-2</c:v>
                </c:pt>
                <c:pt idx="313">
                  <c:v>7.1135515973585139E-2</c:v>
                </c:pt>
                <c:pt idx="314">
                  <c:v>7.2239587185922258E-2</c:v>
                </c:pt>
                <c:pt idx="315">
                  <c:v>7.3013631598336404E-2</c:v>
                </c:pt>
                <c:pt idx="316">
                  <c:v>7.5332753890702944E-2</c:v>
                </c:pt>
                <c:pt idx="317">
                  <c:v>7.6002186696811497E-2</c:v>
                </c:pt>
                <c:pt idx="318">
                  <c:v>7.6981861196723206E-2</c:v>
                </c:pt>
                <c:pt idx="319">
                  <c:v>7.9462349892000211E-2</c:v>
                </c:pt>
                <c:pt idx="320">
                  <c:v>8.0405792402271775E-2</c:v>
                </c:pt>
                <c:pt idx="321">
                  <c:v>8.22769558152735E-2</c:v>
                </c:pt>
                <c:pt idx="322">
                  <c:v>8.337341762124742E-2</c:v>
                </c:pt>
                <c:pt idx="323">
                  <c:v>8.44627424686408E-2</c:v>
                </c:pt>
                <c:pt idx="324">
                  <c:v>8.7568029399129013E-2</c:v>
                </c:pt>
                <c:pt idx="325">
                  <c:v>8.8741109083748673E-2</c:v>
                </c:pt>
                <c:pt idx="326">
                  <c:v>8.9374254680808701E-2</c:v>
                </c:pt>
                <c:pt idx="327">
                  <c:v>9.1798212792944728E-2</c:v>
                </c:pt>
                <c:pt idx="328">
                  <c:v>9.3745623100968622E-2</c:v>
                </c:pt>
                <c:pt idx="329">
                  <c:v>9.5036150229762834E-2</c:v>
                </c:pt>
                <c:pt idx="330">
                  <c:v>9.6677505758451215E-2</c:v>
                </c:pt>
                <c:pt idx="331">
                  <c:v>9.8273645654128869E-2</c:v>
                </c:pt>
                <c:pt idx="332">
                  <c:v>0.10083548476035241</c:v>
                </c:pt>
                <c:pt idx="333">
                  <c:v>0.10201209982251942</c:v>
                </c:pt>
                <c:pt idx="334">
                  <c:v>0.10331103316175272</c:v>
                </c:pt>
                <c:pt idx="335">
                  <c:v>0.10362558891927304</c:v>
                </c:pt>
                <c:pt idx="336">
                  <c:v>0.10600446728871074</c:v>
                </c:pt>
                <c:pt idx="337">
                  <c:v>0.10664912142831584</c:v>
                </c:pt>
                <c:pt idx="338">
                  <c:v>0.1087629454465676</c:v>
                </c:pt>
                <c:pt idx="339">
                  <c:v>0.10906117749287104</c:v>
                </c:pt>
                <c:pt idx="340">
                  <c:v>0.1086535323379787</c:v>
                </c:pt>
                <c:pt idx="341">
                  <c:v>0.10849652355259454</c:v>
                </c:pt>
                <c:pt idx="342">
                  <c:v>0.10906570091822085</c:v>
                </c:pt>
                <c:pt idx="343">
                  <c:v>0.10846044236354944</c:v>
                </c:pt>
                <c:pt idx="344">
                  <c:v>0.10748070586053471</c:v>
                </c:pt>
                <c:pt idx="345">
                  <c:v>0.10668221892839164</c:v>
                </c:pt>
                <c:pt idx="346">
                  <c:v>0.10616588591533895</c:v>
                </c:pt>
                <c:pt idx="347">
                  <c:v>0.10414600955849859</c:v>
                </c:pt>
                <c:pt idx="348">
                  <c:v>0.10218168462479506</c:v>
                </c:pt>
                <c:pt idx="349">
                  <c:v>0.10043880541482164</c:v>
                </c:pt>
                <c:pt idx="350">
                  <c:v>9.8782208726630877E-2</c:v>
                </c:pt>
                <c:pt idx="351">
                  <c:v>9.6774537605425037E-2</c:v>
                </c:pt>
                <c:pt idx="352">
                  <c:v>9.4128448791217567E-2</c:v>
                </c:pt>
                <c:pt idx="353">
                  <c:v>9.0753614505245023E-2</c:v>
                </c:pt>
                <c:pt idx="354">
                  <c:v>8.7958500096539979E-2</c:v>
                </c:pt>
                <c:pt idx="355">
                  <c:v>8.5229032653296552E-2</c:v>
                </c:pt>
                <c:pt idx="356">
                  <c:v>8.1873963815879441E-2</c:v>
                </c:pt>
                <c:pt idx="357">
                  <c:v>7.8119044231994464E-2</c:v>
                </c:pt>
                <c:pt idx="358">
                  <c:v>7.4953535171467217E-2</c:v>
                </c:pt>
                <c:pt idx="359">
                  <c:v>7.1190987009164985E-2</c:v>
                </c:pt>
                <c:pt idx="360">
                  <c:v>6.7610440506373395E-2</c:v>
                </c:pt>
                <c:pt idx="361">
                  <c:v>6.4396354708775944E-2</c:v>
                </c:pt>
                <c:pt idx="362">
                  <c:v>6.0843693744354471E-2</c:v>
                </c:pt>
                <c:pt idx="363">
                  <c:v>5.8137606996731997E-2</c:v>
                </c:pt>
                <c:pt idx="364">
                  <c:v>5.397684854940607E-2</c:v>
                </c:pt>
                <c:pt idx="365">
                  <c:v>5.1628809716965013E-2</c:v>
                </c:pt>
                <c:pt idx="366">
                  <c:v>4.9459972666751228E-2</c:v>
                </c:pt>
                <c:pt idx="367">
                  <c:v>4.6322504138956562E-2</c:v>
                </c:pt>
                <c:pt idx="368">
                  <c:v>4.2885885778918852E-2</c:v>
                </c:pt>
                <c:pt idx="369">
                  <c:v>4.0825867133032052E-2</c:v>
                </c:pt>
                <c:pt idx="370">
                  <c:v>3.8479122289322612E-2</c:v>
                </c:pt>
                <c:pt idx="371">
                  <c:v>3.610741543157036E-2</c:v>
                </c:pt>
                <c:pt idx="372">
                  <c:v>3.3978302961179353E-2</c:v>
                </c:pt>
                <c:pt idx="373">
                  <c:v>3.2446574020870679E-2</c:v>
                </c:pt>
                <c:pt idx="374">
                  <c:v>3.0675852180553805E-2</c:v>
                </c:pt>
                <c:pt idx="375">
                  <c:v>2.8422142571327587E-2</c:v>
                </c:pt>
                <c:pt idx="376">
                  <c:v>2.7518439407825283E-2</c:v>
                </c:pt>
                <c:pt idx="377">
                  <c:v>2.6474285344696077E-2</c:v>
                </c:pt>
                <c:pt idx="378">
                  <c:v>2.4821102647576442E-2</c:v>
                </c:pt>
                <c:pt idx="379">
                  <c:v>2.4360950773665794E-2</c:v>
                </c:pt>
                <c:pt idx="380">
                  <c:v>2.2457523271463432E-2</c:v>
                </c:pt>
                <c:pt idx="381">
                  <c:v>2.2057993447912285E-2</c:v>
                </c:pt>
                <c:pt idx="382">
                  <c:v>2.1187253494161486E-2</c:v>
                </c:pt>
                <c:pt idx="383">
                  <c:v>2.0037856180196725E-2</c:v>
                </c:pt>
                <c:pt idx="384">
                  <c:v>1.9671231346968753E-2</c:v>
                </c:pt>
                <c:pt idx="385">
                  <c:v>1.9279439153854265E-2</c:v>
                </c:pt>
                <c:pt idx="386">
                  <c:v>1.8590525736716233E-2</c:v>
                </c:pt>
                <c:pt idx="387">
                  <c:v>1.8388769657317311E-2</c:v>
                </c:pt>
                <c:pt idx="388">
                  <c:v>1.8396467891249692E-2</c:v>
                </c:pt>
                <c:pt idx="389">
                  <c:v>1.7606291522271701E-2</c:v>
                </c:pt>
                <c:pt idx="390">
                  <c:v>1.7594013351275511E-2</c:v>
                </c:pt>
                <c:pt idx="391">
                  <c:v>1.7618499652091654E-2</c:v>
                </c:pt>
                <c:pt idx="392">
                  <c:v>1.7719024563095098E-2</c:v>
                </c:pt>
                <c:pt idx="393">
                  <c:v>1.7614317638422212E-2</c:v>
                </c:pt>
                <c:pt idx="394">
                  <c:v>1.80619785128504E-2</c:v>
                </c:pt>
                <c:pt idx="395">
                  <c:v>1.792886132452761E-2</c:v>
                </c:pt>
                <c:pt idx="396">
                  <c:v>1.8098225855314919E-2</c:v>
                </c:pt>
                <c:pt idx="397">
                  <c:v>1.8190921680305144E-2</c:v>
                </c:pt>
                <c:pt idx="398">
                  <c:v>1.8836518407508124E-2</c:v>
                </c:pt>
                <c:pt idx="399">
                  <c:v>1.9707379365813474E-2</c:v>
                </c:pt>
                <c:pt idx="400">
                  <c:v>2.0167169996421395E-2</c:v>
                </c:pt>
                <c:pt idx="401">
                  <c:v>2.0586553274831103E-2</c:v>
                </c:pt>
                <c:pt idx="402">
                  <c:v>2.1598710127228988E-2</c:v>
                </c:pt>
                <c:pt idx="403">
                  <c:v>2.2191080178666101E-2</c:v>
                </c:pt>
                <c:pt idx="404">
                  <c:v>2.338127539888395E-2</c:v>
                </c:pt>
                <c:pt idx="405">
                  <c:v>2.47238756481277E-2</c:v>
                </c:pt>
                <c:pt idx="406">
                  <c:v>2.6405283774837234E-2</c:v>
                </c:pt>
                <c:pt idx="407">
                  <c:v>2.7562601772058371E-2</c:v>
                </c:pt>
                <c:pt idx="408">
                  <c:v>2.980889200654193E-2</c:v>
                </c:pt>
                <c:pt idx="409">
                  <c:v>3.1264870901424768E-2</c:v>
                </c:pt>
                <c:pt idx="410">
                  <c:v>3.3377754674079725E-2</c:v>
                </c:pt>
                <c:pt idx="411">
                  <c:v>3.56804450590191E-2</c:v>
                </c:pt>
                <c:pt idx="412">
                  <c:v>3.7482549302551758E-2</c:v>
                </c:pt>
                <c:pt idx="413">
                  <c:v>4.1285402315776695E-2</c:v>
                </c:pt>
                <c:pt idx="414">
                  <c:v>4.30112558857643E-2</c:v>
                </c:pt>
                <c:pt idx="415">
                  <c:v>4.6430732820923616E-2</c:v>
                </c:pt>
                <c:pt idx="416">
                  <c:v>4.9032278587485094E-2</c:v>
                </c:pt>
                <c:pt idx="417">
                  <c:v>5.3302806076044734E-2</c:v>
                </c:pt>
                <c:pt idx="418">
                  <c:v>5.5992493806778752E-2</c:v>
                </c:pt>
                <c:pt idx="419">
                  <c:v>5.9916109047112531E-2</c:v>
                </c:pt>
                <c:pt idx="420">
                  <c:v>6.4154977241760808E-2</c:v>
                </c:pt>
                <c:pt idx="421">
                  <c:v>6.7106826507302417E-2</c:v>
                </c:pt>
                <c:pt idx="422">
                  <c:v>7.1473657983899375E-2</c:v>
                </c:pt>
                <c:pt idx="423">
                  <c:v>7.4554360215560764E-2</c:v>
                </c:pt>
                <c:pt idx="424">
                  <c:v>7.8595230837568558E-2</c:v>
                </c:pt>
                <c:pt idx="425">
                  <c:v>8.2982813904730904E-2</c:v>
                </c:pt>
                <c:pt idx="426">
                  <c:v>8.6583956987296817E-2</c:v>
                </c:pt>
                <c:pt idx="427">
                  <c:v>8.9724591274448651E-2</c:v>
                </c:pt>
                <c:pt idx="428">
                  <c:v>9.4003271715066741E-2</c:v>
                </c:pt>
                <c:pt idx="429">
                  <c:v>9.7383133785661977E-2</c:v>
                </c:pt>
                <c:pt idx="430">
                  <c:v>0.10021808732943714</c:v>
                </c:pt>
                <c:pt idx="431">
                  <c:v>0.10354098727729216</c:v>
                </c:pt>
                <c:pt idx="432">
                  <c:v>0.10707329107373506</c:v>
                </c:pt>
                <c:pt idx="433">
                  <c:v>0.1074850229578285</c:v>
                </c:pt>
                <c:pt idx="434">
                  <c:v>0.11074682001526837</c:v>
                </c:pt>
                <c:pt idx="435">
                  <c:v>0.11361387094882021</c:v>
                </c:pt>
                <c:pt idx="436">
                  <c:v>0.11388520869970981</c:v>
                </c:pt>
                <c:pt idx="437">
                  <c:v>0.11459768305234429</c:v>
                </c:pt>
                <c:pt idx="438">
                  <c:v>0.11523090993811128</c:v>
                </c:pt>
                <c:pt idx="439">
                  <c:v>0.11449746694581583</c:v>
                </c:pt>
                <c:pt idx="440">
                  <c:v>0.11526368194336491</c:v>
                </c:pt>
                <c:pt idx="441">
                  <c:v>0.11498150979886147</c:v>
                </c:pt>
                <c:pt idx="442">
                  <c:v>0.11314236361489151</c:v>
                </c:pt>
                <c:pt idx="443">
                  <c:v>0.11193623115987084</c:v>
                </c:pt>
                <c:pt idx="444">
                  <c:v>0.10998443448911077</c:v>
                </c:pt>
                <c:pt idx="445">
                  <c:v>0.10858925297098951</c:v>
                </c:pt>
                <c:pt idx="446">
                  <c:v>0.10442802700937448</c:v>
                </c:pt>
                <c:pt idx="447">
                  <c:v>0.10330653525205272</c:v>
                </c:pt>
                <c:pt idx="448">
                  <c:v>9.9576553630815398E-2</c:v>
                </c:pt>
                <c:pt idx="449">
                  <c:v>9.5741568076992078E-2</c:v>
                </c:pt>
                <c:pt idx="450">
                  <c:v>9.2528252797389604E-2</c:v>
                </c:pt>
                <c:pt idx="451">
                  <c:v>8.9922319541172052E-2</c:v>
                </c:pt>
                <c:pt idx="452">
                  <c:v>8.4744630820353953E-2</c:v>
                </c:pt>
                <c:pt idx="453">
                  <c:v>8.1393438061624343E-2</c:v>
                </c:pt>
                <c:pt idx="454">
                  <c:v>7.7994913021067411E-2</c:v>
                </c:pt>
                <c:pt idx="455">
                  <c:v>7.3892751213280566E-2</c:v>
                </c:pt>
                <c:pt idx="456">
                  <c:v>6.9425022214225959E-2</c:v>
                </c:pt>
                <c:pt idx="457">
                  <c:v>6.5920217553977103E-2</c:v>
                </c:pt>
                <c:pt idx="458">
                  <c:v>6.2840683950753234E-2</c:v>
                </c:pt>
                <c:pt idx="459">
                  <c:v>5.9049336123235707E-2</c:v>
                </c:pt>
                <c:pt idx="460">
                  <c:v>5.6678068287314233E-2</c:v>
                </c:pt>
                <c:pt idx="461">
                  <c:v>5.2952549733899346E-2</c:v>
                </c:pt>
                <c:pt idx="462">
                  <c:v>5.0479824201589904E-2</c:v>
                </c:pt>
                <c:pt idx="463">
                  <c:v>4.8234084655754142E-2</c:v>
                </c:pt>
                <c:pt idx="464">
                  <c:v>4.510427979433259E-2</c:v>
                </c:pt>
                <c:pt idx="465">
                  <c:v>4.2749454359380108E-2</c:v>
                </c:pt>
                <c:pt idx="466">
                  <c:v>4.1539641742576398E-2</c:v>
                </c:pt>
                <c:pt idx="467">
                  <c:v>4.0003120201349246E-2</c:v>
                </c:pt>
                <c:pt idx="468">
                  <c:v>3.8563752992717706E-2</c:v>
                </c:pt>
                <c:pt idx="469">
                  <c:v>3.7744740963704879E-2</c:v>
                </c:pt>
                <c:pt idx="470">
                  <c:v>3.6918640942837873E-2</c:v>
                </c:pt>
                <c:pt idx="471">
                  <c:v>3.6337626708182025E-2</c:v>
                </c:pt>
                <c:pt idx="472">
                  <c:v>3.6692962553975979E-2</c:v>
                </c:pt>
                <c:pt idx="473">
                  <c:v>3.753133472173751E-2</c:v>
                </c:pt>
                <c:pt idx="474">
                  <c:v>3.8152257133052675E-2</c:v>
                </c:pt>
                <c:pt idx="475">
                  <c:v>3.9463077253983909E-2</c:v>
                </c:pt>
                <c:pt idx="476">
                  <c:v>4.0765419950367594E-2</c:v>
                </c:pt>
                <c:pt idx="477">
                  <c:v>4.3197078474436011E-2</c:v>
                </c:pt>
                <c:pt idx="478">
                  <c:v>4.466116975553E-2</c:v>
                </c:pt>
                <c:pt idx="479">
                  <c:v>4.7641138785282804E-2</c:v>
                </c:pt>
                <c:pt idx="480">
                  <c:v>4.9963777932404314E-2</c:v>
                </c:pt>
                <c:pt idx="481">
                  <c:v>5.2416170280318496E-2</c:v>
                </c:pt>
                <c:pt idx="482">
                  <c:v>5.6500546572966243E-2</c:v>
                </c:pt>
                <c:pt idx="483">
                  <c:v>6.0464732413098875E-2</c:v>
                </c:pt>
                <c:pt idx="484">
                  <c:v>6.4916118731673647E-2</c:v>
                </c:pt>
                <c:pt idx="485">
                  <c:v>6.9791652533266357E-2</c:v>
                </c:pt>
                <c:pt idx="486">
                  <c:v>7.3889125119115301E-2</c:v>
                </c:pt>
                <c:pt idx="487">
                  <c:v>7.9655083372461993E-2</c:v>
                </c:pt>
                <c:pt idx="488">
                  <c:v>8.476894535179523E-2</c:v>
                </c:pt>
                <c:pt idx="489">
                  <c:v>9.0127766417315944E-2</c:v>
                </c:pt>
                <c:pt idx="490">
                  <c:v>9.6806529120550197E-2</c:v>
                </c:pt>
                <c:pt idx="491">
                  <c:v>0.10368181480469689</c:v>
                </c:pt>
                <c:pt idx="492">
                  <c:v>0.11061062147660684</c:v>
                </c:pt>
                <c:pt idx="493">
                  <c:v>0.11899375073814331</c:v>
                </c:pt>
                <c:pt idx="494">
                  <c:v>0.12451735482247547</c:v>
                </c:pt>
                <c:pt idx="495">
                  <c:v>0.13424511839692249</c:v>
                </c:pt>
                <c:pt idx="496">
                  <c:v>0.14239456734345374</c:v>
                </c:pt>
                <c:pt idx="497">
                  <c:v>0.15114929963298129</c:v>
                </c:pt>
                <c:pt idx="498">
                  <c:v>0.16075824220532758</c:v>
                </c:pt>
                <c:pt idx="499">
                  <c:v>0.16997348517903008</c:v>
                </c:pt>
                <c:pt idx="500">
                  <c:v>0.17884400371865311</c:v>
                </c:pt>
                <c:pt idx="501">
                  <c:v>0.1884827731089278</c:v>
                </c:pt>
                <c:pt idx="502">
                  <c:v>0.19916903901627978</c:v>
                </c:pt>
                <c:pt idx="503">
                  <c:v>0.20876673258143547</c:v>
                </c:pt>
                <c:pt idx="504">
                  <c:v>0.21933255682817515</c:v>
                </c:pt>
                <c:pt idx="505">
                  <c:v>0.22945564473255931</c:v>
                </c:pt>
                <c:pt idx="506">
                  <c:v>0.24026106538994607</c:v>
                </c:pt>
                <c:pt idx="507">
                  <c:v>0.25139067082071942</c:v>
                </c:pt>
                <c:pt idx="508">
                  <c:v>0.26219960299633721</c:v>
                </c:pt>
                <c:pt idx="509">
                  <c:v>0.27349035673117517</c:v>
                </c:pt>
                <c:pt idx="510">
                  <c:v>0</c:v>
                </c:pt>
                <c:pt idx="511">
                  <c:v>0</c:v>
                </c:pt>
              </c:numCache>
            </c:numRef>
          </c:yVal>
          <c:smooth val="1"/>
          <c:extLst>
            <c:ext xmlns:c16="http://schemas.microsoft.com/office/drawing/2014/chart" uri="{C3380CC4-5D6E-409C-BE32-E72D297353CC}">
              <c16:uniqueId val="{00000003-F8F0-4125-BF74-CC9BF674333E}"/>
            </c:ext>
          </c:extLst>
        </c:ser>
        <c:ser>
          <c:idx val="3"/>
          <c:order val="4"/>
          <c:tx>
            <c:strRef>
              <c:f>'calib_(2)'!$L$7</c:f>
              <c:strCache>
                <c:ptCount val="1"/>
                <c:pt idx="0">
                  <c:v>15%±15%</c:v>
                </c:pt>
              </c:strCache>
            </c:strRef>
          </c:tx>
          <c:spPr>
            <a:ln w="19046" cap="rnd">
              <a:solidFill>
                <a:srgbClr val="A02B93"/>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'calib_(2)'!$L$8:$L$519</c:f>
              <c:numCache>
                <c:formatCode>General</c:formatCode>
                <c:ptCount val="51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0.32097645541041803</c:v>
                </c:pt>
                <c:pt idx="147">
                  <c:v>0.32493834999731303</c:v>
                </c:pt>
                <c:pt idx="148">
                  <c:v>0.32890024458420702</c:v>
                </c:pt>
                <c:pt idx="149">
                  <c:v>0.33286213917110202</c:v>
                </c:pt>
                <c:pt idx="150">
                  <c:v>0.33682403375799602</c:v>
                </c:pt>
                <c:pt idx="151">
                  <c:v>0.34078592834489102</c:v>
                </c:pt>
                <c:pt idx="152">
                  <c:v>0.34474782293178602</c:v>
                </c:pt>
                <c:pt idx="153">
                  <c:v>0.34870971751868002</c:v>
                </c:pt>
                <c:pt idx="154">
                  <c:v>0.35267161210557502</c:v>
                </c:pt>
                <c:pt idx="155">
                  <c:v>0.35663350669246902</c:v>
                </c:pt>
                <c:pt idx="156">
                  <c:v>0.36059540127936401</c:v>
                </c:pt>
                <c:pt idx="157">
                  <c:v>0.36455729586625801</c:v>
                </c:pt>
                <c:pt idx="158">
                  <c:v>0.36851919045315301</c:v>
                </c:pt>
                <c:pt idx="159">
                  <c:v>0.37248108504004801</c:v>
                </c:pt>
                <c:pt idx="160">
                  <c:v>0.37644297962694201</c:v>
                </c:pt>
                <c:pt idx="161">
                  <c:v>0.38040487421383701</c:v>
                </c:pt>
                <c:pt idx="162">
                  <c:v>0.38436676880073101</c:v>
                </c:pt>
                <c:pt idx="163">
                  <c:v>0.38832866338762601</c:v>
                </c:pt>
                <c:pt idx="164">
                  <c:v>0.392290557974521</c:v>
                </c:pt>
                <c:pt idx="165">
                  <c:v>0.396252452561415</c:v>
                </c:pt>
                <c:pt idx="166">
                  <c:v>0.40021434714831</c:v>
                </c:pt>
                <c:pt idx="167">
                  <c:v>0.404176241735204</c:v>
                </c:pt>
                <c:pt idx="168">
                  <c:v>0.408138136322099</c:v>
                </c:pt>
                <c:pt idx="169">
                  <c:v>0.412100030908993</c:v>
                </c:pt>
                <c:pt idx="170">
                  <c:v>0.416061925495888</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numCache>
            </c:numRef>
          </c:yVal>
          <c:smooth val="1"/>
          <c:extLst>
            <c:ext xmlns:c16="http://schemas.microsoft.com/office/drawing/2014/chart" uri="{C3380CC4-5D6E-409C-BE32-E72D297353CC}">
              <c16:uniqueId val="{00000004-F8F0-4125-BF74-CC9BF674333E}"/>
            </c:ext>
          </c:extLst>
        </c:ser>
        <c:ser>
          <c:idx val="5"/>
          <c:order val="5"/>
          <c:tx>
            <c:strRef>
              <c:f>'calib_(2)'!$J$7</c:f>
              <c:strCache>
                <c:ptCount val="1"/>
                <c:pt idx="0">
                  <c:v>without sept</c:v>
                </c:pt>
              </c:strCache>
            </c:strRef>
          </c:tx>
          <c:spPr>
            <a:ln w="22225">
              <a:prstDash val="sysDot"/>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'calib_(2)'!$J$8:$J$519</c:f>
              <c:numCache>
                <c:formatCode>General</c:formatCode>
                <c:ptCount val="512"/>
                <c:pt idx="0">
                  <c:v>0.12523886810771104</c:v>
                </c:pt>
                <c:pt idx="1">
                  <c:v>0.13949052783048463</c:v>
                </c:pt>
                <c:pt idx="2">
                  <c:v>0.14485506536069714</c:v>
                </c:pt>
                <c:pt idx="3">
                  <c:v>0.14903133133080768</c:v>
                </c:pt>
                <c:pt idx="4">
                  <c:v>0.15178972113034336</c:v>
                </c:pt>
                <c:pt idx="5">
                  <c:v>0.15387403574981143</c:v>
                </c:pt>
                <c:pt idx="6">
                  <c:v>0.15494204139147649</c:v>
                </c:pt>
                <c:pt idx="7">
                  <c:v>0.15361270804226348</c:v>
                </c:pt>
                <c:pt idx="8">
                  <c:v>0.15574708360815429</c:v>
                </c:pt>
                <c:pt idx="9">
                  <c:v>0.15604338984986593</c:v>
                </c:pt>
                <c:pt idx="10">
                  <c:v>0.15610420939697781</c:v>
                </c:pt>
                <c:pt idx="11">
                  <c:v>0.15716250749992616</c:v>
                </c:pt>
                <c:pt idx="12">
                  <c:v>0.15618105922509759</c:v>
                </c:pt>
                <c:pt idx="13">
                  <c:v>0.15537074246831545</c:v>
                </c:pt>
                <c:pt idx="14">
                  <c:v>0.15599663012150469</c:v>
                </c:pt>
                <c:pt idx="15">
                  <c:v>0.15440931623112428</c:v>
                </c:pt>
                <c:pt idx="16">
                  <c:v>0.1547085290348113</c:v>
                </c:pt>
                <c:pt idx="17">
                  <c:v>0.1531380236366145</c:v>
                </c:pt>
                <c:pt idx="18">
                  <c:v>0.15317606631829556</c:v>
                </c:pt>
                <c:pt idx="19">
                  <c:v>0.15072084676667863</c:v>
                </c:pt>
                <c:pt idx="20">
                  <c:v>0.15123462008971095</c:v>
                </c:pt>
                <c:pt idx="21">
                  <c:v>0.15086089012304593</c:v>
                </c:pt>
                <c:pt idx="22">
                  <c:v>0.15012757195194384</c:v>
                </c:pt>
                <c:pt idx="23">
                  <c:v>0.15253822596218658</c:v>
                </c:pt>
                <c:pt idx="24">
                  <c:v>0.1552823489844713</c:v>
                </c:pt>
                <c:pt idx="25">
                  <c:v>0.15938283464119601</c:v>
                </c:pt>
                <c:pt idx="26">
                  <c:v>0.16136582636319968</c:v>
                </c:pt>
                <c:pt idx="27">
                  <c:v>0.16246742321144569</c:v>
                </c:pt>
                <c:pt idx="28">
                  <c:v>0.16150482336198904</c:v>
                </c:pt>
                <c:pt idx="29">
                  <c:v>0.15724830286081129</c:v>
                </c:pt>
                <c:pt idx="30">
                  <c:v>0.15416627547876979</c:v>
                </c:pt>
                <c:pt idx="31">
                  <c:v>0.15259584974014784</c:v>
                </c:pt>
                <c:pt idx="32">
                  <c:v>0.15017356266777443</c:v>
                </c:pt>
                <c:pt idx="33">
                  <c:v>0.14898673527700559</c:v>
                </c:pt>
                <c:pt idx="34">
                  <c:v>0.1481418437920711</c:v>
                </c:pt>
                <c:pt idx="35">
                  <c:v>0.14846784551659345</c:v>
                </c:pt>
                <c:pt idx="36">
                  <c:v>0.14957591488136113</c:v>
                </c:pt>
                <c:pt idx="37">
                  <c:v>0.15171856640851253</c:v>
                </c:pt>
                <c:pt idx="38">
                  <c:v>0.15585995281532769</c:v>
                </c:pt>
                <c:pt idx="39">
                  <c:v>0.16042081955775905</c:v>
                </c:pt>
                <c:pt idx="40">
                  <c:v>0.16753448811637778</c:v>
                </c:pt>
                <c:pt idx="41">
                  <c:v>0.17469426244672792</c:v>
                </c:pt>
                <c:pt idx="42">
                  <c:v>0.18077720502023215</c:v>
                </c:pt>
                <c:pt idx="43">
                  <c:v>0.18731638508960319</c:v>
                </c:pt>
                <c:pt idx="44">
                  <c:v>0.18954295801118798</c:v>
                </c:pt>
                <c:pt idx="45">
                  <c:v>0.18958875082105067</c:v>
                </c:pt>
                <c:pt idx="46">
                  <c:v>0.18569650821874373</c:v>
                </c:pt>
                <c:pt idx="47">
                  <c:v>0.18068390656470407</c:v>
                </c:pt>
                <c:pt idx="48">
                  <c:v>0.17694989583045395</c:v>
                </c:pt>
                <c:pt idx="49">
                  <c:v>0.17332877999145291</c:v>
                </c:pt>
                <c:pt idx="50">
                  <c:v>0.17123154508673794</c:v>
                </c:pt>
                <c:pt idx="51">
                  <c:v>0.17200847892372792</c:v>
                </c:pt>
                <c:pt idx="52">
                  <c:v>0.17600749374392888</c:v>
                </c:pt>
                <c:pt idx="53">
                  <c:v>0.17940443802775141</c:v>
                </c:pt>
                <c:pt idx="54">
                  <c:v>0.1814205109999</c:v>
                </c:pt>
                <c:pt idx="55">
                  <c:v>0.18575160614068886</c:v>
                </c:pt>
                <c:pt idx="56">
                  <c:v>0.18921010133243243</c:v>
                </c:pt>
                <c:pt idx="57">
                  <c:v>0.19334206848277122</c:v>
                </c:pt>
                <c:pt idx="58">
                  <c:v>0.19549905188450842</c:v>
                </c:pt>
                <c:pt idx="59">
                  <c:v>0.19680890962314043</c:v>
                </c:pt>
                <c:pt idx="60">
                  <c:v>0.20009544119886286</c:v>
                </c:pt>
                <c:pt idx="61">
                  <c:v>0.20412173587354232</c:v>
                </c:pt>
                <c:pt idx="62">
                  <c:v>0.21206941762584908</c:v>
                </c:pt>
                <c:pt idx="63">
                  <c:v>0.22260605381847223</c:v>
                </c:pt>
                <c:pt idx="64">
                  <c:v>0.23926313459392159</c:v>
                </c:pt>
                <c:pt idx="65">
                  <c:v>0.26017855879997653</c:v>
                </c:pt>
                <c:pt idx="66">
                  <c:v>0.29123783381429452</c:v>
                </c:pt>
                <c:pt idx="67">
                  <c:v>0.33256744966926038</c:v>
                </c:pt>
                <c:pt idx="68">
                  <c:v>0.38217048615627264</c:v>
                </c:pt>
                <c:pt idx="69">
                  <c:v>0.43502229324595371</c:v>
                </c:pt>
                <c:pt idx="70">
                  <c:v>0.48841651526366148</c:v>
                </c:pt>
                <c:pt idx="71">
                  <c:v>0.53842096574621312</c:v>
                </c:pt>
                <c:pt idx="72">
                  <c:v>0.57436154451194288</c:v>
                </c:pt>
                <c:pt idx="73">
                  <c:v>0.59362805349727732</c:v>
                </c:pt>
                <c:pt idx="74">
                  <c:v>0.59059151628461315</c:v>
                </c:pt>
                <c:pt idx="75">
                  <c:v>0.57682431470526219</c:v>
                </c:pt>
                <c:pt idx="76">
                  <c:v>0.54587363921237253</c:v>
                </c:pt>
                <c:pt idx="77">
                  <c:v>0.50824612923334622</c:v>
                </c:pt>
                <c:pt idx="78">
                  <c:v>0.47492983363602581</c:v>
                </c:pt>
                <c:pt idx="79">
                  <c:v>0.44827077109272695</c:v>
                </c:pt>
                <c:pt idx="80">
                  <c:v>0.42846582947587514</c:v>
                </c:pt>
                <c:pt idx="81">
                  <c:v>0.41821327766215993</c:v>
                </c:pt>
                <c:pt idx="82">
                  <c:v>0.41273545183537091</c:v>
                </c:pt>
                <c:pt idx="83">
                  <c:v>0.41255426720028515</c:v>
                </c:pt>
                <c:pt idx="84">
                  <c:v>0.40711358081161603</c:v>
                </c:pt>
                <c:pt idx="85">
                  <c:v>0.39782469337008142</c:v>
                </c:pt>
                <c:pt idx="86">
                  <c:v>0.38723923427371054</c:v>
                </c:pt>
                <c:pt idx="87">
                  <c:v>0.37104358424185863</c:v>
                </c:pt>
                <c:pt idx="88">
                  <c:v>0.35149025118715199</c:v>
                </c:pt>
                <c:pt idx="89">
                  <c:v>0.331176220640718</c:v>
                </c:pt>
                <c:pt idx="90">
                  <c:v>0.31326956819412083</c:v>
                </c:pt>
                <c:pt idx="91">
                  <c:v>0.29640409767221165</c:v>
                </c:pt>
                <c:pt idx="92">
                  <c:v>0.28245434658357843</c:v>
                </c:pt>
                <c:pt idx="93">
                  <c:v>0.27262068392506839</c:v>
                </c:pt>
                <c:pt idx="94">
                  <c:v>0.26495611287849141</c:v>
                </c:pt>
                <c:pt idx="95">
                  <c:v>0.26106141672763805</c:v>
                </c:pt>
                <c:pt idx="96">
                  <c:v>0.25832915274073004</c:v>
                </c:pt>
                <c:pt idx="97">
                  <c:v>0.25824275607644243</c:v>
                </c:pt>
                <c:pt idx="98">
                  <c:v>0.25678177745450576</c:v>
                </c:pt>
                <c:pt idx="99">
                  <c:v>0.25697541983209859</c:v>
                </c:pt>
                <c:pt idx="100">
                  <c:v>0.25590344074733695</c:v>
                </c:pt>
                <c:pt idx="101">
                  <c:v>0.25701267045112119</c:v>
                </c:pt>
                <c:pt idx="102">
                  <c:v>0.25619506585359308</c:v>
                </c:pt>
                <c:pt idx="103">
                  <c:v>0.25399890105284784</c:v>
                </c:pt>
                <c:pt idx="104">
                  <c:v>0.25483885213184176</c:v>
                </c:pt>
                <c:pt idx="105">
                  <c:v>0.25287393144514742</c:v>
                </c:pt>
                <c:pt idx="106">
                  <c:v>0.25253975463844636</c:v>
                </c:pt>
                <c:pt idx="107">
                  <c:v>0.25180712788260079</c:v>
                </c:pt>
                <c:pt idx="108">
                  <c:v>0.24861542255485183</c:v>
                </c:pt>
                <c:pt idx="109">
                  <c:v>0.25043831490205121</c:v>
                </c:pt>
                <c:pt idx="110">
                  <c:v>0.24802451003332823</c:v>
                </c:pt>
                <c:pt idx="111">
                  <c:v>0.24739429615203548</c:v>
                </c:pt>
                <c:pt idx="112">
                  <c:v>0.24591224075210671</c:v>
                </c:pt>
                <c:pt idx="113">
                  <c:v>0.24737935638069145</c:v>
                </c:pt>
                <c:pt idx="114">
                  <c:v>0.24683283126291664</c:v>
                </c:pt>
                <c:pt idx="115">
                  <c:v>0.24654587538668921</c:v>
                </c:pt>
                <c:pt idx="116">
                  <c:v>0.24611107987162611</c:v>
                </c:pt>
                <c:pt idx="117">
                  <c:v>0.24594759912899428</c:v>
                </c:pt>
                <c:pt idx="118">
                  <c:v>0.24553040689857453</c:v>
                </c:pt>
                <c:pt idx="119">
                  <c:v>0.2474200213195572</c:v>
                </c:pt>
                <c:pt idx="120">
                  <c:v>0.24791751971291531</c:v>
                </c:pt>
                <c:pt idx="121">
                  <c:v>0.24886570750753914</c:v>
                </c:pt>
                <c:pt idx="122">
                  <c:v>0.24926833774109561</c:v>
                </c:pt>
                <c:pt idx="123">
                  <c:v>0.25104357939209127</c:v>
                </c:pt>
                <c:pt idx="124">
                  <c:v>0.25274983247811494</c:v>
                </c:pt>
                <c:pt idx="125">
                  <c:v>0.25645025328635002</c:v>
                </c:pt>
                <c:pt idx="126">
                  <c:v>0.2539180028315452</c:v>
                </c:pt>
                <c:pt idx="127">
                  <c:v>0.25778792849437382</c:v>
                </c:pt>
                <c:pt idx="128">
                  <c:v>0.25776855472037064</c:v>
                </c:pt>
                <c:pt idx="129">
                  <c:v>0.2589402943730309</c:v>
                </c:pt>
                <c:pt idx="130">
                  <c:v>0.26130890645240823</c:v>
                </c:pt>
                <c:pt idx="131">
                  <c:v>0.2619402550746579</c:v>
                </c:pt>
                <c:pt idx="132">
                  <c:v>0.26450168230179916</c:v>
                </c:pt>
                <c:pt idx="133">
                  <c:v>0.26648066992419778</c:v>
                </c:pt>
                <c:pt idx="134">
                  <c:v>0.26576550158703177</c:v>
                </c:pt>
                <c:pt idx="135">
                  <c:v>0.26776067178133495</c:v>
                </c:pt>
                <c:pt idx="136">
                  <c:v>0.26848430215377433</c:v>
                </c:pt>
                <c:pt idx="137">
                  <c:v>0.27115946647877337</c:v>
                </c:pt>
                <c:pt idx="138">
                  <c:v>0.2731608064594967</c:v>
                </c:pt>
                <c:pt idx="139">
                  <c:v>0.27427525937366087</c:v>
                </c:pt>
                <c:pt idx="140">
                  <c:v>0.27677533967706569</c:v>
                </c:pt>
                <c:pt idx="141">
                  <c:v>0.28019411898807334</c:v>
                </c:pt>
                <c:pt idx="142">
                  <c:v>0.28156476721177504</c:v>
                </c:pt>
                <c:pt idx="143">
                  <c:v>0.28519372290855194</c:v>
                </c:pt>
                <c:pt idx="144">
                  <c:v>0.28975727199436702</c:v>
                </c:pt>
                <c:pt idx="145">
                  <c:v>0.29250631920844322</c:v>
                </c:pt>
                <c:pt idx="146">
                  <c:v>0.29815260812894712</c:v>
                </c:pt>
                <c:pt idx="147">
                  <c:v>0.30411527919262171</c:v>
                </c:pt>
                <c:pt idx="148">
                  <c:v>0.30789807498433364</c:v>
                </c:pt>
                <c:pt idx="149">
                  <c:v>0.31319828808729011</c:v>
                </c:pt>
                <c:pt idx="150">
                  <c:v>0.31833719961865814</c:v>
                </c:pt>
                <c:pt idx="151">
                  <c:v>0.32541639221212665</c:v>
                </c:pt>
                <c:pt idx="152">
                  <c:v>0.32958382499374861</c:v>
                </c:pt>
                <c:pt idx="153">
                  <c:v>0.33549345631381294</c:v>
                </c:pt>
                <c:pt idx="154">
                  <c:v>0.34212538749667831</c:v>
                </c:pt>
                <c:pt idx="155">
                  <c:v>0.34798515739269559</c:v>
                </c:pt>
                <c:pt idx="156">
                  <c:v>0.35296304370990367</c:v>
                </c:pt>
                <c:pt idx="157">
                  <c:v>0.35625866787928867</c:v>
                </c:pt>
                <c:pt idx="158">
                  <c:v>0.3600805296534148</c:v>
                </c:pt>
                <c:pt idx="159">
                  <c:v>0.36261711921454237</c:v>
                </c:pt>
                <c:pt idx="160">
                  <c:v>0.36511346672454925</c:v>
                </c:pt>
                <c:pt idx="161">
                  <c:v>0.36521435972555644</c:v>
                </c:pt>
                <c:pt idx="162">
                  <c:v>0.36639342273015818</c:v>
                </c:pt>
                <c:pt idx="163">
                  <c:v>0.36726368354016464</c:v>
                </c:pt>
                <c:pt idx="164">
                  <c:v>0.36851367825797182</c:v>
                </c:pt>
                <c:pt idx="165">
                  <c:v>0.36803547485176769</c:v>
                </c:pt>
                <c:pt idx="166">
                  <c:v>0.37027216321345369</c:v>
                </c:pt>
                <c:pt idx="167">
                  <c:v>0.37131906051856034</c:v>
                </c:pt>
                <c:pt idx="168">
                  <c:v>0.37331352167735954</c:v>
                </c:pt>
                <c:pt idx="169">
                  <c:v>0.37666443398916633</c:v>
                </c:pt>
                <c:pt idx="170">
                  <c:v>0.3771462964993762</c:v>
                </c:pt>
                <c:pt idx="171">
                  <c:v>0.38090859662284121</c:v>
                </c:pt>
                <c:pt idx="172">
                  <c:v>0.38296054964769288</c:v>
                </c:pt>
                <c:pt idx="173">
                  <c:v>0.38573075537834678</c:v>
                </c:pt>
                <c:pt idx="174">
                  <c:v>0.38787787864827256</c:v>
                </c:pt>
                <c:pt idx="175">
                  <c:v>0.38753706793820414</c:v>
                </c:pt>
                <c:pt idx="176">
                  <c:v>0.38841142533678069</c:v>
                </c:pt>
                <c:pt idx="177">
                  <c:v>0.38902998741297384</c:v>
                </c:pt>
                <c:pt idx="178">
                  <c:v>0.39008015736034141</c:v>
                </c:pt>
                <c:pt idx="179">
                  <c:v>0.38827446968122542</c:v>
                </c:pt>
                <c:pt idx="180">
                  <c:v>0.3837263228845465</c:v>
                </c:pt>
                <c:pt idx="181">
                  <c:v>0.38080432036065626</c:v>
                </c:pt>
                <c:pt idx="182">
                  <c:v>0.37782601128685389</c:v>
                </c:pt>
                <c:pt idx="183">
                  <c:v>0.37322857828087452</c:v>
                </c:pt>
                <c:pt idx="184">
                  <c:v>0.36934127585685306</c:v>
                </c:pt>
                <c:pt idx="185">
                  <c:v>0.36446269988770458</c:v>
                </c:pt>
                <c:pt idx="186">
                  <c:v>0.35915771411378244</c:v>
                </c:pt>
                <c:pt idx="187">
                  <c:v>0.35327517044253176</c:v>
                </c:pt>
                <c:pt idx="188">
                  <c:v>0.3476020507937248</c:v>
                </c:pt>
                <c:pt idx="189">
                  <c:v>0.342297915040635</c:v>
                </c:pt>
                <c:pt idx="190">
                  <c:v>0.33711922147985962</c:v>
                </c:pt>
                <c:pt idx="191">
                  <c:v>0.33197759363265988</c:v>
                </c:pt>
                <c:pt idx="192">
                  <c:v>0.32552396330955208</c:v>
                </c:pt>
                <c:pt idx="193">
                  <c:v>0.31974489317256483</c:v>
                </c:pt>
                <c:pt idx="194">
                  <c:v>0.31453077963842402</c:v>
                </c:pt>
                <c:pt idx="195">
                  <c:v>0.30945136764596082</c:v>
                </c:pt>
                <c:pt idx="196">
                  <c:v>0.3048193065636543</c:v>
                </c:pt>
                <c:pt idx="197">
                  <c:v>0.29868755325145135</c:v>
                </c:pt>
                <c:pt idx="198">
                  <c:v>0.29359652529089059</c:v>
                </c:pt>
                <c:pt idx="199">
                  <c:v>0.28799727563327021</c:v>
                </c:pt>
                <c:pt idx="200">
                  <c:v>0.28558781361848384</c:v>
                </c:pt>
                <c:pt idx="201">
                  <c:v>0.2802015311944529</c:v>
                </c:pt>
                <c:pt idx="202">
                  <c:v>0.2733289976672873</c:v>
                </c:pt>
                <c:pt idx="203">
                  <c:v>0.26975521895481197</c:v>
                </c:pt>
                <c:pt idx="204">
                  <c:v>0.26634392884556574</c:v>
                </c:pt>
                <c:pt idx="205">
                  <c:v>0.26177750823629548</c:v>
                </c:pt>
                <c:pt idx="206">
                  <c:v>0.25798492201516132</c:v>
                </c:pt>
                <c:pt idx="207">
                  <c:v>0.25398139995086461</c:v>
                </c:pt>
                <c:pt idx="208">
                  <c:v>0.2488631368485858</c:v>
                </c:pt>
                <c:pt idx="209">
                  <c:v>0.24615220050758629</c:v>
                </c:pt>
                <c:pt idx="210">
                  <c:v>0.24059512045407716</c:v>
                </c:pt>
                <c:pt idx="211">
                  <c:v>0.23823167468582096</c:v>
                </c:pt>
                <c:pt idx="212">
                  <c:v>0.23358488540096098</c:v>
                </c:pt>
                <c:pt idx="213">
                  <c:v>0.23018350272805127</c:v>
                </c:pt>
                <c:pt idx="214">
                  <c:v>0.22739980553779393</c:v>
                </c:pt>
                <c:pt idx="215">
                  <c:v>0.22452220001099896</c:v>
                </c:pt>
                <c:pt idx="216">
                  <c:v>0.22108803247244882</c:v>
                </c:pt>
                <c:pt idx="217">
                  <c:v>0.21614155513588043</c:v>
                </c:pt>
                <c:pt idx="218">
                  <c:v>0.21584059710259515</c:v>
                </c:pt>
                <c:pt idx="219">
                  <c:v>0.21179328485467314</c:v>
                </c:pt>
                <c:pt idx="220">
                  <c:v>0.21013718055887079</c:v>
                </c:pt>
                <c:pt idx="221">
                  <c:v>0.20608646125052757</c:v>
                </c:pt>
                <c:pt idx="222">
                  <c:v>0.2046386637315899</c:v>
                </c:pt>
                <c:pt idx="223">
                  <c:v>0.20231119502570513</c:v>
                </c:pt>
                <c:pt idx="224">
                  <c:v>0.19972697615493423</c:v>
                </c:pt>
                <c:pt idx="225">
                  <c:v>0.19706373514707715</c:v>
                </c:pt>
                <c:pt idx="226">
                  <c:v>0.1927906216810748</c:v>
                </c:pt>
                <c:pt idx="227">
                  <c:v>0.19315566988797733</c:v>
                </c:pt>
                <c:pt idx="228">
                  <c:v>0.19129177530461072</c:v>
                </c:pt>
                <c:pt idx="229">
                  <c:v>0.18660096597858755</c:v>
                </c:pt>
                <c:pt idx="230">
                  <c:v>0.18618526120514886</c:v>
                </c:pt>
                <c:pt idx="231">
                  <c:v>0.18519722566356922</c:v>
                </c:pt>
                <c:pt idx="232">
                  <c:v>0.18184257015417959</c:v>
                </c:pt>
                <c:pt idx="233">
                  <c:v>0.17881140699739767</c:v>
                </c:pt>
                <c:pt idx="234">
                  <c:v>0.17864989171345988</c:v>
                </c:pt>
                <c:pt idx="235">
                  <c:v>0.17658663835787825</c:v>
                </c:pt>
                <c:pt idx="236">
                  <c:v>0.17455179491360584</c:v>
                </c:pt>
                <c:pt idx="237">
                  <c:v>0.17372522329587711</c:v>
                </c:pt>
                <c:pt idx="238">
                  <c:v>0.17186089828944526</c:v>
                </c:pt>
                <c:pt idx="239">
                  <c:v>0.17017509357828042</c:v>
                </c:pt>
                <c:pt idx="240">
                  <c:v>0.16906535959273489</c:v>
                </c:pt>
                <c:pt idx="241">
                  <c:v>0.16711264855020655</c:v>
                </c:pt>
                <c:pt idx="242">
                  <c:v>0.16633142184391292</c:v>
                </c:pt>
                <c:pt idx="243">
                  <c:v>0.16414662446509368</c:v>
                </c:pt>
                <c:pt idx="244">
                  <c:v>0.16300885404286869</c:v>
                </c:pt>
                <c:pt idx="245">
                  <c:v>0.16207550808887825</c:v>
                </c:pt>
                <c:pt idx="246">
                  <c:v>0.16091536516985616</c:v>
                </c:pt>
                <c:pt idx="247">
                  <c:v>0.15927494875733467</c:v>
                </c:pt>
                <c:pt idx="248">
                  <c:v>0.15746135576253684</c:v>
                </c:pt>
                <c:pt idx="249">
                  <c:v>0.15510688685795601</c:v>
                </c:pt>
                <c:pt idx="250">
                  <c:v>0.1545709430323767</c:v>
                </c:pt>
                <c:pt idx="251">
                  <c:v>0.1543178492683705</c:v>
                </c:pt>
                <c:pt idx="252">
                  <c:v>0.15258408548815164</c:v>
                </c:pt>
                <c:pt idx="253">
                  <c:v>0.15168286876343567</c:v>
                </c:pt>
                <c:pt idx="254">
                  <c:v>0.15018613479942777</c:v>
                </c:pt>
                <c:pt idx="255">
                  <c:v>0.14906841894144596</c:v>
                </c:pt>
                <c:pt idx="256">
                  <c:v>0.14793161984898356</c:v>
                </c:pt>
                <c:pt idx="257">
                  <c:v>0.1457789998706408</c:v>
                </c:pt>
                <c:pt idx="258">
                  <c:v>0.14459160446804184</c:v>
                </c:pt>
                <c:pt idx="259">
                  <c:v>0.14386353482523362</c:v>
                </c:pt>
                <c:pt idx="260">
                  <c:v>0.14172264568372767</c:v>
                </c:pt>
                <c:pt idx="261">
                  <c:v>0.14346103760729914</c:v>
                </c:pt>
                <c:pt idx="262">
                  <c:v>0.14069946091586</c:v>
                </c:pt>
                <c:pt idx="263">
                  <c:v>0.14044892172473394</c:v>
                </c:pt>
                <c:pt idx="264">
                  <c:v>0.1383907846780463</c:v>
                </c:pt>
                <c:pt idx="265">
                  <c:v>0.13854996161606142</c:v>
                </c:pt>
                <c:pt idx="266">
                  <c:v>0.1373990725451015</c:v>
                </c:pt>
                <c:pt idx="267">
                  <c:v>0.13786010862921366</c:v>
                </c:pt>
                <c:pt idx="268">
                  <c:v>0.13524411876810083</c:v>
                </c:pt>
                <c:pt idx="269">
                  <c:v>0.13631672778225534</c:v>
                </c:pt>
                <c:pt idx="270">
                  <c:v>0.13446382742313318</c:v>
                </c:pt>
                <c:pt idx="271">
                  <c:v>0.13377680361308883</c:v>
                </c:pt>
                <c:pt idx="272">
                  <c:v>0.13311875581270596</c:v>
                </c:pt>
                <c:pt idx="273">
                  <c:v>0.1321692870945001</c:v>
                </c:pt>
                <c:pt idx="274">
                  <c:v>0.13179366144095733</c:v>
                </c:pt>
                <c:pt idx="275">
                  <c:v>0.13145151334196256</c:v>
                </c:pt>
                <c:pt idx="276">
                  <c:v>0.12984024742249528</c:v>
                </c:pt>
                <c:pt idx="277">
                  <c:v>0.1300949017621551</c:v>
                </c:pt>
                <c:pt idx="278">
                  <c:v>0.12777707011231165</c:v>
                </c:pt>
                <c:pt idx="279">
                  <c:v>0.12777231739851219</c:v>
                </c:pt>
                <c:pt idx="280">
                  <c:v>0.12759244114719145</c:v>
                </c:pt>
                <c:pt idx="281">
                  <c:v>0.12533783636044099</c:v>
                </c:pt>
                <c:pt idx="282">
                  <c:v>0.12430378377636914</c:v>
                </c:pt>
                <c:pt idx="283">
                  <c:v>0.12335179955450937</c:v>
                </c:pt>
                <c:pt idx="284">
                  <c:v>0.12371771972900125</c:v>
                </c:pt>
                <c:pt idx="285">
                  <c:v>0.12195058224901703</c:v>
                </c:pt>
                <c:pt idx="286">
                  <c:v>0.12242574829470843</c:v>
                </c:pt>
                <c:pt idx="287">
                  <c:v>0.12086783001845758</c:v>
                </c:pt>
                <c:pt idx="288">
                  <c:v>0.12100189990400435</c:v>
                </c:pt>
                <c:pt idx="289">
                  <c:v>0.11929210793894869</c:v>
                </c:pt>
                <c:pt idx="290">
                  <c:v>0.11916684180714451</c:v>
                </c:pt>
                <c:pt idx="291">
                  <c:v>0.11798528516099061</c:v>
                </c:pt>
                <c:pt idx="292">
                  <c:v>0.11673374259626049</c:v>
                </c:pt>
                <c:pt idx="293">
                  <c:v>0.1165198617623035</c:v>
                </c:pt>
                <c:pt idx="294">
                  <c:v>0.11585615083619455</c:v>
                </c:pt>
                <c:pt idx="295">
                  <c:v>0.11449136805319379</c:v>
                </c:pt>
                <c:pt idx="296">
                  <c:v>0.11402291048411684</c:v>
                </c:pt>
                <c:pt idx="297">
                  <c:v>0.11396117981017745</c:v>
                </c:pt>
                <c:pt idx="298">
                  <c:v>0.11256506842643518</c:v>
                </c:pt>
                <c:pt idx="299">
                  <c:v>0.11177106155317276</c:v>
                </c:pt>
                <c:pt idx="300">
                  <c:v>0.11160394464957095</c:v>
                </c:pt>
                <c:pt idx="301">
                  <c:v>0.11182040769417034</c:v>
                </c:pt>
                <c:pt idx="302">
                  <c:v>0.11083358962187892</c:v>
                </c:pt>
                <c:pt idx="303">
                  <c:v>0.11088212610758971</c:v>
                </c:pt>
                <c:pt idx="304">
                  <c:v>0.10979173619146815</c:v>
                </c:pt>
                <c:pt idx="305">
                  <c:v>0.10920577850837361</c:v>
                </c:pt>
                <c:pt idx="306">
                  <c:v>0.10994677545923193</c:v>
                </c:pt>
                <c:pt idx="307">
                  <c:v>0.10776692407015645</c:v>
                </c:pt>
                <c:pt idx="308">
                  <c:v>0.1082144501955684</c:v>
                </c:pt>
                <c:pt idx="309">
                  <c:v>0.10790072205221496</c:v>
                </c:pt>
                <c:pt idx="310">
                  <c:v>0.10878645879252088</c:v>
                </c:pt>
                <c:pt idx="311">
                  <c:v>0.10688351721799605</c:v>
                </c:pt>
                <c:pt idx="312">
                  <c:v>0.10611814907103549</c:v>
                </c:pt>
                <c:pt idx="313">
                  <c:v>0.10554357564107275</c:v>
                </c:pt>
                <c:pt idx="314">
                  <c:v>0.10606002429217737</c:v>
                </c:pt>
                <c:pt idx="315">
                  <c:v>0.10560464228227295</c:v>
                </c:pt>
                <c:pt idx="316">
                  <c:v>0.10561923699426884</c:v>
                </c:pt>
                <c:pt idx="317">
                  <c:v>0.10369509649054347</c:v>
                </c:pt>
                <c:pt idx="318">
                  <c:v>0.10474448259693503</c:v>
                </c:pt>
                <c:pt idx="319">
                  <c:v>0.10458720425478904</c:v>
                </c:pt>
                <c:pt idx="320">
                  <c:v>0.1032532789646595</c:v>
                </c:pt>
                <c:pt idx="321">
                  <c:v>0.10355218032629926</c:v>
                </c:pt>
                <c:pt idx="322">
                  <c:v>0.10387390991209895</c:v>
                </c:pt>
                <c:pt idx="323">
                  <c:v>0.10286769777021217</c:v>
                </c:pt>
                <c:pt idx="324">
                  <c:v>0.10348181349399407</c:v>
                </c:pt>
                <c:pt idx="325">
                  <c:v>0.10187717775731547</c:v>
                </c:pt>
                <c:pt idx="326">
                  <c:v>0.1016141971859183</c:v>
                </c:pt>
                <c:pt idx="327">
                  <c:v>0.10254215789857304</c:v>
                </c:pt>
                <c:pt idx="328">
                  <c:v>0.10178661128179917</c:v>
                </c:pt>
                <c:pt idx="329">
                  <c:v>0.10083443448930879</c:v>
                </c:pt>
                <c:pt idx="330">
                  <c:v>0.10134571862643646</c:v>
                </c:pt>
                <c:pt idx="331">
                  <c:v>0.10090635959893518</c:v>
                </c:pt>
                <c:pt idx="332">
                  <c:v>9.993109022466061E-2</c:v>
                </c:pt>
                <c:pt idx="333">
                  <c:v>0.10067412462489819</c:v>
                </c:pt>
                <c:pt idx="334">
                  <c:v>0.10047827615578789</c:v>
                </c:pt>
                <c:pt idx="335">
                  <c:v>9.9560638837071391E-2</c:v>
                </c:pt>
                <c:pt idx="336">
                  <c:v>9.9580151543366871E-2</c:v>
                </c:pt>
                <c:pt idx="337">
                  <c:v>9.8584634913642416E-2</c:v>
                </c:pt>
                <c:pt idx="338">
                  <c:v>9.8582525488619843E-2</c:v>
                </c:pt>
                <c:pt idx="339">
                  <c:v>9.8660982907966849E-2</c:v>
                </c:pt>
                <c:pt idx="340">
                  <c:v>9.844286544623021E-2</c:v>
                </c:pt>
                <c:pt idx="341">
                  <c:v>9.9230366051626967E-2</c:v>
                </c:pt>
                <c:pt idx="342">
                  <c:v>9.7837670832737367E-2</c:v>
                </c:pt>
                <c:pt idx="343">
                  <c:v>9.681015242512328E-2</c:v>
                </c:pt>
                <c:pt idx="344">
                  <c:v>9.7040092961505731E-2</c:v>
                </c:pt>
                <c:pt idx="345">
                  <c:v>9.6227631173781331E-2</c:v>
                </c:pt>
                <c:pt idx="346">
                  <c:v>9.5608275289801495E-2</c:v>
                </c:pt>
                <c:pt idx="347">
                  <c:v>9.459151743191721E-2</c:v>
                </c:pt>
                <c:pt idx="348">
                  <c:v>9.4352786333164532E-2</c:v>
                </c:pt>
                <c:pt idx="349">
                  <c:v>9.3840436967816382E-2</c:v>
                </c:pt>
                <c:pt idx="350">
                  <c:v>9.4459232846700991E-2</c:v>
                </c:pt>
                <c:pt idx="351">
                  <c:v>9.2494849162443105E-2</c:v>
                </c:pt>
                <c:pt idx="352">
                  <c:v>9.1893420098647649E-2</c:v>
                </c:pt>
                <c:pt idx="353">
                  <c:v>9.0467690057209227E-2</c:v>
                </c:pt>
                <c:pt idx="354">
                  <c:v>9.0901194647246594E-2</c:v>
                </c:pt>
                <c:pt idx="355">
                  <c:v>8.9965216477537219E-2</c:v>
                </c:pt>
                <c:pt idx="356">
                  <c:v>8.9204241010708868E-2</c:v>
                </c:pt>
                <c:pt idx="357">
                  <c:v>8.8151882525549785E-2</c:v>
                </c:pt>
                <c:pt idx="358">
                  <c:v>8.7771168839515495E-2</c:v>
                </c:pt>
                <c:pt idx="359">
                  <c:v>8.7125935055494208E-2</c:v>
                </c:pt>
                <c:pt idx="360">
                  <c:v>8.6400429540041124E-2</c:v>
                </c:pt>
                <c:pt idx="361">
                  <c:v>8.5867324181402416E-2</c:v>
                </c:pt>
                <c:pt idx="362">
                  <c:v>8.5535145342023694E-2</c:v>
                </c:pt>
                <c:pt idx="363">
                  <c:v>8.420070640734742E-2</c:v>
                </c:pt>
                <c:pt idx="364">
                  <c:v>8.3902720559366817E-2</c:v>
                </c:pt>
                <c:pt idx="365">
                  <c:v>8.357494428259199E-2</c:v>
                </c:pt>
                <c:pt idx="366">
                  <c:v>8.2576912694070498E-2</c:v>
                </c:pt>
                <c:pt idx="367">
                  <c:v>8.2331456381574047E-2</c:v>
                </c:pt>
                <c:pt idx="368">
                  <c:v>8.162019754992611E-2</c:v>
                </c:pt>
                <c:pt idx="369">
                  <c:v>8.0999550346320587E-2</c:v>
                </c:pt>
                <c:pt idx="370">
                  <c:v>8.0152682408868109E-2</c:v>
                </c:pt>
                <c:pt idx="371">
                  <c:v>7.9373844490957648E-2</c:v>
                </c:pt>
                <c:pt idx="372">
                  <c:v>8.0100672672470397E-2</c:v>
                </c:pt>
                <c:pt idx="373">
                  <c:v>7.8924022752899697E-2</c:v>
                </c:pt>
                <c:pt idx="374">
                  <c:v>7.8523316083153438E-2</c:v>
                </c:pt>
                <c:pt idx="375">
                  <c:v>7.8196640673329584E-2</c:v>
                </c:pt>
                <c:pt idx="376">
                  <c:v>7.8663845957315376E-2</c:v>
                </c:pt>
                <c:pt idx="377">
                  <c:v>7.7979446186114312E-2</c:v>
                </c:pt>
                <c:pt idx="378">
                  <c:v>7.7790311160835596E-2</c:v>
                </c:pt>
                <c:pt idx="379">
                  <c:v>7.7213693297132388E-2</c:v>
                </c:pt>
                <c:pt idx="380">
                  <c:v>7.6524832483211944E-2</c:v>
                </c:pt>
                <c:pt idx="381">
                  <c:v>7.7831918576600448E-2</c:v>
                </c:pt>
                <c:pt idx="382">
                  <c:v>7.6186150660172355E-2</c:v>
                </c:pt>
                <c:pt idx="383">
                  <c:v>7.6648243058042465E-2</c:v>
                </c:pt>
                <c:pt idx="384">
                  <c:v>7.7042218088418032E-2</c:v>
                </c:pt>
                <c:pt idx="385">
                  <c:v>7.6383847019540485E-2</c:v>
                </c:pt>
                <c:pt idx="386">
                  <c:v>7.6125217151827976E-2</c:v>
                </c:pt>
                <c:pt idx="387">
                  <c:v>7.5505764305070111E-2</c:v>
                </c:pt>
                <c:pt idx="388">
                  <c:v>7.6389419545413756E-2</c:v>
                </c:pt>
                <c:pt idx="389">
                  <c:v>7.574766443628414E-2</c:v>
                </c:pt>
                <c:pt idx="390">
                  <c:v>7.6132868203816692E-2</c:v>
                </c:pt>
                <c:pt idx="391">
                  <c:v>7.5434259972384843E-2</c:v>
                </c:pt>
                <c:pt idx="392">
                  <c:v>7.5467461055060081E-2</c:v>
                </c:pt>
                <c:pt idx="393">
                  <c:v>7.5302595127714034E-2</c:v>
                </c:pt>
                <c:pt idx="394">
                  <c:v>7.4475505332506631E-2</c:v>
                </c:pt>
                <c:pt idx="395">
                  <c:v>7.5033328136913949E-2</c:v>
                </c:pt>
                <c:pt idx="396">
                  <c:v>7.5285527852562567E-2</c:v>
                </c:pt>
                <c:pt idx="397">
                  <c:v>7.4462818486284318E-2</c:v>
                </c:pt>
                <c:pt idx="398">
                  <c:v>7.5228246999913276E-2</c:v>
                </c:pt>
                <c:pt idx="399">
                  <c:v>7.367399702888025E-2</c:v>
                </c:pt>
                <c:pt idx="400">
                  <c:v>7.5460104294199012E-2</c:v>
                </c:pt>
                <c:pt idx="401">
                  <c:v>7.4465174550366497E-2</c:v>
                </c:pt>
                <c:pt idx="402">
                  <c:v>7.4198390849329832E-2</c:v>
                </c:pt>
                <c:pt idx="403">
                  <c:v>7.3524426406326143E-2</c:v>
                </c:pt>
                <c:pt idx="404">
                  <c:v>7.4286994342992574E-2</c:v>
                </c:pt>
                <c:pt idx="405">
                  <c:v>7.4757441487483506E-2</c:v>
                </c:pt>
                <c:pt idx="406">
                  <c:v>7.5303278931579815E-2</c:v>
                </c:pt>
                <c:pt idx="407">
                  <c:v>7.3989340188630792E-2</c:v>
                </c:pt>
                <c:pt idx="408">
                  <c:v>7.4460758548592312E-2</c:v>
                </c:pt>
                <c:pt idx="409">
                  <c:v>7.4516006399185666E-2</c:v>
                </c:pt>
                <c:pt idx="410">
                  <c:v>7.4371991034590718E-2</c:v>
                </c:pt>
                <c:pt idx="411">
                  <c:v>7.3822785501147251E-2</c:v>
                </c:pt>
                <c:pt idx="412">
                  <c:v>7.4135022753648805E-2</c:v>
                </c:pt>
                <c:pt idx="413">
                  <c:v>7.431140025489745E-2</c:v>
                </c:pt>
                <c:pt idx="414">
                  <c:v>7.4057433100901376E-2</c:v>
                </c:pt>
                <c:pt idx="415">
                  <c:v>7.4655480902176038E-2</c:v>
                </c:pt>
                <c:pt idx="416">
                  <c:v>7.4724123415421839E-2</c:v>
                </c:pt>
                <c:pt idx="417">
                  <c:v>7.4677967921362914E-2</c:v>
                </c:pt>
                <c:pt idx="418">
                  <c:v>7.5581852065738642E-2</c:v>
                </c:pt>
                <c:pt idx="419">
                  <c:v>7.4984940210678142E-2</c:v>
                </c:pt>
                <c:pt idx="420">
                  <c:v>7.5244219258763553E-2</c:v>
                </c:pt>
                <c:pt idx="421">
                  <c:v>7.4959249077031248E-2</c:v>
                </c:pt>
                <c:pt idx="422">
                  <c:v>7.5465323370578249E-2</c:v>
                </c:pt>
                <c:pt idx="423">
                  <c:v>7.5882378336129874E-2</c:v>
                </c:pt>
                <c:pt idx="424">
                  <c:v>7.5898512213198904E-2</c:v>
                </c:pt>
                <c:pt idx="425">
                  <c:v>7.583732082290881E-2</c:v>
                </c:pt>
                <c:pt idx="426">
                  <c:v>7.6426980338233128E-2</c:v>
                </c:pt>
                <c:pt idx="427">
                  <c:v>7.6816500651797764E-2</c:v>
                </c:pt>
                <c:pt idx="428">
                  <c:v>7.6836537489534618E-2</c:v>
                </c:pt>
                <c:pt idx="429">
                  <c:v>7.4985777551374477E-2</c:v>
                </c:pt>
                <c:pt idx="430">
                  <c:v>7.5826064281584282E-2</c:v>
                </c:pt>
                <c:pt idx="431">
                  <c:v>7.6670953498894592E-2</c:v>
                </c:pt>
                <c:pt idx="432">
                  <c:v>7.5934495587428555E-2</c:v>
                </c:pt>
                <c:pt idx="433">
                  <c:v>7.6145325678102435E-2</c:v>
                </c:pt>
                <c:pt idx="434">
                  <c:v>7.5128489465371609E-2</c:v>
                </c:pt>
                <c:pt idx="435">
                  <c:v>7.4850064759071092E-2</c:v>
                </c:pt>
                <c:pt idx="436">
                  <c:v>7.4284447055513569E-2</c:v>
                </c:pt>
                <c:pt idx="437">
                  <c:v>7.4875774022973532E-2</c:v>
                </c:pt>
                <c:pt idx="438">
                  <c:v>7.5354046426824473E-2</c:v>
                </c:pt>
                <c:pt idx="439">
                  <c:v>7.4868245717054652E-2</c:v>
                </c:pt>
                <c:pt idx="440">
                  <c:v>7.3924646909533237E-2</c:v>
                </c:pt>
                <c:pt idx="441">
                  <c:v>7.3492069181418707E-2</c:v>
                </c:pt>
                <c:pt idx="442">
                  <c:v>7.2479226761823293E-2</c:v>
                </c:pt>
                <c:pt idx="443">
                  <c:v>7.2144379119151641E-2</c:v>
                </c:pt>
                <c:pt idx="444">
                  <c:v>7.2442580923333735E-2</c:v>
                </c:pt>
                <c:pt idx="445">
                  <c:v>7.1516241333632588E-2</c:v>
                </c:pt>
                <c:pt idx="446">
                  <c:v>7.1047066673153775E-2</c:v>
                </c:pt>
                <c:pt idx="447">
                  <c:v>7.0659922781372383E-2</c:v>
                </c:pt>
                <c:pt idx="448">
                  <c:v>6.9169760254362833E-2</c:v>
                </c:pt>
                <c:pt idx="449">
                  <c:v>6.9136141107762158E-2</c:v>
                </c:pt>
                <c:pt idx="450">
                  <c:v>6.7837155756422463E-2</c:v>
                </c:pt>
                <c:pt idx="451">
                  <c:v>6.6825386218632252E-2</c:v>
                </c:pt>
                <c:pt idx="452">
                  <c:v>6.6768334179313937E-2</c:v>
                </c:pt>
                <c:pt idx="453">
                  <c:v>6.5665819366923991E-2</c:v>
                </c:pt>
                <c:pt idx="454">
                  <c:v>6.4861926167190304E-2</c:v>
                </c:pt>
                <c:pt idx="455">
                  <c:v>6.4670096673034944E-2</c:v>
                </c:pt>
                <c:pt idx="456">
                  <c:v>6.3157726796710431E-2</c:v>
                </c:pt>
                <c:pt idx="457">
                  <c:v>6.2736385335371542E-2</c:v>
                </c:pt>
                <c:pt idx="458">
                  <c:v>6.2709918892718139E-2</c:v>
                </c:pt>
                <c:pt idx="459">
                  <c:v>6.2181402028330959E-2</c:v>
                </c:pt>
                <c:pt idx="460">
                  <c:v>6.0315064475215216E-2</c:v>
                </c:pt>
                <c:pt idx="461">
                  <c:v>6.0847137268336904E-2</c:v>
                </c:pt>
                <c:pt idx="462">
                  <c:v>6.0515207853172194E-2</c:v>
                </c:pt>
                <c:pt idx="463">
                  <c:v>6.004206690804513E-2</c:v>
                </c:pt>
                <c:pt idx="464">
                  <c:v>5.9117255088945921E-2</c:v>
                </c:pt>
                <c:pt idx="465">
                  <c:v>5.798325835705305E-2</c:v>
                </c:pt>
                <c:pt idx="466">
                  <c:v>5.8218918247094152E-2</c:v>
                </c:pt>
                <c:pt idx="467">
                  <c:v>5.7426163945148601E-2</c:v>
                </c:pt>
                <c:pt idx="468">
                  <c:v>5.7899573197107902E-2</c:v>
                </c:pt>
                <c:pt idx="469">
                  <c:v>5.6805456582660514E-2</c:v>
                </c:pt>
                <c:pt idx="470">
                  <c:v>5.6911427130559189E-2</c:v>
                </c:pt>
                <c:pt idx="471">
                  <c:v>5.6769523268325316E-2</c:v>
                </c:pt>
                <c:pt idx="472">
                  <c:v>5.7316411572269993E-2</c:v>
                </c:pt>
                <c:pt idx="473">
                  <c:v>5.6094170339706886E-2</c:v>
                </c:pt>
                <c:pt idx="474">
                  <c:v>5.6873453093882899E-2</c:v>
                </c:pt>
                <c:pt idx="475">
                  <c:v>5.7132405290287652E-2</c:v>
                </c:pt>
                <c:pt idx="476">
                  <c:v>5.6060561062048417E-2</c:v>
                </c:pt>
                <c:pt idx="477">
                  <c:v>5.5874640063906307E-2</c:v>
                </c:pt>
                <c:pt idx="478">
                  <c:v>5.644752089354569E-2</c:v>
                </c:pt>
                <c:pt idx="479">
                  <c:v>5.5571040908935949E-2</c:v>
                </c:pt>
                <c:pt idx="480">
                  <c:v>5.629787644826912E-2</c:v>
                </c:pt>
                <c:pt idx="481">
                  <c:v>5.5467885695349613E-2</c:v>
                </c:pt>
                <c:pt idx="482">
                  <c:v>5.5866906314983616E-2</c:v>
                </c:pt>
                <c:pt idx="483">
                  <c:v>5.6218377382216633E-2</c:v>
                </c:pt>
                <c:pt idx="484">
                  <c:v>5.6125066879795245E-2</c:v>
                </c:pt>
                <c:pt idx="485">
                  <c:v>5.6712028911476683E-2</c:v>
                </c:pt>
                <c:pt idx="486">
                  <c:v>5.726821532032287E-2</c:v>
                </c:pt>
                <c:pt idx="487">
                  <c:v>5.7238998814346895E-2</c:v>
                </c:pt>
                <c:pt idx="488">
                  <c:v>5.6809550939530939E-2</c:v>
                </c:pt>
                <c:pt idx="489">
                  <c:v>5.7408287205178668E-2</c:v>
                </c:pt>
                <c:pt idx="490">
                  <c:v>5.7426475738044422E-2</c:v>
                </c:pt>
                <c:pt idx="491">
                  <c:v>5.8019248247809199E-2</c:v>
                </c:pt>
                <c:pt idx="492">
                  <c:v>5.7442742136606648E-2</c:v>
                </c:pt>
                <c:pt idx="493">
                  <c:v>5.8346750180392461E-2</c:v>
                </c:pt>
                <c:pt idx="494">
                  <c:v>5.8233575713740729E-2</c:v>
                </c:pt>
                <c:pt idx="495">
                  <c:v>5.8654920957357887E-2</c:v>
                </c:pt>
                <c:pt idx="496">
                  <c:v>5.9200919030474038E-2</c:v>
                </c:pt>
                <c:pt idx="497">
                  <c:v>5.9642334269220491E-2</c:v>
                </c:pt>
                <c:pt idx="498">
                  <c:v>5.9739859951061944E-2</c:v>
                </c:pt>
                <c:pt idx="499">
                  <c:v>6.0470384906498975E-2</c:v>
                </c:pt>
                <c:pt idx="500">
                  <c:v>6.0516640715296048E-2</c:v>
                </c:pt>
                <c:pt idx="501">
                  <c:v>6.1138671296311793E-2</c:v>
                </c:pt>
                <c:pt idx="502">
                  <c:v>6.0724226221616634E-2</c:v>
                </c:pt>
                <c:pt idx="503">
                  <c:v>6.1422930862392172E-2</c:v>
                </c:pt>
                <c:pt idx="504">
                  <c:v>6.1587597132658184E-2</c:v>
                </c:pt>
                <c:pt idx="505">
                  <c:v>6.2582132206139618E-2</c:v>
                </c:pt>
                <c:pt idx="506">
                  <c:v>6.1977504569513849E-2</c:v>
                </c:pt>
                <c:pt idx="507">
                  <c:v>6.1929268764455953E-2</c:v>
                </c:pt>
                <c:pt idx="508">
                  <c:v>6.2622320258855863E-2</c:v>
                </c:pt>
                <c:pt idx="509">
                  <c:v>6.2126367801204598E-2</c:v>
                </c:pt>
                <c:pt idx="510">
                  <c:v>0</c:v>
                </c:pt>
                <c:pt idx="511">
                  <c:v>0</c:v>
                </c:pt>
              </c:numCache>
            </c:numRef>
          </c:yVal>
          <c:smooth val="1"/>
          <c:extLst>
            <c:ext xmlns:c16="http://schemas.microsoft.com/office/drawing/2014/chart" uri="{C3380CC4-5D6E-409C-BE32-E72D297353CC}">
              <c16:uniqueId val="{00000005-F8F0-4125-BF74-CC9BF674333E}"/>
            </c:ext>
          </c:extLst>
        </c:ser>
        <c:dLbls>
          <c:showLegendKey val="0"/>
          <c:showVal val="0"/>
          <c:showCatName val="0"/>
          <c:showSerName val="0"/>
          <c:showPercent val="0"/>
          <c:showBubbleSize val="0"/>
        </c:dLbls>
        <c:axId val="1640097248"/>
        <c:axId val="1640096288"/>
      </c:scatterChart>
      <c:valAx>
        <c:axId val="1640096288"/>
        <c:scaling>
          <c:orientation val="minMax"/>
          <c:max val="1"/>
          <c:min val="0"/>
        </c:scaling>
        <c:delete val="0"/>
        <c:axPos val="l"/>
        <c:numFmt formatCode="General" sourceLinked="1"/>
        <c:majorTickMark val="none"/>
        <c:minorTickMark val="none"/>
        <c:tickLblPos val="nextTo"/>
        <c:spPr>
          <a:noFill/>
          <a:ln w="9528" cap="flat">
            <a:noFill/>
            <a:prstDash val="solid"/>
            <a:round/>
          </a:ln>
        </c:spPr>
        <c:crossAx val="1640097248"/>
        <c:crosses val="autoZero"/>
        <c:crossBetween val="midCat"/>
        <c:majorUnit val="0.25"/>
      </c:valAx>
      <c:valAx>
        <c:axId val="1640097248"/>
        <c:scaling>
          <c:orientation val="minMax"/>
          <c:max val="185"/>
          <c:min val="135"/>
        </c:scaling>
        <c:delete val="0"/>
        <c:axPos val="b"/>
        <c:numFmt formatCode="General" sourceLinked="1"/>
        <c:majorTickMark val="none"/>
        <c:minorTickMark val="none"/>
        <c:tickLblPos val="nextTo"/>
        <c:spPr>
          <a:noFill/>
          <a:ln w="9528" cap="flat">
            <a:noFill/>
            <a:prstDash val="solid"/>
            <a:round/>
          </a:ln>
        </c:spPr>
        <c:crossAx val="1640096288"/>
        <c:crosses val="autoZero"/>
        <c:crossBetween val="midCat"/>
      </c:valAx>
      <c:spPr>
        <a:noFill/>
        <a:ln>
          <a:solidFill>
            <a:schemeClr val="tx1"/>
          </a:solidFill>
        </a:ln>
      </c:spPr>
    </c:plotArea>
    <c:plotVisOnly val="1"/>
    <c:dispBlanksAs val="gap"/>
    <c:showDLblsOverMax val="0"/>
  </c:chart>
  <c:spPr>
    <a:solidFill>
      <a:srgbClr val="FFFFFF"/>
    </a:solidFill>
    <a:ln w="19050"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rgbClr val="000000"/>
          </a:solidFill>
          <a:latin typeface="Aptos Narrow"/>
        </a:defRPr>
      </a:pPr>
      <a:endParaRPr lang="ja-JP"/>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lIns="0" tIns="0" rIns="0" bIns="0"/>
          <a:lstStyle/>
          <a:p>
            <a:pPr marL="0" marR="0" indent="0" algn="ctr" defTabSz="914400" fontAlgn="auto" hangingPunct="1">
              <a:lnSpc>
                <a:spcPct val="100000"/>
              </a:lnSpc>
              <a:spcBef>
                <a:spcPts val="0"/>
              </a:spcBef>
              <a:spcAft>
                <a:spcPts val="0"/>
              </a:spcAft>
              <a:tabLst/>
              <a:defRPr sz="1400" b="0" i="0" u="none" strike="noStrike" kern="1200" spc="0" baseline="0">
                <a:solidFill>
                  <a:sysClr val="windowText" lastClr="000000"/>
                </a:solidFill>
                <a:latin typeface="Aptos Narrow"/>
              </a:defRPr>
            </a:pPr>
            <a:r>
              <a:rPr lang="en-US" altLang="ja-JP" sz="1400" b="0" i="0" u="none" strike="noStrike" kern="1200" cap="none" spc="0" baseline="0">
                <a:solidFill>
                  <a:sysClr val="windowText" lastClr="000000"/>
                </a:solidFill>
                <a:uFillTx/>
                <a:latin typeface="Aptos Narrow"/>
              </a:rPr>
              <a:t>20%±3%</a:t>
            </a:r>
          </a:p>
        </c:rich>
      </c:tx>
      <c:overlay val="0"/>
      <c:spPr>
        <a:noFill/>
        <a:ln>
          <a:noFill/>
        </a:ln>
      </c:spPr>
    </c:title>
    <c:autoTitleDeleted val="0"/>
    <c:plotArea>
      <c:layout/>
      <c:scatterChart>
        <c:scatterStyle val="smoothMarker"/>
        <c:varyColors val="0"/>
        <c:ser>
          <c:idx val="0"/>
          <c:order val="0"/>
          <c:tx>
            <c:strRef>
              <c:f>'calib_(2)'!$B$7</c:f>
              <c:strCache>
                <c:ptCount val="1"/>
                <c:pt idx="0">
                  <c:v>all</c:v>
                </c:pt>
              </c:strCache>
            </c:strRef>
          </c:tx>
          <c:spPr>
            <a:ln w="19046" cap="rnd">
              <a:solidFill>
                <a:srgbClr val="FF0000"/>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'calib_(2)'!$B$8:$B$519</c:f>
              <c:numCache>
                <c:formatCode>General</c:formatCode>
                <c:ptCount val="512"/>
                <c:pt idx="0">
                  <c:v>0.15951274419017236</c:v>
                </c:pt>
                <c:pt idx="1">
                  <c:v>0.18541765697186541</c:v>
                </c:pt>
                <c:pt idx="2">
                  <c:v>0.19025672098734203</c:v>
                </c:pt>
                <c:pt idx="3">
                  <c:v>0.18977320164498876</c:v>
                </c:pt>
                <c:pt idx="4">
                  <c:v>0.19215212514630042</c:v>
                </c:pt>
                <c:pt idx="5">
                  <c:v>0.19457185184172321</c:v>
                </c:pt>
                <c:pt idx="6">
                  <c:v>0.19566054291139195</c:v>
                </c:pt>
                <c:pt idx="7">
                  <c:v>0.19392654000297693</c:v>
                </c:pt>
                <c:pt idx="8">
                  <c:v>0.19703240209500139</c:v>
                </c:pt>
                <c:pt idx="9">
                  <c:v>0.197395091874356</c:v>
                </c:pt>
                <c:pt idx="10">
                  <c:v>0.19731307387708846</c:v>
                </c:pt>
                <c:pt idx="11">
                  <c:v>0.19800000901189366</c:v>
                </c:pt>
                <c:pt idx="12">
                  <c:v>0.19630599112188934</c:v>
                </c:pt>
                <c:pt idx="13">
                  <c:v>0.19558069165904396</c:v>
                </c:pt>
                <c:pt idx="14">
                  <c:v>0.19626633818338196</c:v>
                </c:pt>
                <c:pt idx="15">
                  <c:v>0.19461277330976495</c:v>
                </c:pt>
                <c:pt idx="16">
                  <c:v>0.1948150171229297</c:v>
                </c:pt>
                <c:pt idx="17">
                  <c:v>0.19312068706404817</c:v>
                </c:pt>
                <c:pt idx="18">
                  <c:v>0.19332304779147913</c:v>
                </c:pt>
                <c:pt idx="19">
                  <c:v>0.19251565238865881</c:v>
                </c:pt>
                <c:pt idx="20">
                  <c:v>0.20163050762219159</c:v>
                </c:pt>
                <c:pt idx="21">
                  <c:v>0.23304325174321203</c:v>
                </c:pt>
                <c:pt idx="22">
                  <c:v>0.32313113418309647</c:v>
                </c:pt>
                <c:pt idx="23">
                  <c:v>0.52496261703164293</c:v>
                </c:pt>
                <c:pt idx="24">
                  <c:v>0.84930331195213471</c:v>
                </c:pt>
                <c:pt idx="25">
                  <c:v>1.2218737981768679</c:v>
                </c:pt>
                <c:pt idx="26">
                  <c:v>1.479515475408494</c:v>
                </c:pt>
                <c:pt idx="27">
                  <c:v>1.4995586689281351</c:v>
                </c:pt>
                <c:pt idx="28">
                  <c:v>1.2964367776240484</c:v>
                </c:pt>
                <c:pt idx="29">
                  <c:v>1.0031050824346162</c:v>
                </c:pt>
                <c:pt idx="30">
                  <c:v>0.7500610784730688</c:v>
                </c:pt>
                <c:pt idx="31">
                  <c:v>0.56585220269505676</c:v>
                </c:pt>
                <c:pt idx="32">
                  <c:v>0.43128517872087896</c:v>
                </c:pt>
                <c:pt idx="33">
                  <c:v>0.32857493965230161</c:v>
                </c:pt>
                <c:pt idx="34">
                  <c:v>0.25796485123785373</c:v>
                </c:pt>
                <c:pt idx="35">
                  <c:v>0.21699381303275267</c:v>
                </c:pt>
                <c:pt idx="36">
                  <c:v>0.1980000873516897</c:v>
                </c:pt>
                <c:pt idx="37">
                  <c:v>0.19247438034662717</c:v>
                </c:pt>
                <c:pt idx="38">
                  <c:v>0.19416935397425147</c:v>
                </c:pt>
                <c:pt idx="39">
                  <c:v>0.19872446987801934</c:v>
                </c:pt>
                <c:pt idx="40">
                  <c:v>0.20618581691049986</c:v>
                </c:pt>
                <c:pt idx="41">
                  <c:v>0.21392916387422642</c:v>
                </c:pt>
                <c:pt idx="42">
                  <c:v>0.21977587763060266</c:v>
                </c:pt>
                <c:pt idx="43">
                  <c:v>0.22743792793901624</c:v>
                </c:pt>
                <c:pt idx="44">
                  <c:v>0.2294145900086364</c:v>
                </c:pt>
                <c:pt idx="45">
                  <c:v>0.23090683066747142</c:v>
                </c:pt>
                <c:pt idx="46">
                  <c:v>0.22731569245392097</c:v>
                </c:pt>
                <c:pt idx="47">
                  <c:v>0.22275997206601234</c:v>
                </c:pt>
                <c:pt idx="48">
                  <c:v>0.21945329103054767</c:v>
                </c:pt>
                <c:pt idx="49">
                  <c:v>0.21630740443883267</c:v>
                </c:pt>
                <c:pt idx="50">
                  <c:v>0.21497712912645639</c:v>
                </c:pt>
                <c:pt idx="51">
                  <c:v>0.21655037469261068</c:v>
                </c:pt>
                <c:pt idx="52">
                  <c:v>0.22114668367598811</c:v>
                </c:pt>
                <c:pt idx="53">
                  <c:v>0.22461402544660289</c:v>
                </c:pt>
                <c:pt idx="54">
                  <c:v>0.2274366790929146</c:v>
                </c:pt>
                <c:pt idx="55">
                  <c:v>0.23227716899741913</c:v>
                </c:pt>
                <c:pt idx="56">
                  <c:v>0.23534103651569893</c:v>
                </c:pt>
                <c:pt idx="57">
                  <c:v>0.23800236770411984</c:v>
                </c:pt>
                <c:pt idx="58">
                  <c:v>0.23981665032485336</c:v>
                </c:pt>
                <c:pt idx="59">
                  <c:v>0.23961569444266634</c:v>
                </c:pt>
                <c:pt idx="60">
                  <c:v>0.24094647791502163</c:v>
                </c:pt>
                <c:pt idx="61">
                  <c:v>0.24372947907636758</c:v>
                </c:pt>
                <c:pt idx="62">
                  <c:v>0.24997968591870356</c:v>
                </c:pt>
                <c:pt idx="63">
                  <c:v>0.2593359098899044</c:v>
                </c:pt>
                <c:pt idx="64">
                  <c:v>0.27429726479102901</c:v>
                </c:pt>
                <c:pt idx="65">
                  <c:v>0.29450051257856452</c:v>
                </c:pt>
                <c:pt idx="66">
                  <c:v>0.32482402036831065</c:v>
                </c:pt>
                <c:pt idx="67">
                  <c:v>0.3658765304592666</c:v>
                </c:pt>
                <c:pt idx="68">
                  <c:v>0.4146717601721332</c:v>
                </c:pt>
                <c:pt idx="69">
                  <c:v>0.46761763943450046</c:v>
                </c:pt>
                <c:pt idx="70">
                  <c:v>0.52064826702470213</c:v>
                </c:pt>
                <c:pt idx="71">
                  <c:v>0.57057102330708531</c:v>
                </c:pt>
                <c:pt idx="72">
                  <c:v>0.60621945699711888</c:v>
                </c:pt>
                <c:pt idx="73">
                  <c:v>0.62517304035741605</c:v>
                </c:pt>
                <c:pt idx="74">
                  <c:v>0.62303427730594008</c:v>
                </c:pt>
                <c:pt idx="75">
                  <c:v>0.60859804819203056</c:v>
                </c:pt>
                <c:pt idx="76">
                  <c:v>0.57762751194609419</c:v>
                </c:pt>
                <c:pt idx="77">
                  <c:v>0.54012334575632948</c:v>
                </c:pt>
                <c:pt idx="78">
                  <c:v>0.50592822492517175</c:v>
                </c:pt>
                <c:pt idx="79">
                  <c:v>0.4790720007032187</c:v>
                </c:pt>
                <c:pt idx="80">
                  <c:v>0.45911300951359207</c:v>
                </c:pt>
                <c:pt idx="81">
                  <c:v>0.44878552892217244</c:v>
                </c:pt>
                <c:pt idx="82">
                  <c:v>0.44374705063859299</c:v>
                </c:pt>
                <c:pt idx="83">
                  <c:v>0.44289867539472799</c:v>
                </c:pt>
                <c:pt idx="84">
                  <c:v>0.43749389784651171</c:v>
                </c:pt>
                <c:pt idx="85">
                  <c:v>0.4280196699471891</c:v>
                </c:pt>
                <c:pt idx="86">
                  <c:v>0.41753352240256814</c:v>
                </c:pt>
                <c:pt idx="87">
                  <c:v>0.40116243150211922</c:v>
                </c:pt>
                <c:pt idx="88">
                  <c:v>0.38204754208172365</c:v>
                </c:pt>
                <c:pt idx="89">
                  <c:v>0.36123832413242979</c:v>
                </c:pt>
                <c:pt idx="90">
                  <c:v>0.34321202815460394</c:v>
                </c:pt>
                <c:pt idx="91">
                  <c:v>0.32583319113264109</c:v>
                </c:pt>
                <c:pt idx="92">
                  <c:v>0.31248565189864225</c:v>
                </c:pt>
                <c:pt idx="93">
                  <c:v>0.30192031556104204</c:v>
                </c:pt>
                <c:pt idx="94">
                  <c:v>0.29482335354162692</c:v>
                </c:pt>
                <c:pt idx="95">
                  <c:v>0.29083006814804802</c:v>
                </c:pt>
                <c:pt idx="96">
                  <c:v>0.2875253960447427</c:v>
                </c:pt>
                <c:pt idx="97">
                  <c:v>0.28740107119153657</c:v>
                </c:pt>
                <c:pt idx="98">
                  <c:v>0.28562743746511238</c:v>
                </c:pt>
                <c:pt idx="99">
                  <c:v>0.28611181503185146</c:v>
                </c:pt>
                <c:pt idx="100">
                  <c:v>0.28542607127695402</c:v>
                </c:pt>
                <c:pt idx="101">
                  <c:v>0.28631380589757793</c:v>
                </c:pt>
                <c:pt idx="102">
                  <c:v>0.28538708159089632</c:v>
                </c:pt>
                <c:pt idx="103">
                  <c:v>0.28320753406616644</c:v>
                </c:pt>
                <c:pt idx="104">
                  <c:v>0.28369216599604979</c:v>
                </c:pt>
                <c:pt idx="105">
                  <c:v>0.28171583793230831</c:v>
                </c:pt>
                <c:pt idx="106">
                  <c:v>0.28143444548803032</c:v>
                </c:pt>
                <c:pt idx="107">
                  <c:v>0.28046619471944556</c:v>
                </c:pt>
                <c:pt idx="108">
                  <c:v>0.2774024638568261</c:v>
                </c:pt>
                <c:pt idx="109">
                  <c:v>0.278934163729815</c:v>
                </c:pt>
                <c:pt idx="110">
                  <c:v>0.27703838931288577</c:v>
                </c:pt>
                <c:pt idx="111">
                  <c:v>0.27683680903607993</c:v>
                </c:pt>
                <c:pt idx="112">
                  <c:v>0.27526434324119869</c:v>
                </c:pt>
                <c:pt idx="113">
                  <c:v>0.27623312055039428</c:v>
                </c:pt>
                <c:pt idx="114">
                  <c:v>0.27615137728042738</c:v>
                </c:pt>
                <c:pt idx="115">
                  <c:v>0.27675637122777824</c:v>
                </c:pt>
                <c:pt idx="116">
                  <c:v>0.276433607811431</c:v>
                </c:pt>
                <c:pt idx="117">
                  <c:v>0.2769581663864491</c:v>
                </c:pt>
                <c:pt idx="118">
                  <c:v>0.2775627717512385</c:v>
                </c:pt>
                <c:pt idx="119">
                  <c:v>0.28038523071007199</c:v>
                </c:pt>
                <c:pt idx="120">
                  <c:v>0.28147419446775035</c:v>
                </c:pt>
                <c:pt idx="121">
                  <c:v>0.2836920296240244</c:v>
                </c:pt>
                <c:pt idx="122">
                  <c:v>0.28534653077763961</c:v>
                </c:pt>
                <c:pt idx="123">
                  <c:v>0.28873374758790793</c:v>
                </c:pt>
                <c:pt idx="124">
                  <c:v>0.29123285867045956</c:v>
                </c:pt>
                <c:pt idx="125">
                  <c:v>0.29635470221758919</c:v>
                </c:pt>
                <c:pt idx="126">
                  <c:v>0.29478268592646062</c:v>
                </c:pt>
                <c:pt idx="127">
                  <c:v>0.29901781054975068</c:v>
                </c:pt>
                <c:pt idx="128">
                  <c:v>0.30038888831919841</c:v>
                </c:pt>
                <c:pt idx="129">
                  <c:v>0.30147619439751139</c:v>
                </c:pt>
                <c:pt idx="130">
                  <c:v>0.30405640518101285</c:v>
                </c:pt>
                <c:pt idx="131">
                  <c:v>0.30462170846478182</c:v>
                </c:pt>
                <c:pt idx="132">
                  <c:v>0.3067583249653138</c:v>
                </c:pt>
                <c:pt idx="133">
                  <c:v>0.30857276437881892</c:v>
                </c:pt>
                <c:pt idx="134">
                  <c:v>0.30720279913894044</c:v>
                </c:pt>
                <c:pt idx="135">
                  <c:v>0.3096620802962371</c:v>
                </c:pt>
                <c:pt idx="136">
                  <c:v>0.3107917514333105</c:v>
                </c:pt>
                <c:pt idx="137">
                  <c:v>0.31470282385878223</c:v>
                </c:pt>
                <c:pt idx="138">
                  <c:v>0.31905827022449373</c:v>
                </c:pt>
                <c:pt idx="139">
                  <c:v>0.3236952072854421</c:v>
                </c:pt>
                <c:pt idx="140">
                  <c:v>0.33220456029791695</c:v>
                </c:pt>
                <c:pt idx="141">
                  <c:v>0.34414146452426264</c:v>
                </c:pt>
                <c:pt idx="142">
                  <c:v>0.35680401958011287</c:v>
                </c:pt>
                <c:pt idx="143">
                  <c:v>0.37624124293758243</c:v>
                </c:pt>
                <c:pt idx="144">
                  <c:v>0.40156477280358976</c:v>
                </c:pt>
                <c:pt idx="145">
                  <c:v>0.42906683636802456</c:v>
                </c:pt>
                <c:pt idx="146">
                  <c:v>0.46535954691257919</c:v>
                </c:pt>
                <c:pt idx="147">
                  <c:v>0.50786443131484227</c:v>
                </c:pt>
                <c:pt idx="148">
                  <c:v>0.55298908260536916</c:v>
                </c:pt>
                <c:pt idx="149">
                  <c:v>0.6066221872774169</c:v>
                </c:pt>
                <c:pt idx="150">
                  <c:v>0.66235225800418529</c:v>
                </c:pt>
                <c:pt idx="151">
                  <c:v>0.72219554620877358</c:v>
                </c:pt>
                <c:pt idx="152">
                  <c:v>0.78050676388558793</c:v>
                </c:pt>
                <c:pt idx="153">
                  <c:v>0.83692332001650072</c:v>
                </c:pt>
                <c:pt idx="154">
                  <c:v>0.88958839050062166</c:v>
                </c:pt>
                <c:pt idx="155">
                  <c:v>0.93459119562551696</c:v>
                </c:pt>
                <c:pt idx="156">
                  <c:v>0.96907182909604717</c:v>
                </c:pt>
                <c:pt idx="157">
                  <c:v>0.9911287584193551</c:v>
                </c:pt>
                <c:pt idx="158">
                  <c:v>1</c:v>
                </c:pt>
                <c:pt idx="159">
                  <c:v>0.99592725312652985</c:v>
                </c:pt>
                <c:pt idx="160">
                  <c:v>0.97882856094977677</c:v>
                </c:pt>
                <c:pt idx="161">
                  <c:v>0.94781915170541575</c:v>
                </c:pt>
                <c:pt idx="162">
                  <c:v>0.90922625666472912</c:v>
                </c:pt>
                <c:pt idx="163">
                  <c:v>0.86293187212595535</c:v>
                </c:pt>
                <c:pt idx="164">
                  <c:v>0.81175972801343166</c:v>
                </c:pt>
                <c:pt idx="165">
                  <c:v>0.75796572866410994</c:v>
                </c:pt>
                <c:pt idx="166">
                  <c:v>0.70727575787441688</c:v>
                </c:pt>
                <c:pt idx="167">
                  <c:v>0.6564652088823163</c:v>
                </c:pt>
                <c:pt idx="168">
                  <c:v>0.61146148636832331</c:v>
                </c:pt>
                <c:pt idx="169">
                  <c:v>0.5729494970211465</c:v>
                </c:pt>
                <c:pt idx="170">
                  <c:v>0.53697917731272693</c:v>
                </c:pt>
                <c:pt idx="171">
                  <c:v>0.51008267485042746</c:v>
                </c:pt>
                <c:pt idx="172">
                  <c:v>0.48701602774525288</c:v>
                </c:pt>
                <c:pt idx="173">
                  <c:v>0.47072463300427003</c:v>
                </c:pt>
                <c:pt idx="174">
                  <c:v>0.45721475669244904</c:v>
                </c:pt>
                <c:pt idx="175">
                  <c:v>0.44499362883483512</c:v>
                </c:pt>
                <c:pt idx="176">
                  <c:v>0.43745514187704093</c:v>
                </c:pt>
                <c:pt idx="177">
                  <c:v>0.43181067250000243</c:v>
                </c:pt>
                <c:pt idx="178">
                  <c:v>0.42862581681329404</c:v>
                </c:pt>
                <c:pt idx="179">
                  <c:v>0.42354185127081562</c:v>
                </c:pt>
                <c:pt idx="180">
                  <c:v>0.41749135084152794</c:v>
                </c:pt>
                <c:pt idx="181">
                  <c:v>0.41333973051778705</c:v>
                </c:pt>
                <c:pt idx="182">
                  <c:v>0.40967024278774139</c:v>
                </c:pt>
                <c:pt idx="183">
                  <c:v>0.40539472408751376</c:v>
                </c:pt>
                <c:pt idx="184">
                  <c:v>0.4017677577555957</c:v>
                </c:pt>
                <c:pt idx="185">
                  <c:v>0.39600032990930417</c:v>
                </c:pt>
                <c:pt idx="186">
                  <c:v>0.39120236174260348</c:v>
                </c:pt>
                <c:pt idx="187">
                  <c:v>0.38535346150073657</c:v>
                </c:pt>
                <c:pt idx="188">
                  <c:v>0.37995051912753042</c:v>
                </c:pt>
                <c:pt idx="189">
                  <c:v>0.37490831246060408</c:v>
                </c:pt>
                <c:pt idx="190">
                  <c:v>0.36954607525773159</c:v>
                </c:pt>
                <c:pt idx="191">
                  <c:v>0.36430328562946607</c:v>
                </c:pt>
                <c:pt idx="192">
                  <c:v>0.35885943960240313</c:v>
                </c:pt>
                <c:pt idx="193">
                  <c:v>0.35265064208065872</c:v>
                </c:pt>
                <c:pt idx="194">
                  <c:v>0.34813363676441222</c:v>
                </c:pt>
                <c:pt idx="195">
                  <c:v>0.34268889416526416</c:v>
                </c:pt>
                <c:pt idx="196">
                  <c:v>0.3380521711362357</c:v>
                </c:pt>
                <c:pt idx="197">
                  <c:v>0.33220303785864264</c:v>
                </c:pt>
                <c:pt idx="198">
                  <c:v>0.3271645006356132</c:v>
                </c:pt>
                <c:pt idx="199">
                  <c:v>0.32188215410950405</c:v>
                </c:pt>
                <c:pt idx="200">
                  <c:v>0.319461450915902</c:v>
                </c:pt>
                <c:pt idx="201">
                  <c:v>0.31474265248109895</c:v>
                </c:pt>
                <c:pt idx="202">
                  <c:v>0.30736322372208247</c:v>
                </c:pt>
                <c:pt idx="203">
                  <c:v>0.30308915082122284</c:v>
                </c:pt>
                <c:pt idx="204">
                  <c:v>0.29982280475402517</c:v>
                </c:pt>
                <c:pt idx="205">
                  <c:v>0.29623379216163781</c:v>
                </c:pt>
                <c:pt idx="206">
                  <c:v>0.2924833212487799</c:v>
                </c:pt>
                <c:pt idx="207">
                  <c:v>0.28812935874787227</c:v>
                </c:pt>
                <c:pt idx="208">
                  <c:v>0.28361071436117136</c:v>
                </c:pt>
                <c:pt idx="209">
                  <c:v>0.28062583992785539</c:v>
                </c:pt>
                <c:pt idx="210">
                  <c:v>0.27562564672584788</c:v>
                </c:pt>
                <c:pt idx="211">
                  <c:v>0.27308779998152943</c:v>
                </c:pt>
                <c:pt idx="212">
                  <c:v>0.26937588944385477</c:v>
                </c:pt>
                <c:pt idx="213">
                  <c:v>0.26582846179886715</c:v>
                </c:pt>
                <c:pt idx="214">
                  <c:v>0.26284360738975721</c:v>
                </c:pt>
                <c:pt idx="215">
                  <c:v>0.26042481674811069</c:v>
                </c:pt>
                <c:pt idx="216">
                  <c:v>0.25764144396926614</c:v>
                </c:pt>
                <c:pt idx="217">
                  <c:v>0.25268164512824259</c:v>
                </c:pt>
                <c:pt idx="218">
                  <c:v>0.25231967895717911</c:v>
                </c:pt>
                <c:pt idx="219">
                  <c:v>0.24909060459838187</c:v>
                </c:pt>
                <c:pt idx="220">
                  <c:v>0.24691581806102142</c:v>
                </c:pt>
                <c:pt idx="221">
                  <c:v>0.2441735623445063</c:v>
                </c:pt>
                <c:pt idx="222">
                  <c:v>0.24276039033396277</c:v>
                </c:pt>
                <c:pt idx="223">
                  <c:v>0.24143066181331146</c:v>
                </c:pt>
                <c:pt idx="224">
                  <c:v>0.23872813522194275</c:v>
                </c:pt>
                <c:pt idx="225">
                  <c:v>0.23582561007271707</c:v>
                </c:pt>
                <c:pt idx="226">
                  <c:v>0.23272056785587053</c:v>
                </c:pt>
                <c:pt idx="227">
                  <c:v>0.2335275338358708</c:v>
                </c:pt>
                <c:pt idx="228">
                  <c:v>0.23142994485923893</c:v>
                </c:pt>
                <c:pt idx="229">
                  <c:v>0.22739792334994061</c:v>
                </c:pt>
                <c:pt idx="230">
                  <c:v>0.22772014173159069</c:v>
                </c:pt>
                <c:pt idx="231">
                  <c:v>0.22679294846326006</c:v>
                </c:pt>
                <c:pt idx="232">
                  <c:v>0.22433284720415192</c:v>
                </c:pt>
                <c:pt idx="233">
                  <c:v>0.22187327106953711</c:v>
                </c:pt>
                <c:pt idx="234">
                  <c:v>0.22211555781975134</c:v>
                </c:pt>
                <c:pt idx="235">
                  <c:v>0.2207435428060838</c:v>
                </c:pt>
                <c:pt idx="236">
                  <c:v>0.21917109658200412</c:v>
                </c:pt>
                <c:pt idx="237">
                  <c:v>0.21937351653169704</c:v>
                </c:pt>
                <c:pt idx="238">
                  <c:v>0.21775972054827808</c:v>
                </c:pt>
                <c:pt idx="239">
                  <c:v>0.21695394515579014</c:v>
                </c:pt>
                <c:pt idx="240">
                  <c:v>0.21699326629830343</c:v>
                </c:pt>
                <c:pt idx="241">
                  <c:v>0.21522035255362051</c:v>
                </c:pt>
                <c:pt idx="242">
                  <c:v>0.21546135126008847</c:v>
                </c:pt>
                <c:pt idx="243">
                  <c:v>0.21392824631494778</c:v>
                </c:pt>
                <c:pt idx="244">
                  <c:v>0.21312042216879662</c:v>
                </c:pt>
                <c:pt idx="245">
                  <c:v>0.21207388178587974</c:v>
                </c:pt>
                <c:pt idx="246">
                  <c:v>0.21219555215493371</c:v>
                </c:pt>
                <c:pt idx="247">
                  <c:v>0.21070251005773158</c:v>
                </c:pt>
                <c:pt idx="248">
                  <c:v>0.20908892855963743</c:v>
                </c:pt>
                <c:pt idx="249">
                  <c:v>0.20751659919323412</c:v>
                </c:pt>
                <c:pt idx="250">
                  <c:v>0.20751669784032239</c:v>
                </c:pt>
                <c:pt idx="251">
                  <c:v>0.20723483683079891</c:v>
                </c:pt>
                <c:pt idx="252">
                  <c:v>0.20590356590298237</c:v>
                </c:pt>
                <c:pt idx="253">
                  <c:v>0.20558113467917011</c:v>
                </c:pt>
                <c:pt idx="254">
                  <c:v>0.20541961617345059</c:v>
                </c:pt>
                <c:pt idx="255">
                  <c:v>0.20352347132878107</c:v>
                </c:pt>
                <c:pt idx="256">
                  <c:v>0.20283948282348466</c:v>
                </c:pt>
                <c:pt idx="257">
                  <c:v>0.20090300272636485</c:v>
                </c:pt>
                <c:pt idx="258">
                  <c:v>0.20017713803484674</c:v>
                </c:pt>
                <c:pt idx="259">
                  <c:v>0.20029886632267624</c:v>
                </c:pt>
                <c:pt idx="260">
                  <c:v>0.19872659606549214</c:v>
                </c:pt>
                <c:pt idx="261">
                  <c:v>0.20122646785741255</c:v>
                </c:pt>
                <c:pt idx="262">
                  <c:v>0.19808032848898877</c:v>
                </c:pt>
                <c:pt idx="263">
                  <c:v>0.19876570294903978</c:v>
                </c:pt>
                <c:pt idx="264">
                  <c:v>0.19618603822022423</c:v>
                </c:pt>
                <c:pt idx="265">
                  <c:v>0.19751594361458022</c:v>
                </c:pt>
                <c:pt idx="266">
                  <c:v>0.19662881206088315</c:v>
                </c:pt>
                <c:pt idx="267">
                  <c:v>0.19779840876747201</c:v>
                </c:pt>
                <c:pt idx="268">
                  <c:v>0.19598381244815261</c:v>
                </c:pt>
                <c:pt idx="269">
                  <c:v>0.19763786630707597</c:v>
                </c:pt>
                <c:pt idx="270">
                  <c:v>0.19570191269411452</c:v>
                </c:pt>
                <c:pt idx="271">
                  <c:v>0.19602309529873299</c:v>
                </c:pt>
                <c:pt idx="272">
                  <c:v>0.19570062464995722</c:v>
                </c:pt>
                <c:pt idx="273">
                  <c:v>0.19513672604193674</c:v>
                </c:pt>
                <c:pt idx="274">
                  <c:v>0.19481546572055936</c:v>
                </c:pt>
                <c:pt idx="275">
                  <c:v>0.19509631318645598</c:v>
                </c:pt>
                <c:pt idx="276">
                  <c:v>0.19340243087525927</c:v>
                </c:pt>
                <c:pt idx="277">
                  <c:v>0.19465291370469318</c:v>
                </c:pt>
                <c:pt idx="278">
                  <c:v>0.19195048615681626</c:v>
                </c:pt>
                <c:pt idx="279">
                  <c:v>0.19166881898551147</c:v>
                </c:pt>
                <c:pt idx="280">
                  <c:v>0.19215278834229782</c:v>
                </c:pt>
                <c:pt idx="281">
                  <c:v>0.18880559580467485</c:v>
                </c:pt>
                <c:pt idx="282">
                  <c:v>0.18767537855536678</c:v>
                </c:pt>
                <c:pt idx="283">
                  <c:v>0.18674873168249451</c:v>
                </c:pt>
                <c:pt idx="284">
                  <c:v>0.18670831871355956</c:v>
                </c:pt>
                <c:pt idx="285">
                  <c:v>0.18461170600888516</c:v>
                </c:pt>
                <c:pt idx="286">
                  <c:v>0.18481314934749257</c:v>
                </c:pt>
                <c:pt idx="287">
                  <c:v>0.18344212762688694</c:v>
                </c:pt>
                <c:pt idx="288">
                  <c:v>0.18287686382412296</c:v>
                </c:pt>
                <c:pt idx="289">
                  <c:v>0.18074092890104254</c:v>
                </c:pt>
                <c:pt idx="290">
                  <c:v>0.1808212880297351</c:v>
                </c:pt>
                <c:pt idx="291">
                  <c:v>0.17868365588914564</c:v>
                </c:pt>
                <c:pt idx="292">
                  <c:v>0.17779623338080947</c:v>
                </c:pt>
                <c:pt idx="293">
                  <c:v>0.17674789826728604</c:v>
                </c:pt>
                <c:pt idx="294">
                  <c:v>0.1755781844191116</c:v>
                </c:pt>
                <c:pt idx="295">
                  <c:v>0.17517570657557185</c:v>
                </c:pt>
                <c:pt idx="296">
                  <c:v>0.1737627700374095</c:v>
                </c:pt>
                <c:pt idx="297">
                  <c:v>0.17489259609745811</c:v>
                </c:pt>
                <c:pt idx="298">
                  <c:v>0.17328010840889879</c:v>
                </c:pt>
                <c:pt idx="299">
                  <c:v>0.172514843442128</c:v>
                </c:pt>
                <c:pt idx="300">
                  <c:v>0.17219110454704153</c:v>
                </c:pt>
                <c:pt idx="301">
                  <c:v>0.17275629250243138</c:v>
                </c:pt>
                <c:pt idx="302">
                  <c:v>0.17223216250083695</c:v>
                </c:pt>
                <c:pt idx="303">
                  <c:v>0.17267556220964447</c:v>
                </c:pt>
                <c:pt idx="304">
                  <c:v>0.17271593682978303</c:v>
                </c:pt>
                <c:pt idx="305">
                  <c:v>0.17332036622808791</c:v>
                </c:pt>
                <c:pt idx="306">
                  <c:v>0.1751764091963956</c:v>
                </c:pt>
                <c:pt idx="307">
                  <c:v>0.17299848145550173</c:v>
                </c:pt>
                <c:pt idx="308">
                  <c:v>0.17428904534373682</c:v>
                </c:pt>
                <c:pt idx="309">
                  <c:v>0.17400648075053898</c:v>
                </c:pt>
                <c:pt idx="310">
                  <c:v>0.17606348022503032</c:v>
                </c:pt>
                <c:pt idx="311">
                  <c:v>0.1753368734311346</c:v>
                </c:pt>
                <c:pt idx="312">
                  <c:v>0.17618403993362602</c:v>
                </c:pt>
                <c:pt idx="313">
                  <c:v>0.17678956110121452</c:v>
                </c:pt>
                <c:pt idx="314">
                  <c:v>0.17844136942229225</c:v>
                </c:pt>
                <c:pt idx="315">
                  <c:v>0.17876426960775324</c:v>
                </c:pt>
                <c:pt idx="316">
                  <c:v>0.18110326736991705</c:v>
                </c:pt>
                <c:pt idx="317">
                  <c:v>0.17981274211329079</c:v>
                </c:pt>
                <c:pt idx="318">
                  <c:v>0.18186984051809385</c:v>
                </c:pt>
                <c:pt idx="319">
                  <c:v>0.1842494265922287</c:v>
                </c:pt>
                <c:pt idx="320">
                  <c:v>0.18388585856510475</c:v>
                </c:pt>
                <c:pt idx="321">
                  <c:v>0.18602294521690727</c:v>
                </c:pt>
                <c:pt idx="322">
                  <c:v>0.18743496464905821</c:v>
                </c:pt>
                <c:pt idx="323">
                  <c:v>0.1875153038672728</c:v>
                </c:pt>
                <c:pt idx="324">
                  <c:v>0.19122600538048667</c:v>
                </c:pt>
                <c:pt idx="325">
                  <c:v>0.19082155678230672</c:v>
                </c:pt>
                <c:pt idx="326">
                  <c:v>0.19122536135820251</c:v>
                </c:pt>
                <c:pt idx="327">
                  <c:v>0.19453268641581437</c:v>
                </c:pt>
                <c:pt idx="328">
                  <c:v>0.19574137003819789</c:v>
                </c:pt>
                <c:pt idx="329">
                  <c:v>0.19606440585933077</c:v>
                </c:pt>
                <c:pt idx="330">
                  <c:v>0.19828280709463342</c:v>
                </c:pt>
                <c:pt idx="331">
                  <c:v>0.19945115484194106</c:v>
                </c:pt>
                <c:pt idx="332">
                  <c:v>0.20098472846495891</c:v>
                </c:pt>
                <c:pt idx="333">
                  <c:v>0.20291931575096822</c:v>
                </c:pt>
                <c:pt idx="334">
                  <c:v>0.20404955183390164</c:v>
                </c:pt>
                <c:pt idx="335">
                  <c:v>0.20348459963439072</c:v>
                </c:pt>
                <c:pt idx="336">
                  <c:v>0.20582328511422318</c:v>
                </c:pt>
                <c:pt idx="337">
                  <c:v>0.20550028843455631</c:v>
                </c:pt>
                <c:pt idx="338">
                  <c:v>0.20759760325074536</c:v>
                </c:pt>
                <c:pt idx="339">
                  <c:v>0.20796019421269407</c:v>
                </c:pt>
                <c:pt idx="340">
                  <c:v>0.20735443870548143</c:v>
                </c:pt>
                <c:pt idx="341">
                  <c:v>0.20799978877888459</c:v>
                </c:pt>
                <c:pt idx="342">
                  <c:v>0.20719424715902557</c:v>
                </c:pt>
                <c:pt idx="343">
                  <c:v>0.2055407018000317</c:v>
                </c:pt>
                <c:pt idx="344">
                  <c:v>0.20477569017655373</c:v>
                </c:pt>
                <c:pt idx="345">
                  <c:v>0.20316156341658045</c:v>
                </c:pt>
                <c:pt idx="346">
                  <c:v>0.20207289157776226</c:v>
                </c:pt>
                <c:pt idx="347">
                  <c:v>0.19900754053476577</c:v>
                </c:pt>
                <c:pt idx="348">
                  <c:v>0.19678968620423082</c:v>
                </c:pt>
                <c:pt idx="349">
                  <c:v>0.19453126313280023</c:v>
                </c:pt>
                <c:pt idx="350">
                  <c:v>0.19344344895123511</c:v>
                </c:pt>
                <c:pt idx="351">
                  <c:v>0.18949194472292871</c:v>
                </c:pt>
                <c:pt idx="352">
                  <c:v>0.18626449014824187</c:v>
                </c:pt>
                <c:pt idx="353">
                  <c:v>0.18146609267148964</c:v>
                </c:pt>
                <c:pt idx="354">
                  <c:v>0.17904693069515676</c:v>
                </c:pt>
                <c:pt idx="355">
                  <c:v>0.17541836364062088</c:v>
                </c:pt>
                <c:pt idx="356">
                  <c:v>0.17126426326895505</c:v>
                </c:pt>
                <c:pt idx="357">
                  <c:v>0.16646438385378509</c:v>
                </c:pt>
                <c:pt idx="358">
                  <c:v>0.16291607875424619</c:v>
                </c:pt>
                <c:pt idx="359">
                  <c:v>0.15847611262642733</c:v>
                </c:pt>
                <c:pt idx="360">
                  <c:v>0.15416504460224748</c:v>
                </c:pt>
                <c:pt idx="361">
                  <c:v>0.15041118742060589</c:v>
                </c:pt>
                <c:pt idx="362">
                  <c:v>0.14652835731295721</c:v>
                </c:pt>
                <c:pt idx="363">
                  <c:v>0.14246317709938436</c:v>
                </c:pt>
                <c:pt idx="364">
                  <c:v>0.13799117090340959</c:v>
                </c:pt>
                <c:pt idx="365">
                  <c:v>0.13531310600400251</c:v>
                </c:pt>
                <c:pt idx="366">
                  <c:v>0.132139948981702</c:v>
                </c:pt>
                <c:pt idx="367">
                  <c:v>0.12874849083028175</c:v>
                </c:pt>
                <c:pt idx="368">
                  <c:v>0.12460212822540317</c:v>
                </c:pt>
                <c:pt idx="369">
                  <c:v>0.12191650625895664</c:v>
                </c:pt>
                <c:pt idx="370">
                  <c:v>0.1187033016631496</c:v>
                </c:pt>
                <c:pt idx="371">
                  <c:v>0.11554563513361069</c:v>
                </c:pt>
                <c:pt idx="372">
                  <c:v>0.11414649031829044</c:v>
                </c:pt>
                <c:pt idx="373">
                  <c:v>0.1114247651617801</c:v>
                </c:pt>
                <c:pt idx="374">
                  <c:v>0.10925080437701531</c:v>
                </c:pt>
                <c:pt idx="375">
                  <c:v>0.10667061339343049</c:v>
                </c:pt>
                <c:pt idx="376">
                  <c:v>0.10623787888936287</c:v>
                </c:pt>
                <c:pt idx="377">
                  <c:v>0.10449681880709637</c:v>
                </c:pt>
                <c:pt idx="378">
                  <c:v>0.10266203225491223</c:v>
                </c:pt>
                <c:pt idx="379">
                  <c:v>0.10160567376656272</c:v>
                </c:pt>
                <c:pt idx="380">
                  <c:v>9.9023985238547982E-2</c:v>
                </c:pt>
                <c:pt idx="381">
                  <c:v>9.9922759434532382E-2</c:v>
                </c:pt>
                <c:pt idx="382">
                  <c:v>9.7415714071244525E-2</c:v>
                </c:pt>
                <c:pt idx="383">
                  <c:v>9.6710180805229334E-2</c:v>
                </c:pt>
                <c:pt idx="384">
                  <c:v>9.6738691896599727E-2</c:v>
                </c:pt>
                <c:pt idx="385">
                  <c:v>9.5693178000946524E-2</c:v>
                </c:pt>
                <c:pt idx="386">
                  <c:v>9.4745726772650904E-2</c:v>
                </c:pt>
                <c:pt idx="387">
                  <c:v>9.3922641340436208E-2</c:v>
                </c:pt>
                <c:pt idx="388">
                  <c:v>9.4813395121576424E-2</c:v>
                </c:pt>
                <c:pt idx="389">
                  <c:v>9.3386086010654235E-2</c:v>
                </c:pt>
                <c:pt idx="390">
                  <c:v>9.3753618685955914E-2</c:v>
                </c:pt>
                <c:pt idx="391">
                  <c:v>9.308030261307243E-2</c:v>
                </c:pt>
                <c:pt idx="392">
                  <c:v>9.3205181072362045E-2</c:v>
                </c:pt>
                <c:pt idx="393">
                  <c:v>9.2939073004598305E-2</c:v>
                </c:pt>
                <c:pt idx="394">
                  <c:v>9.2559736815528287E-2</c:v>
                </c:pt>
                <c:pt idx="395">
                  <c:v>9.2987364847264775E-2</c:v>
                </c:pt>
                <c:pt idx="396">
                  <c:v>9.3418891660682249E-2</c:v>
                </c:pt>
                <c:pt idx="397">
                  <c:v>9.2688787197158548E-2</c:v>
                </c:pt>
                <c:pt idx="398">
                  <c:v>9.4092861676572964E-2</c:v>
                </c:pt>
                <c:pt idx="399">
                  <c:v>9.3418694211217818E-2</c:v>
                </c:pt>
                <c:pt idx="400">
                  <c:v>9.56567193789708E-2</c:v>
                </c:pt>
                <c:pt idx="401">
                  <c:v>9.5076736242784232E-2</c:v>
                </c:pt>
                <c:pt idx="402">
                  <c:v>9.5830551979664669E-2</c:v>
                </c:pt>
                <c:pt idx="403">
                  <c:v>9.5749716848780739E-2</c:v>
                </c:pt>
                <c:pt idx="404">
                  <c:v>9.7709859609897004E-2</c:v>
                </c:pt>
                <c:pt idx="405">
                  <c:v>9.9516276651203522E-2</c:v>
                </c:pt>
                <c:pt idx="406">
                  <c:v>0.10175433014209768</c:v>
                </c:pt>
                <c:pt idx="407">
                  <c:v>0.10159314903784611</c:v>
                </c:pt>
                <c:pt idx="408">
                  <c:v>0.10432303843335272</c:v>
                </c:pt>
                <c:pt idx="409">
                  <c:v>0.10584342387105573</c:v>
                </c:pt>
                <c:pt idx="410">
                  <c:v>0.10781147702045846</c:v>
                </c:pt>
                <c:pt idx="411">
                  <c:v>0.10957791434014419</c:v>
                </c:pt>
                <c:pt idx="412">
                  <c:v>0.11168965103507106</c:v>
                </c:pt>
                <c:pt idx="413">
                  <c:v>0.11567069494349994</c:v>
                </c:pt>
                <c:pt idx="414">
                  <c:v>0.11715536785574465</c:v>
                </c:pt>
                <c:pt idx="415">
                  <c:v>0.12117916880727325</c:v>
                </c:pt>
                <c:pt idx="416">
                  <c:v>0.12385286571424513</c:v>
                </c:pt>
                <c:pt idx="417">
                  <c:v>0.12808355552631656</c:v>
                </c:pt>
                <c:pt idx="418">
                  <c:v>0.13168872109377222</c:v>
                </c:pt>
                <c:pt idx="419">
                  <c:v>0.13503142921729955</c:v>
                </c:pt>
                <c:pt idx="420">
                  <c:v>0.13951984208579385</c:v>
                </c:pt>
                <c:pt idx="421">
                  <c:v>0.14220534306169078</c:v>
                </c:pt>
                <c:pt idx="422">
                  <c:v>0.14708861108917037</c:v>
                </c:pt>
                <c:pt idx="423">
                  <c:v>0.15058010879442743</c:v>
                </c:pt>
                <c:pt idx="424">
                  <c:v>0.15467047107062371</c:v>
                </c:pt>
                <c:pt idx="425">
                  <c:v>0.15897310656926184</c:v>
                </c:pt>
                <c:pt idx="426">
                  <c:v>0.16315912638455807</c:v>
                </c:pt>
                <c:pt idx="427">
                  <c:v>0.16670651415131515</c:v>
                </c:pt>
                <c:pt idx="428">
                  <c:v>0.17102191859969126</c:v>
                </c:pt>
                <c:pt idx="429">
                  <c:v>0.17255486748855153</c:v>
                </c:pt>
                <c:pt idx="430">
                  <c:v>0.17626470998443644</c:v>
                </c:pt>
                <c:pt idx="431">
                  <c:v>0.18041810756523441</c:v>
                </c:pt>
                <c:pt idx="432">
                  <c:v>0.1832406844015963</c:v>
                </c:pt>
                <c:pt idx="433">
                  <c:v>0.18388646423872992</c:v>
                </c:pt>
                <c:pt idx="434">
                  <c:v>0.18610398597936723</c:v>
                </c:pt>
                <c:pt idx="435">
                  <c:v>0.18876531790455289</c:v>
                </c:pt>
                <c:pt idx="436">
                  <c:v>0.18840364359534859</c:v>
                </c:pt>
                <c:pt idx="437">
                  <c:v>0.18973241632151591</c:v>
                </c:pt>
                <c:pt idx="438">
                  <c:v>0.19082266885956842</c:v>
                </c:pt>
                <c:pt idx="439">
                  <c:v>0.18961283492430667</c:v>
                </c:pt>
                <c:pt idx="440">
                  <c:v>0.18941064886069608</c:v>
                </c:pt>
                <c:pt idx="441">
                  <c:v>0.18872541184952338</c:v>
                </c:pt>
                <c:pt idx="442">
                  <c:v>0.1858623629350073</c:v>
                </c:pt>
                <c:pt idx="443">
                  <c:v>0.18432919922142013</c:v>
                </c:pt>
                <c:pt idx="444">
                  <c:v>0.1826760840221488</c:v>
                </c:pt>
                <c:pt idx="445">
                  <c:v>0.18029647701713622</c:v>
                </c:pt>
                <c:pt idx="446">
                  <c:v>0.17569936648276002</c:v>
                </c:pt>
                <c:pt idx="447">
                  <c:v>0.1741676478321873</c:v>
                </c:pt>
                <c:pt idx="448">
                  <c:v>0.16896513332730129</c:v>
                </c:pt>
                <c:pt idx="449">
                  <c:v>0.16505390626207772</c:v>
                </c:pt>
                <c:pt idx="450">
                  <c:v>0.1605742630764756</c:v>
                </c:pt>
                <c:pt idx="451">
                  <c:v>0.15694390418010634</c:v>
                </c:pt>
                <c:pt idx="452">
                  <c:v>0.15168977152792168</c:v>
                </c:pt>
                <c:pt idx="453">
                  <c:v>0.14722934514186165</c:v>
                </c:pt>
                <c:pt idx="454">
                  <c:v>0.14301650670008065</c:v>
                </c:pt>
                <c:pt idx="455">
                  <c:v>0.13871626359579697</c:v>
                </c:pt>
                <c:pt idx="456">
                  <c:v>0.13272075509551029</c:v>
                </c:pt>
                <c:pt idx="457">
                  <c:v>0.12878800225902856</c:v>
                </c:pt>
                <c:pt idx="458">
                  <c:v>0.12568067495838464</c:v>
                </c:pt>
                <c:pt idx="459">
                  <c:v>0.12135250824178737</c:v>
                </c:pt>
                <c:pt idx="460">
                  <c:v>0.11710234211863124</c:v>
                </c:pt>
                <c:pt idx="461">
                  <c:v>0.11390897091405576</c:v>
                </c:pt>
                <c:pt idx="462">
                  <c:v>0.111093591133105</c:v>
                </c:pt>
                <c:pt idx="463">
                  <c:v>0.10836377968427852</c:v>
                </c:pt>
                <c:pt idx="464">
                  <c:v>0.1043024735944653</c:v>
                </c:pt>
                <c:pt idx="465">
                  <c:v>0.100818619874668</c:v>
                </c:pt>
                <c:pt idx="466">
                  <c:v>9.9834805802663781E-2</c:v>
                </c:pt>
                <c:pt idx="467">
                  <c:v>9.7500524735127103E-2</c:v>
                </c:pt>
                <c:pt idx="468">
                  <c:v>9.6536117210842542E-2</c:v>
                </c:pt>
                <c:pt idx="469">
                  <c:v>9.4624969448149771E-2</c:v>
                </c:pt>
                <c:pt idx="470">
                  <c:v>9.38910792377044E-2</c:v>
                </c:pt>
                <c:pt idx="471">
                  <c:v>9.3169026689341766E-2</c:v>
                </c:pt>
                <c:pt idx="472">
                  <c:v>9.4068925282765198E-2</c:v>
                </c:pt>
                <c:pt idx="473">
                  <c:v>9.3689527959926744E-2</c:v>
                </c:pt>
                <c:pt idx="474">
                  <c:v>9.5092013515958695E-2</c:v>
                </c:pt>
                <c:pt idx="475">
                  <c:v>9.6656997032187442E-2</c:v>
                </c:pt>
                <c:pt idx="476">
                  <c:v>9.6890646846462619E-2</c:v>
                </c:pt>
                <c:pt idx="477">
                  <c:v>9.9136657678205869E-2</c:v>
                </c:pt>
                <c:pt idx="478">
                  <c:v>0.10118598739071161</c:v>
                </c:pt>
                <c:pt idx="479">
                  <c:v>0.10328656873453718</c:v>
                </c:pt>
                <c:pt idx="480">
                  <c:v>0.10633863216083141</c:v>
                </c:pt>
                <c:pt idx="481">
                  <c:v>0.10797726595928439</c:v>
                </c:pt>
                <c:pt idx="482">
                  <c:v>0.11246075190477539</c:v>
                </c:pt>
                <c:pt idx="483">
                  <c:v>0.11677593202036932</c:v>
                </c:pt>
                <c:pt idx="484">
                  <c:v>0.1211418915736639</c:v>
                </c:pt>
                <c:pt idx="485">
                  <c:v>0.12661066729350196</c:v>
                </c:pt>
                <c:pt idx="486">
                  <c:v>0.13127305524607355</c:v>
                </c:pt>
                <c:pt idx="487">
                  <c:v>0.13701089521627649</c:v>
                </c:pt>
                <c:pt idx="488">
                  <c:v>0.14170831731241967</c:v>
                </c:pt>
                <c:pt idx="489">
                  <c:v>0.14768493430720719</c:v>
                </c:pt>
                <c:pt idx="490">
                  <c:v>0.15438444691010492</c:v>
                </c:pt>
                <c:pt idx="491">
                  <c:v>0.16187952925723095</c:v>
                </c:pt>
                <c:pt idx="492">
                  <c:v>0.1682404584293927</c:v>
                </c:pt>
                <c:pt idx="493">
                  <c:v>0.1775548061007805</c:v>
                </c:pt>
                <c:pt idx="494">
                  <c:v>0.18295788507291966</c:v>
                </c:pt>
                <c:pt idx="495">
                  <c:v>0.19312053100790444</c:v>
                </c:pt>
                <c:pt idx="496">
                  <c:v>0.20178991809471097</c:v>
                </c:pt>
                <c:pt idx="497">
                  <c:v>0.21102527222814171</c:v>
                </c:pt>
                <c:pt idx="498">
                  <c:v>0.22074233264845522</c:v>
                </c:pt>
                <c:pt idx="499">
                  <c:v>0.23070370888976158</c:v>
                </c:pt>
                <c:pt idx="500">
                  <c:v>0.2395740709765633</c:v>
                </c:pt>
                <c:pt idx="501">
                  <c:v>0.24985875623590911</c:v>
                </c:pt>
                <c:pt idx="502">
                  <c:v>0.26014152973651677</c:v>
                </c:pt>
                <c:pt idx="503">
                  <c:v>0.27046508889972559</c:v>
                </c:pt>
                <c:pt idx="504">
                  <c:v>0.28127372672106221</c:v>
                </c:pt>
                <c:pt idx="505">
                  <c:v>0.29236387441066347</c:v>
                </c:pt>
                <c:pt idx="506">
                  <c:v>0.30264497122851108</c:v>
                </c:pt>
                <c:pt idx="507">
                  <c:v>0.31369427573300229</c:v>
                </c:pt>
                <c:pt idx="508">
                  <c:v>0.32518801657272906</c:v>
                </c:pt>
                <c:pt idx="509">
                  <c:v>0.33603568288150182</c:v>
                </c:pt>
                <c:pt idx="510">
                  <c:v>0</c:v>
                </c:pt>
                <c:pt idx="511">
                  <c:v>0</c:v>
                </c:pt>
              </c:numCache>
            </c:numRef>
          </c:yVal>
          <c:smooth val="1"/>
          <c:extLst>
            <c:ext xmlns:c16="http://schemas.microsoft.com/office/drawing/2014/chart" uri="{C3380CC4-5D6E-409C-BE32-E72D297353CC}">
              <c16:uniqueId val="{00000000-67BA-4CBA-8EC2-6E6D51006D75}"/>
            </c:ext>
          </c:extLst>
        </c:ser>
        <c:ser>
          <c:idx val="4"/>
          <c:order val="1"/>
          <c:tx>
            <c:strRef>
              <c:f>'calib_(2)'!$C$7</c:f>
              <c:strCache>
                <c:ptCount val="1"/>
                <c:pt idx="0">
                  <c:v>primary</c:v>
                </c:pt>
              </c:strCache>
            </c:strRef>
          </c:tx>
          <c:spPr>
            <a:ln w="19050">
              <a:solidFill>
                <a:srgbClr val="FFC000"/>
              </a:solidFill>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'calib_(2)'!$C$8:$C$519</c:f>
              <c:numCache>
                <c:formatCode>General</c:formatCode>
                <c:ptCount val="512"/>
                <c:pt idx="0">
                  <c:v>3.3704245239124515E-3</c:v>
                </c:pt>
                <c:pt idx="1">
                  <c:v>1.1700571570608512E-2</c:v>
                </c:pt>
                <c:pt idx="2">
                  <c:v>8.9994764101472887E-3</c:v>
                </c:pt>
                <c:pt idx="3">
                  <c:v>3.2026759803947934E-3</c:v>
                </c:pt>
                <c:pt idx="4">
                  <c:v>2.2711373897304388E-3</c:v>
                </c:pt>
                <c:pt idx="5">
                  <c:v>2.0739444301201867E-3</c:v>
                </c:pt>
                <c:pt idx="6">
                  <c:v>1.9053817237024704E-3</c:v>
                </c:pt>
                <c:pt idx="7">
                  <c:v>1.7376251635375468E-3</c:v>
                </c:pt>
                <c:pt idx="8">
                  <c:v>1.5868754611709144E-3</c:v>
                </c:pt>
                <c:pt idx="9">
                  <c:v>1.426484956360661E-3</c:v>
                </c:pt>
                <c:pt idx="10">
                  <c:v>1.3035333111833579E-3</c:v>
                </c:pt>
                <c:pt idx="11">
                  <c:v>1.1477140016309829E-3</c:v>
                </c:pt>
                <c:pt idx="12">
                  <c:v>1.0219816813598452E-3</c:v>
                </c:pt>
                <c:pt idx="13">
                  <c:v>9.0516142905930808E-4</c:v>
                </c:pt>
                <c:pt idx="14">
                  <c:v>8.0110917387786148E-4</c:v>
                </c:pt>
                <c:pt idx="15">
                  <c:v>7.0825281995142201E-4</c:v>
                </c:pt>
                <c:pt idx="16">
                  <c:v>6.3544576766587423E-4</c:v>
                </c:pt>
                <c:pt idx="17">
                  <c:v>5.7676775992563604E-4</c:v>
                </c:pt>
                <c:pt idx="18">
                  <c:v>8.3862375895042587E-4</c:v>
                </c:pt>
                <c:pt idx="19">
                  <c:v>2.6074753977760345E-3</c:v>
                </c:pt>
                <c:pt idx="20">
                  <c:v>1.1304521691252439E-2</c:v>
                </c:pt>
                <c:pt idx="21">
                  <c:v>4.3144706646430664E-2</c:v>
                </c:pt>
                <c:pt idx="22">
                  <c:v>0.13399074544153017</c:v>
                </c:pt>
                <c:pt idx="23">
                  <c:v>0.3313979455726298</c:v>
                </c:pt>
                <c:pt idx="24">
                  <c:v>0.6510606840538079</c:v>
                </c:pt>
                <c:pt idx="25">
                  <c:v>1.0173006243874858</c:v>
                </c:pt>
                <c:pt idx="26">
                  <c:v>1.2713536420366851</c:v>
                </c:pt>
                <c:pt idx="27">
                  <c:v>1.2901861032924997</c:v>
                </c:pt>
                <c:pt idx="28">
                  <c:v>1.0897662110757729</c:v>
                </c:pt>
                <c:pt idx="29">
                  <c:v>0.80385515667231777</c:v>
                </c:pt>
                <c:pt idx="30">
                  <c:v>0.55460157040724523</c:v>
                </c:pt>
                <c:pt idx="31">
                  <c:v>0.37309481029077052</c:v>
                </c:pt>
                <c:pt idx="32">
                  <c:v>0.2417134596691434</c:v>
                </c:pt>
                <c:pt idx="33">
                  <c:v>0.14201950469190761</c:v>
                </c:pt>
                <c:pt idx="34">
                  <c:v>7.2163194127527072E-2</c:v>
                </c:pt>
                <c:pt idx="35">
                  <c:v>3.1183954105859484E-2</c:v>
                </c:pt>
                <c:pt idx="36">
                  <c:v>1.1520328761889629E-2</c:v>
                </c:pt>
                <c:pt idx="37">
                  <c:v>4.0983314452916033E-3</c:v>
                </c:pt>
                <c:pt idx="38">
                  <c:v>2.0755716923775312E-3</c:v>
                </c:pt>
                <c:pt idx="39">
                  <c:v>1.8255501700379297E-3</c:v>
                </c:pt>
                <c:pt idx="40">
                  <c:v>2.1421254862609945E-3</c:v>
                </c:pt>
                <c:pt idx="41">
                  <c:v>2.5691953860025388E-3</c:v>
                </c:pt>
                <c:pt idx="42">
                  <c:v>3.0651732546562809E-3</c:v>
                </c:pt>
                <c:pt idx="43">
                  <c:v>3.5583569098213749E-3</c:v>
                </c:pt>
                <c:pt idx="44">
                  <c:v>3.9942716210346115E-3</c:v>
                </c:pt>
                <c:pt idx="45">
                  <c:v>4.5322457426802097E-3</c:v>
                </c:pt>
                <c:pt idx="46">
                  <c:v>5.0322757282046035E-3</c:v>
                </c:pt>
                <c:pt idx="47">
                  <c:v>5.58071995631976E-3</c:v>
                </c:pt>
                <c:pt idx="48">
                  <c:v>6.1537250251708546E-3</c:v>
                </c:pt>
                <c:pt idx="49">
                  <c:v>6.7013927514770104E-3</c:v>
                </c:pt>
                <c:pt idx="50">
                  <c:v>7.3151022675437957E-3</c:v>
                </c:pt>
                <c:pt idx="51">
                  <c:v>7.8781081017891327E-3</c:v>
                </c:pt>
                <c:pt idx="52">
                  <c:v>8.4571797027648901E-3</c:v>
                </c:pt>
                <c:pt idx="53">
                  <c:v>8.9584325860734594E-3</c:v>
                </c:pt>
                <c:pt idx="54">
                  <c:v>9.3713507222751256E-3</c:v>
                </c:pt>
                <c:pt idx="55">
                  <c:v>9.5689720141518067E-3</c:v>
                </c:pt>
                <c:pt idx="56">
                  <c:v>9.503985216829984E-3</c:v>
                </c:pt>
                <c:pt idx="57">
                  <c:v>9.1543866554182549E-3</c:v>
                </c:pt>
                <c:pt idx="58">
                  <c:v>8.4627186228818964E-3</c:v>
                </c:pt>
                <c:pt idx="59">
                  <c:v>7.4647142384109896E-3</c:v>
                </c:pt>
                <c:pt idx="60">
                  <c:v>6.2638451449671204E-3</c:v>
                </c:pt>
                <c:pt idx="61">
                  <c:v>5.0290877133263232E-3</c:v>
                </c:pt>
                <c:pt idx="62">
                  <c:v>3.7688421042080204E-3</c:v>
                </c:pt>
                <c:pt idx="63">
                  <c:v>2.7510553849875675E-3</c:v>
                </c:pt>
                <c:pt idx="64">
                  <c:v>1.88643218168446E-3</c:v>
                </c:pt>
                <c:pt idx="65">
                  <c:v>1.2826111169168834E-3</c:v>
                </c:pt>
                <c:pt idx="66">
                  <c:v>8.554326161037025E-4</c:v>
                </c:pt>
                <c:pt idx="67">
                  <c:v>6.0465005179854135E-4</c:v>
                </c:pt>
                <c:pt idx="68">
                  <c:v>4.6044144353130074E-4</c:v>
                </c:pt>
                <c:pt idx="69">
                  <c:v>3.7692772352432177E-4</c:v>
                </c:pt>
                <c:pt idx="70">
                  <c:v>3.259953158782954E-4</c:v>
                </c:pt>
                <c:pt idx="71">
                  <c:v>3.0453432743416579E-4</c:v>
                </c:pt>
                <c:pt idx="72">
                  <c:v>2.8615823091987437E-4</c:v>
                </c:pt>
                <c:pt idx="73">
                  <c:v>2.6993947696039888E-4</c:v>
                </c:pt>
                <c:pt idx="74">
                  <c:v>2.6901659443823449E-4</c:v>
                </c:pt>
                <c:pt idx="75">
                  <c:v>2.6590314294639859E-4</c:v>
                </c:pt>
                <c:pt idx="76">
                  <c:v>2.56397031613465E-4</c:v>
                </c:pt>
                <c:pt idx="77">
                  <c:v>2.6410308848706274E-4</c:v>
                </c:pt>
                <c:pt idx="78">
                  <c:v>2.6034588175306291E-4</c:v>
                </c:pt>
                <c:pt idx="79">
                  <c:v>2.696118967315948E-4</c:v>
                </c:pt>
                <c:pt idx="80">
                  <c:v>2.8728128409085145E-4</c:v>
                </c:pt>
                <c:pt idx="81">
                  <c:v>2.9288195855456183E-4</c:v>
                </c:pt>
                <c:pt idx="82">
                  <c:v>3.1182991596082082E-4</c:v>
                </c:pt>
                <c:pt idx="83">
                  <c:v>3.3059070118150334E-4</c:v>
                </c:pt>
                <c:pt idx="84">
                  <c:v>3.4413284104772049E-4</c:v>
                </c:pt>
                <c:pt idx="85">
                  <c:v>3.5809306074434166E-4</c:v>
                </c:pt>
                <c:pt idx="86">
                  <c:v>3.7225933738056218E-4</c:v>
                </c:pt>
                <c:pt idx="87">
                  <c:v>4.0535702397449986E-4</c:v>
                </c:pt>
                <c:pt idx="88">
                  <c:v>4.1442849981489498E-4</c:v>
                </c:pt>
                <c:pt idx="89">
                  <c:v>4.5934600330691216E-4</c:v>
                </c:pt>
                <c:pt idx="90">
                  <c:v>4.7491861720126249E-4</c:v>
                </c:pt>
                <c:pt idx="91">
                  <c:v>5.0980769648115382E-4</c:v>
                </c:pt>
                <c:pt idx="92">
                  <c:v>5.1685855874819791E-4</c:v>
                </c:pt>
                <c:pt idx="93">
                  <c:v>5.4388724605619143E-4</c:v>
                </c:pt>
                <c:pt idx="94">
                  <c:v>5.4476112736402292E-4</c:v>
                </c:pt>
                <c:pt idx="95">
                  <c:v>5.6784349824391136E-4</c:v>
                </c:pt>
                <c:pt idx="96">
                  <c:v>5.6040942574827528E-4</c:v>
                </c:pt>
                <c:pt idx="97">
                  <c:v>5.5581482922633068E-4</c:v>
                </c:pt>
                <c:pt idx="98">
                  <c:v>5.4900221995985115E-4</c:v>
                </c:pt>
                <c:pt idx="99">
                  <c:v>5.4980274328021651E-4</c:v>
                </c:pt>
                <c:pt idx="100">
                  <c:v>5.2294733326759945E-4</c:v>
                </c:pt>
                <c:pt idx="101">
                  <c:v>5.1500404730699416E-4</c:v>
                </c:pt>
                <c:pt idx="102">
                  <c:v>5.0435242851036186E-4</c:v>
                </c:pt>
                <c:pt idx="103">
                  <c:v>4.9076597829388394E-4</c:v>
                </c:pt>
                <c:pt idx="104">
                  <c:v>4.733525760723282E-4</c:v>
                </c:pt>
                <c:pt idx="105">
                  <c:v>4.711303922181804E-4</c:v>
                </c:pt>
                <c:pt idx="106">
                  <c:v>4.6660735630886269E-4</c:v>
                </c:pt>
                <c:pt idx="107">
                  <c:v>4.7273135387438379E-4</c:v>
                </c:pt>
                <c:pt idx="108">
                  <c:v>4.9085936995160045E-4</c:v>
                </c:pt>
                <c:pt idx="109">
                  <c:v>5.1815430590903318E-4</c:v>
                </c:pt>
                <c:pt idx="110">
                  <c:v>5.8006370452039007E-4</c:v>
                </c:pt>
                <c:pt idx="111">
                  <c:v>6.6582978200012129E-4</c:v>
                </c:pt>
                <c:pt idx="112">
                  <c:v>7.8362509560198621E-4</c:v>
                </c:pt>
                <c:pt idx="113">
                  <c:v>9.5899542215284797E-4</c:v>
                </c:pt>
                <c:pt idx="114">
                  <c:v>1.2263496772840369E-3</c:v>
                </c:pt>
                <c:pt idx="115">
                  <c:v>1.5490836873109763E-3</c:v>
                </c:pt>
                <c:pt idx="116">
                  <c:v>1.9707318628448319E-3</c:v>
                </c:pt>
                <c:pt idx="117">
                  <c:v>2.5054260944603257E-3</c:v>
                </c:pt>
                <c:pt idx="118">
                  <c:v>3.1490781836680673E-3</c:v>
                </c:pt>
                <c:pt idx="119">
                  <c:v>3.9115884603156291E-3</c:v>
                </c:pt>
                <c:pt idx="120">
                  <c:v>4.7769949574084578E-3</c:v>
                </c:pt>
                <c:pt idx="121">
                  <c:v>5.7871618299169441E-3</c:v>
                </c:pt>
                <c:pt idx="122">
                  <c:v>6.780773348979207E-3</c:v>
                </c:pt>
                <c:pt idx="123">
                  <c:v>7.8284867089158834E-3</c:v>
                </c:pt>
                <c:pt idx="124">
                  <c:v>8.7991254647099768E-3</c:v>
                </c:pt>
                <c:pt idx="125">
                  <c:v>9.7890689202726772E-3</c:v>
                </c:pt>
                <c:pt idx="126">
                  <c:v>1.0533128232845454E-2</c:v>
                </c:pt>
                <c:pt idx="127">
                  <c:v>1.1179964976475658E-2</c:v>
                </c:pt>
                <c:pt idx="128">
                  <c:v>1.1594152321197338E-2</c:v>
                </c:pt>
                <c:pt idx="129">
                  <c:v>1.1931196105584282E-2</c:v>
                </c:pt>
                <c:pt idx="130">
                  <c:v>1.1926027046839321E-2</c:v>
                </c:pt>
                <c:pt idx="131">
                  <c:v>1.1849717005189098E-2</c:v>
                </c:pt>
                <c:pt idx="132">
                  <c:v>1.1659060852252982E-2</c:v>
                </c:pt>
                <c:pt idx="133">
                  <c:v>1.1373947397048346E-2</c:v>
                </c:pt>
                <c:pt idx="134">
                  <c:v>1.1145650849665673E-2</c:v>
                </c:pt>
                <c:pt idx="135">
                  <c:v>1.1248523853992422E-2</c:v>
                </c:pt>
                <c:pt idx="136">
                  <c:v>1.1623538773048137E-2</c:v>
                </c:pt>
                <c:pt idx="137">
                  <c:v>1.2755901315694387E-2</c:v>
                </c:pt>
                <c:pt idx="138">
                  <c:v>1.4598790102386412E-2</c:v>
                </c:pt>
                <c:pt idx="139">
                  <c:v>1.7614300081372981E-2</c:v>
                </c:pt>
                <c:pt idx="140">
                  <c:v>2.2320362500493306E-2</c:v>
                </c:pt>
                <c:pt idx="141">
                  <c:v>2.8994315272297535E-2</c:v>
                </c:pt>
                <c:pt idx="142">
                  <c:v>3.8079694284774319E-2</c:v>
                </c:pt>
                <c:pt idx="143">
                  <c:v>5.0451616482170919E-2</c:v>
                </c:pt>
                <c:pt idx="144">
                  <c:v>6.636014134776777E-2</c:v>
                </c:pt>
                <c:pt idx="145">
                  <c:v>8.6240844650166432E-2</c:v>
                </c:pt>
                <c:pt idx="146">
                  <c:v>0.11047673339605572</c:v>
                </c:pt>
                <c:pt idx="147">
                  <c:v>0.13951928953081535</c:v>
                </c:pt>
                <c:pt idx="148">
                  <c:v>0.17263495313656521</c:v>
                </c:pt>
                <c:pt idx="149">
                  <c:v>0.20985585160176567</c:v>
                </c:pt>
                <c:pt idx="150">
                  <c:v>0.24989959987442356</c:v>
                </c:pt>
                <c:pt idx="151">
                  <c:v>0.29167707751795402</c:v>
                </c:pt>
                <c:pt idx="152">
                  <c:v>0.33409963192411574</c:v>
                </c:pt>
                <c:pt idx="153">
                  <c:v>0.37446587013299065</c:v>
                </c:pt>
                <c:pt idx="154">
                  <c:v>0.41128329564879468</c:v>
                </c:pt>
                <c:pt idx="155">
                  <c:v>0.44197130695313053</c:v>
                </c:pt>
                <c:pt idx="156">
                  <c:v>0.46511856715373884</c:v>
                </c:pt>
                <c:pt idx="157">
                  <c:v>0.47995842634935582</c:v>
                </c:pt>
                <c:pt idx="158">
                  <c:v>0.4837893541879128</c:v>
                </c:pt>
                <c:pt idx="159">
                  <c:v>0.47842621882651915</c:v>
                </c:pt>
                <c:pt idx="160">
                  <c:v>0.46282004158249768</c:v>
                </c:pt>
                <c:pt idx="161">
                  <c:v>0.43826173714470679</c:v>
                </c:pt>
                <c:pt idx="162">
                  <c:v>0.40688763015209312</c:v>
                </c:pt>
                <c:pt idx="163">
                  <c:v>0.36946524847060236</c:v>
                </c:pt>
                <c:pt idx="164">
                  <c:v>0.32784934764810725</c:v>
                </c:pt>
                <c:pt idx="165">
                  <c:v>0.2856280028075131</c:v>
                </c:pt>
                <c:pt idx="166">
                  <c:v>0.24348766111748443</c:v>
                </c:pt>
                <c:pt idx="167">
                  <c:v>0.20300041590573373</c:v>
                </c:pt>
                <c:pt idx="168">
                  <c:v>0.16541675039796072</c:v>
                </c:pt>
                <c:pt idx="169">
                  <c:v>0.13247059202297551</c:v>
                </c:pt>
                <c:pt idx="170">
                  <c:v>0.10373037942568333</c:v>
                </c:pt>
                <c:pt idx="171">
                  <c:v>7.951859253014304E-2</c:v>
                </c:pt>
                <c:pt idx="172">
                  <c:v>5.9625878241378591E-2</c:v>
                </c:pt>
                <c:pt idx="173">
                  <c:v>4.3822183120258228E-2</c:v>
                </c:pt>
                <c:pt idx="174">
                  <c:v>3.1506625392730782E-2</c:v>
                </c:pt>
                <c:pt idx="175">
                  <c:v>2.223572988549561E-2</c:v>
                </c:pt>
                <c:pt idx="176">
                  <c:v>1.5329849153639679E-2</c:v>
                </c:pt>
                <c:pt idx="177">
                  <c:v>1.0457708003087788E-2</c:v>
                </c:pt>
                <c:pt idx="178">
                  <c:v>6.9364657222994756E-3</c:v>
                </c:pt>
                <c:pt idx="179">
                  <c:v>4.5160820168711549E-3</c:v>
                </c:pt>
                <c:pt idx="180">
                  <c:v>2.9151647770522993E-3</c:v>
                </c:pt>
                <c:pt idx="181">
                  <c:v>1.903374700579866E-3</c:v>
                </c:pt>
                <c:pt idx="182">
                  <c:v>1.2121566657042691E-3</c:v>
                </c:pt>
                <c:pt idx="183">
                  <c:v>7.8514368420536562E-4</c:v>
                </c:pt>
                <c:pt idx="184">
                  <c:v>5.2773551294793563E-4</c:v>
                </c:pt>
                <c:pt idx="185">
                  <c:v>3.7644438473867557E-4</c:v>
                </c:pt>
                <c:pt idx="186">
                  <c:v>2.894590242493941E-4</c:v>
                </c:pt>
                <c:pt idx="187">
                  <c:v>2.4146884858884269E-4</c:v>
                </c:pt>
                <c:pt idx="188">
                  <c:v>2.0498203013532374E-4</c:v>
                </c:pt>
                <c:pt idx="189">
                  <c:v>1.9630175780843643E-4</c:v>
                </c:pt>
                <c:pt idx="190">
                  <c:v>1.8380120401214627E-4</c:v>
                </c:pt>
                <c:pt idx="191">
                  <c:v>1.7106934149375822E-4</c:v>
                </c:pt>
                <c:pt idx="192">
                  <c:v>1.5912474494102972E-4</c:v>
                </c:pt>
                <c:pt idx="193">
                  <c:v>1.5608012987698567E-4</c:v>
                </c:pt>
                <c:pt idx="194">
                  <c:v>1.4201809417932755E-4</c:v>
                </c:pt>
                <c:pt idx="195">
                  <c:v>1.3790822410771135E-4</c:v>
                </c:pt>
                <c:pt idx="196">
                  <c:v>1.2951831152661377E-4</c:v>
                </c:pt>
                <c:pt idx="197">
                  <c:v>1.2696675444144297E-4</c:v>
                </c:pt>
                <c:pt idx="198">
                  <c:v>1.1570399174457362E-4</c:v>
                </c:pt>
                <c:pt idx="199">
                  <c:v>1.0725048064923144E-4</c:v>
                </c:pt>
                <c:pt idx="200">
                  <c:v>9.8771913082720632E-5</c:v>
                </c:pt>
                <c:pt idx="201">
                  <c:v>9.6915816033724944E-5</c:v>
                </c:pt>
                <c:pt idx="202">
                  <c:v>8.4300385045618371E-5</c:v>
                </c:pt>
                <c:pt idx="203">
                  <c:v>7.2350748354478697E-5</c:v>
                </c:pt>
                <c:pt idx="204">
                  <c:v>7.2598773810234014E-5</c:v>
                </c:pt>
                <c:pt idx="205">
                  <c:v>6.773704513121145E-5</c:v>
                </c:pt>
                <c:pt idx="206">
                  <c:v>6.3665762471818831E-5</c:v>
                </c:pt>
                <c:pt idx="207">
                  <c:v>5.7377434177690101E-5</c:v>
                </c:pt>
                <c:pt idx="208">
                  <c:v>5.5142385490557649E-5</c:v>
                </c:pt>
                <c:pt idx="209">
                  <c:v>5.4040608248764104E-5</c:v>
                </c:pt>
                <c:pt idx="210">
                  <c:v>4.4569038929620405E-5</c:v>
                </c:pt>
                <c:pt idx="211">
                  <c:v>4.5487920844457754E-5</c:v>
                </c:pt>
                <c:pt idx="212">
                  <c:v>4.4268282357027005E-5</c:v>
                </c:pt>
                <c:pt idx="213">
                  <c:v>4.1592122634248111E-5</c:v>
                </c:pt>
                <c:pt idx="214">
                  <c:v>4.2769478015207654E-5</c:v>
                </c:pt>
                <c:pt idx="215">
                  <c:v>3.923680252874115E-5</c:v>
                </c:pt>
                <c:pt idx="216">
                  <c:v>3.5108035178063184E-5</c:v>
                </c:pt>
                <c:pt idx="217">
                  <c:v>3.5633072429972179E-5</c:v>
                </c:pt>
                <c:pt idx="218">
                  <c:v>3.5498572585530264E-5</c:v>
                </c:pt>
                <c:pt idx="219">
                  <c:v>3.1510158279882102E-5</c:v>
                </c:pt>
                <c:pt idx="220">
                  <c:v>3.8107370036347395E-5</c:v>
                </c:pt>
                <c:pt idx="221">
                  <c:v>4.0429866122062636E-5</c:v>
                </c:pt>
                <c:pt idx="222">
                  <c:v>3.9801775597319666E-5</c:v>
                </c:pt>
                <c:pt idx="223">
                  <c:v>4.222907683212411E-5</c:v>
                </c:pt>
                <c:pt idx="224">
                  <c:v>4.256101197812242E-5</c:v>
                </c:pt>
                <c:pt idx="225">
                  <c:v>4.4318549080673193E-5</c:v>
                </c:pt>
                <c:pt idx="226">
                  <c:v>4.6304395409844376E-5</c:v>
                </c:pt>
                <c:pt idx="227">
                  <c:v>5.0602889199787418E-5</c:v>
                </c:pt>
                <c:pt idx="228">
                  <c:v>5.9532258268674776E-5</c:v>
                </c:pt>
                <c:pt idx="229">
                  <c:v>6.5268560295954516E-5</c:v>
                </c:pt>
                <c:pt idx="230">
                  <c:v>6.8249377357574052E-5</c:v>
                </c:pt>
                <c:pt idx="231">
                  <c:v>7.3013011285289652E-5</c:v>
                </c:pt>
                <c:pt idx="232">
                  <c:v>8.1649421230408698E-5</c:v>
                </c:pt>
                <c:pt idx="233">
                  <c:v>9.5162336641505234E-5</c:v>
                </c:pt>
                <c:pt idx="234">
                  <c:v>1.0013812655242632E-4</c:v>
                </c:pt>
                <c:pt idx="235">
                  <c:v>1.1482687575831938E-4</c:v>
                </c:pt>
                <c:pt idx="236">
                  <c:v>1.2459479743681242E-4</c:v>
                </c:pt>
                <c:pt idx="237">
                  <c:v>1.3083810611431404E-4</c:v>
                </c:pt>
                <c:pt idx="238">
                  <c:v>1.4787630927106521E-4</c:v>
                </c:pt>
                <c:pt idx="239">
                  <c:v>1.5428513956610202E-4</c:v>
                </c:pt>
                <c:pt idx="240">
                  <c:v>1.6023471662689751E-4</c:v>
                </c:pt>
                <c:pt idx="241">
                  <c:v>1.7824595628158679E-4</c:v>
                </c:pt>
                <c:pt idx="242">
                  <c:v>1.9554123148025763E-4</c:v>
                </c:pt>
                <c:pt idx="243">
                  <c:v>1.8981437764731602E-4</c:v>
                </c:pt>
                <c:pt idx="244">
                  <c:v>2.0038059143795921E-4</c:v>
                </c:pt>
                <c:pt idx="245">
                  <c:v>1.9916833543246853E-4</c:v>
                </c:pt>
                <c:pt idx="246">
                  <c:v>2.013910256328407E-4</c:v>
                </c:pt>
                <c:pt idx="247">
                  <c:v>2.1009314744489086E-4</c:v>
                </c:pt>
                <c:pt idx="248">
                  <c:v>2.0864397089554235E-4</c:v>
                </c:pt>
                <c:pt idx="249">
                  <c:v>2.057430205506084E-4</c:v>
                </c:pt>
                <c:pt idx="250">
                  <c:v>2.0150855940845848E-4</c:v>
                </c:pt>
                <c:pt idx="251">
                  <c:v>2.0122578310777478E-4</c:v>
                </c:pt>
                <c:pt idx="252">
                  <c:v>1.963058743753361E-4</c:v>
                </c:pt>
                <c:pt idx="253">
                  <c:v>1.963480610902887E-4</c:v>
                </c:pt>
                <c:pt idx="254">
                  <c:v>1.905005289863873E-4</c:v>
                </c:pt>
                <c:pt idx="255">
                  <c:v>1.8654960961455636E-4</c:v>
                </c:pt>
                <c:pt idx="256">
                  <c:v>1.7481342772563657E-4</c:v>
                </c:pt>
                <c:pt idx="257">
                  <c:v>1.7015046220733395E-4</c:v>
                </c:pt>
                <c:pt idx="258">
                  <c:v>1.6430872866280446E-4</c:v>
                </c:pt>
                <c:pt idx="259">
                  <c:v>1.54858703650641E-4</c:v>
                </c:pt>
                <c:pt idx="260">
                  <c:v>1.5686971819021088E-4</c:v>
                </c:pt>
                <c:pt idx="261">
                  <c:v>1.5753363681245142E-4</c:v>
                </c:pt>
                <c:pt idx="262">
                  <c:v>1.5368441570662368E-4</c:v>
                </c:pt>
                <c:pt idx="263">
                  <c:v>1.4748939251344473E-4</c:v>
                </c:pt>
                <c:pt idx="264">
                  <c:v>1.5650976615076971E-4</c:v>
                </c:pt>
                <c:pt idx="265">
                  <c:v>1.4644000703658411E-4</c:v>
                </c:pt>
                <c:pt idx="266">
                  <c:v>1.5550358751886194E-4</c:v>
                </c:pt>
                <c:pt idx="267">
                  <c:v>1.5137221713692347E-4</c:v>
                </c:pt>
                <c:pt idx="268">
                  <c:v>1.6453827980238424E-4</c:v>
                </c:pt>
                <c:pt idx="269">
                  <c:v>1.7275558620011262E-4</c:v>
                </c:pt>
                <c:pt idx="270">
                  <c:v>1.760590285152451E-4</c:v>
                </c:pt>
                <c:pt idx="271">
                  <c:v>1.8275490453985885E-4</c:v>
                </c:pt>
                <c:pt idx="272">
                  <c:v>1.877605959014398E-4</c:v>
                </c:pt>
                <c:pt idx="273">
                  <c:v>1.8831953418958156E-4</c:v>
                </c:pt>
                <c:pt idx="274">
                  <c:v>1.9799490039704599E-4</c:v>
                </c:pt>
                <c:pt idx="275">
                  <c:v>1.9912811652852342E-4</c:v>
                </c:pt>
                <c:pt idx="276">
                  <c:v>2.0429710812636006E-4</c:v>
                </c:pt>
                <c:pt idx="277">
                  <c:v>2.0086342234671266E-4</c:v>
                </c:pt>
                <c:pt idx="278">
                  <c:v>2.0473724348549015E-4</c:v>
                </c:pt>
                <c:pt idx="279">
                  <c:v>2.140884409797413E-4</c:v>
                </c:pt>
                <c:pt idx="280">
                  <c:v>2.1836403841370047E-4</c:v>
                </c:pt>
                <c:pt idx="281">
                  <c:v>2.0675020603545466E-4</c:v>
                </c:pt>
                <c:pt idx="282">
                  <c:v>2.1110580103498859E-4</c:v>
                </c:pt>
                <c:pt idx="283">
                  <c:v>2.0783924943394775E-4</c:v>
                </c:pt>
                <c:pt idx="284">
                  <c:v>2.0569548720270549E-4</c:v>
                </c:pt>
                <c:pt idx="285">
                  <c:v>2.0813005033943726E-4</c:v>
                </c:pt>
                <c:pt idx="286">
                  <c:v>2.0311980595824278E-4</c:v>
                </c:pt>
                <c:pt idx="287">
                  <c:v>1.9888346998866277E-4</c:v>
                </c:pt>
                <c:pt idx="288">
                  <c:v>1.8444516705366779E-4</c:v>
                </c:pt>
                <c:pt idx="289">
                  <c:v>1.8131101767233378E-4</c:v>
                </c:pt>
                <c:pt idx="290">
                  <c:v>1.8057705445872306E-4</c:v>
                </c:pt>
                <c:pt idx="291">
                  <c:v>1.7095204380063926E-4</c:v>
                </c:pt>
                <c:pt idx="292">
                  <c:v>1.6167482038285629E-4</c:v>
                </c:pt>
                <c:pt idx="293">
                  <c:v>1.5946707864271243E-4</c:v>
                </c:pt>
                <c:pt idx="294">
                  <c:v>1.4898580593864869E-4</c:v>
                </c:pt>
                <c:pt idx="295">
                  <c:v>1.4872330230672931E-4</c:v>
                </c:pt>
                <c:pt idx="296">
                  <c:v>1.4037553265387694E-4</c:v>
                </c:pt>
                <c:pt idx="297">
                  <c:v>1.3241066939940186E-4</c:v>
                </c:pt>
                <c:pt idx="298">
                  <c:v>1.3018520237635098E-4</c:v>
                </c:pt>
                <c:pt idx="299">
                  <c:v>1.2431586743110828E-4</c:v>
                </c:pt>
                <c:pt idx="300">
                  <c:v>1.2572363345081332E-4</c:v>
                </c:pt>
                <c:pt idx="301">
                  <c:v>1.270032894711255E-4</c:v>
                </c:pt>
                <c:pt idx="302">
                  <c:v>1.2611287215459524E-4</c:v>
                </c:pt>
                <c:pt idx="303">
                  <c:v>1.2659890710207283E-4</c:v>
                </c:pt>
                <c:pt idx="304">
                  <c:v>1.2343704242531896E-4</c:v>
                </c:pt>
                <c:pt idx="305">
                  <c:v>1.1941657395181077E-4</c:v>
                </c:pt>
                <c:pt idx="306">
                  <c:v>1.2440597411730934E-4</c:v>
                </c:pt>
                <c:pt idx="307">
                  <c:v>1.2219278139709552E-4</c:v>
                </c:pt>
                <c:pt idx="308">
                  <c:v>1.1969163133368832E-4</c:v>
                </c:pt>
                <c:pt idx="309">
                  <c:v>1.3268370167499979E-4</c:v>
                </c:pt>
                <c:pt idx="310">
                  <c:v>1.2603844625825797E-4</c:v>
                </c:pt>
                <c:pt idx="311">
                  <c:v>1.3778673796689599E-4</c:v>
                </c:pt>
                <c:pt idx="312">
                  <c:v>1.3914577746851833E-4</c:v>
                </c:pt>
                <c:pt idx="313">
                  <c:v>1.4398162637087688E-4</c:v>
                </c:pt>
                <c:pt idx="314">
                  <c:v>1.4706176555131438E-4</c:v>
                </c:pt>
                <c:pt idx="315">
                  <c:v>1.3886289725149154E-4</c:v>
                </c:pt>
                <c:pt idx="316">
                  <c:v>1.4953881517954673E-4</c:v>
                </c:pt>
                <c:pt idx="317">
                  <c:v>1.4886872142155582E-4</c:v>
                </c:pt>
                <c:pt idx="318">
                  <c:v>1.6304300497655799E-4</c:v>
                </c:pt>
                <c:pt idx="319">
                  <c:v>1.6601737007727605E-4</c:v>
                </c:pt>
                <c:pt idx="320">
                  <c:v>1.6950589137809785E-4</c:v>
                </c:pt>
                <c:pt idx="321">
                  <c:v>1.68412800639645E-4</c:v>
                </c:pt>
                <c:pt idx="322">
                  <c:v>1.7543916490016164E-4</c:v>
                </c:pt>
                <c:pt idx="323">
                  <c:v>1.8707566805672778E-4</c:v>
                </c:pt>
                <c:pt idx="324">
                  <c:v>1.9215663148620553E-4</c:v>
                </c:pt>
                <c:pt idx="325">
                  <c:v>1.9074117706159035E-4</c:v>
                </c:pt>
                <c:pt idx="326">
                  <c:v>2.0045977785292985E-4</c:v>
                </c:pt>
                <c:pt idx="327">
                  <c:v>2.0158923206583024E-4</c:v>
                </c:pt>
                <c:pt idx="328">
                  <c:v>2.1481376216490026E-4</c:v>
                </c:pt>
                <c:pt idx="329">
                  <c:v>2.2642846650327037E-4</c:v>
                </c:pt>
                <c:pt idx="330">
                  <c:v>2.3010066912989956E-4</c:v>
                </c:pt>
                <c:pt idx="331">
                  <c:v>2.3582986227611109E-4</c:v>
                </c:pt>
                <c:pt idx="332">
                  <c:v>2.4494325185762174E-4</c:v>
                </c:pt>
                <c:pt idx="333">
                  <c:v>2.3990442679431553E-4</c:v>
                </c:pt>
                <c:pt idx="334">
                  <c:v>2.4671202776306822E-4</c:v>
                </c:pt>
                <c:pt idx="335">
                  <c:v>2.6321053626158673E-4</c:v>
                </c:pt>
                <c:pt idx="336">
                  <c:v>2.6787736184431983E-4</c:v>
                </c:pt>
                <c:pt idx="337">
                  <c:v>2.6444797018901665E-4</c:v>
                </c:pt>
                <c:pt idx="338">
                  <c:v>2.6740691406174397E-4</c:v>
                </c:pt>
                <c:pt idx="339">
                  <c:v>2.6526144065185439E-4</c:v>
                </c:pt>
                <c:pt idx="340">
                  <c:v>2.7332257272480508E-4</c:v>
                </c:pt>
                <c:pt idx="341">
                  <c:v>2.7767745986818443E-4</c:v>
                </c:pt>
                <c:pt idx="342">
                  <c:v>2.8029892612629166E-4</c:v>
                </c:pt>
                <c:pt idx="343">
                  <c:v>2.7788941603999469E-4</c:v>
                </c:pt>
                <c:pt idx="344">
                  <c:v>2.7845536560964286E-4</c:v>
                </c:pt>
                <c:pt idx="345">
                  <c:v>2.7749279848669008E-4</c:v>
                </c:pt>
                <c:pt idx="346">
                  <c:v>2.7211795551693028E-4</c:v>
                </c:pt>
                <c:pt idx="347">
                  <c:v>2.6982670632297757E-4</c:v>
                </c:pt>
                <c:pt idx="348">
                  <c:v>2.6735705700418682E-4</c:v>
                </c:pt>
                <c:pt idx="349">
                  <c:v>2.6748548457701998E-4</c:v>
                </c:pt>
                <c:pt idx="350">
                  <c:v>2.4683171324520301E-4</c:v>
                </c:pt>
                <c:pt idx="351">
                  <c:v>2.3703146177093379E-4</c:v>
                </c:pt>
                <c:pt idx="352">
                  <c:v>2.4135155243478759E-4</c:v>
                </c:pt>
                <c:pt idx="353">
                  <c:v>2.2360674896677613E-4</c:v>
                </c:pt>
                <c:pt idx="354">
                  <c:v>2.2808662370609153E-4</c:v>
                </c:pt>
                <c:pt idx="355">
                  <c:v>2.0723086934824688E-4</c:v>
                </c:pt>
                <c:pt idx="356">
                  <c:v>1.941754415239334E-4</c:v>
                </c:pt>
                <c:pt idx="357">
                  <c:v>1.946071343009856E-4</c:v>
                </c:pt>
                <c:pt idx="358">
                  <c:v>1.8622506803516541E-4</c:v>
                </c:pt>
                <c:pt idx="359">
                  <c:v>1.6012228931854426E-4</c:v>
                </c:pt>
                <c:pt idx="360">
                  <c:v>1.6115902776967213E-4</c:v>
                </c:pt>
                <c:pt idx="361">
                  <c:v>1.4876720850909086E-4</c:v>
                </c:pt>
                <c:pt idx="362">
                  <c:v>1.4294626108413963E-4</c:v>
                </c:pt>
                <c:pt idx="363">
                  <c:v>1.26924901551931E-4</c:v>
                </c:pt>
                <c:pt idx="364">
                  <c:v>1.1822918041729019E-4</c:v>
                </c:pt>
                <c:pt idx="365">
                  <c:v>1.1057933753414165E-4</c:v>
                </c:pt>
                <c:pt idx="366">
                  <c:v>1.0200447663113172E-4</c:v>
                </c:pt>
                <c:pt idx="367">
                  <c:v>9.4895973524406358E-5</c:v>
                </c:pt>
                <c:pt idx="368">
                  <c:v>8.9989322548110544E-5</c:v>
                </c:pt>
                <c:pt idx="369">
                  <c:v>8.5992391743180429E-5</c:v>
                </c:pt>
                <c:pt idx="370">
                  <c:v>7.2426584786391119E-5</c:v>
                </c:pt>
                <c:pt idx="371">
                  <c:v>6.9794016319364239E-5</c:v>
                </c:pt>
                <c:pt idx="372">
                  <c:v>6.3628048282942946E-5</c:v>
                </c:pt>
                <c:pt idx="373">
                  <c:v>5.9410951043959347E-5</c:v>
                </c:pt>
                <c:pt idx="374">
                  <c:v>5.4604519597849021E-5</c:v>
                </c:pt>
                <c:pt idx="375">
                  <c:v>5.1785113803898427E-5</c:v>
                </c:pt>
                <c:pt idx="376">
                  <c:v>4.8206862248694867E-5</c:v>
                </c:pt>
                <c:pt idx="377">
                  <c:v>3.9548279944982663E-5</c:v>
                </c:pt>
                <c:pt idx="378">
                  <c:v>4.4398522588993588E-5</c:v>
                </c:pt>
                <c:pt idx="379">
                  <c:v>3.650938297949939E-5</c:v>
                </c:pt>
                <c:pt idx="380">
                  <c:v>3.4498470311096919E-5</c:v>
                </c:pt>
                <c:pt idx="381">
                  <c:v>3.7398395831747415E-5</c:v>
                </c:pt>
                <c:pt idx="382">
                  <c:v>3.4963081863022543E-5</c:v>
                </c:pt>
                <c:pt idx="383">
                  <c:v>3.0218038308533186E-5</c:v>
                </c:pt>
                <c:pt idx="384">
                  <c:v>3.07806453917159E-5</c:v>
                </c:pt>
                <c:pt idx="385">
                  <c:v>2.92518948509728E-5</c:v>
                </c:pt>
                <c:pt idx="386">
                  <c:v>2.6486142940262783E-5</c:v>
                </c:pt>
                <c:pt idx="387">
                  <c:v>2.5083712518768101E-5</c:v>
                </c:pt>
                <c:pt idx="388">
                  <c:v>2.6788381006360842E-5</c:v>
                </c:pt>
                <c:pt idx="389">
                  <c:v>2.5988516730546839E-5</c:v>
                </c:pt>
                <c:pt idx="390">
                  <c:v>2.7155546403886075E-5</c:v>
                </c:pt>
                <c:pt idx="391">
                  <c:v>2.5393178667443374E-5</c:v>
                </c:pt>
                <c:pt idx="392">
                  <c:v>2.6385682292741144E-5</c:v>
                </c:pt>
                <c:pt idx="393">
                  <c:v>2.7381510665608132E-5</c:v>
                </c:pt>
                <c:pt idx="394">
                  <c:v>2.6836515517486547E-5</c:v>
                </c:pt>
                <c:pt idx="395">
                  <c:v>2.7498490062150569E-5</c:v>
                </c:pt>
                <c:pt idx="396">
                  <c:v>2.5306791227257624E-5</c:v>
                </c:pt>
                <c:pt idx="397">
                  <c:v>2.5836493836486055E-5</c:v>
                </c:pt>
                <c:pt idx="398">
                  <c:v>3.1762838512939955E-5</c:v>
                </c:pt>
                <c:pt idx="399">
                  <c:v>2.9659004075667001E-5</c:v>
                </c:pt>
                <c:pt idx="400">
                  <c:v>3.2873492963347113E-5</c:v>
                </c:pt>
                <c:pt idx="401">
                  <c:v>3.0052044445943551E-5</c:v>
                </c:pt>
                <c:pt idx="402">
                  <c:v>3.4584876679344997E-5</c:v>
                </c:pt>
                <c:pt idx="403">
                  <c:v>3.3270871029477601E-5</c:v>
                </c:pt>
                <c:pt idx="404">
                  <c:v>4.069501617753736E-5</c:v>
                </c:pt>
                <c:pt idx="405">
                  <c:v>4.1625667846187568E-5</c:v>
                </c:pt>
                <c:pt idx="406">
                  <c:v>4.5595194468486276E-5</c:v>
                </c:pt>
                <c:pt idx="407">
                  <c:v>4.4521227765717178E-5</c:v>
                </c:pt>
                <c:pt idx="408">
                  <c:v>5.1131636428158636E-5</c:v>
                </c:pt>
                <c:pt idx="409">
                  <c:v>5.8254258111883858E-5</c:v>
                </c:pt>
                <c:pt idx="410">
                  <c:v>5.768180553036468E-5</c:v>
                </c:pt>
                <c:pt idx="411">
                  <c:v>6.9567254795585692E-5</c:v>
                </c:pt>
                <c:pt idx="412">
                  <c:v>7.4316238805906688E-5</c:v>
                </c:pt>
                <c:pt idx="413">
                  <c:v>7.5802196427627206E-5</c:v>
                </c:pt>
                <c:pt idx="414">
                  <c:v>8.589978178877674E-5</c:v>
                </c:pt>
                <c:pt idx="415">
                  <c:v>8.9089201059660214E-5</c:v>
                </c:pt>
                <c:pt idx="416">
                  <c:v>1.0144360716131345E-4</c:v>
                </c:pt>
                <c:pt idx="417">
                  <c:v>1.0456321366961489E-4</c:v>
                </c:pt>
                <c:pt idx="418">
                  <c:v>1.1401940926634062E-4</c:v>
                </c:pt>
                <c:pt idx="419">
                  <c:v>1.2298701331598717E-4</c:v>
                </c:pt>
                <c:pt idx="420">
                  <c:v>1.2407396058191915E-4</c:v>
                </c:pt>
                <c:pt idx="421">
                  <c:v>1.4100197308424407E-4</c:v>
                </c:pt>
                <c:pt idx="422">
                  <c:v>1.4904266277717765E-4</c:v>
                </c:pt>
                <c:pt idx="423">
                  <c:v>1.468787541791328E-4</c:v>
                </c:pt>
                <c:pt idx="424">
                  <c:v>1.7078324065526913E-4</c:v>
                </c:pt>
                <c:pt idx="425">
                  <c:v>1.665952746291551E-4</c:v>
                </c:pt>
                <c:pt idx="426">
                  <c:v>1.7492961565246081E-4</c:v>
                </c:pt>
                <c:pt idx="427">
                  <c:v>1.8808326055765588E-4</c:v>
                </c:pt>
                <c:pt idx="428">
                  <c:v>1.898957714767357E-4</c:v>
                </c:pt>
                <c:pt idx="429">
                  <c:v>2.061509787432382E-4</c:v>
                </c:pt>
                <c:pt idx="430">
                  <c:v>2.0651051109158426E-4</c:v>
                </c:pt>
                <c:pt idx="431">
                  <c:v>2.1727415148995919E-4</c:v>
                </c:pt>
                <c:pt idx="432">
                  <c:v>2.3037438782740703E-4</c:v>
                </c:pt>
                <c:pt idx="433">
                  <c:v>2.2485990296398361E-4</c:v>
                </c:pt>
                <c:pt idx="434">
                  <c:v>2.2558650884915092E-4</c:v>
                </c:pt>
                <c:pt idx="435">
                  <c:v>2.4441689769985912E-4</c:v>
                </c:pt>
                <c:pt idx="436">
                  <c:v>2.4002131581252911E-4</c:v>
                </c:pt>
                <c:pt idx="437">
                  <c:v>2.4280022218587814E-4</c:v>
                </c:pt>
                <c:pt idx="438">
                  <c:v>2.4489494106178384E-4</c:v>
                </c:pt>
                <c:pt idx="439">
                  <c:v>2.4445967397112515E-4</c:v>
                </c:pt>
                <c:pt idx="440">
                  <c:v>2.4917270461803702E-4</c:v>
                </c:pt>
                <c:pt idx="441">
                  <c:v>2.5095084581780848E-4</c:v>
                </c:pt>
                <c:pt idx="442">
                  <c:v>2.3530729476206635E-4</c:v>
                </c:pt>
                <c:pt idx="443">
                  <c:v>2.3408632507539192E-4</c:v>
                </c:pt>
                <c:pt idx="444">
                  <c:v>2.2755708036598706E-4</c:v>
                </c:pt>
                <c:pt idx="445">
                  <c:v>2.2606833222171417E-4</c:v>
                </c:pt>
                <c:pt idx="446">
                  <c:v>2.2328261831625637E-4</c:v>
                </c:pt>
                <c:pt idx="447">
                  <c:v>2.1704255857949546E-4</c:v>
                </c:pt>
                <c:pt idx="448">
                  <c:v>2.0324597569732533E-4</c:v>
                </c:pt>
                <c:pt idx="449">
                  <c:v>2.0606008862844122E-4</c:v>
                </c:pt>
                <c:pt idx="450">
                  <c:v>1.9485851490605698E-4</c:v>
                </c:pt>
                <c:pt idx="451">
                  <c:v>1.9130496238381348E-4</c:v>
                </c:pt>
                <c:pt idx="452">
                  <c:v>1.7388560519074879E-4</c:v>
                </c:pt>
                <c:pt idx="453">
                  <c:v>1.6888379764521015E-4</c:v>
                </c:pt>
                <c:pt idx="454">
                  <c:v>1.6154687956902286E-4</c:v>
                </c:pt>
                <c:pt idx="455">
                  <c:v>1.4862611143757852E-4</c:v>
                </c:pt>
                <c:pt idx="456">
                  <c:v>1.4061831814476513E-4</c:v>
                </c:pt>
                <c:pt idx="457">
                  <c:v>1.3662622625813892E-4</c:v>
                </c:pt>
                <c:pt idx="458">
                  <c:v>1.2510428360866505E-4</c:v>
                </c:pt>
                <c:pt idx="459">
                  <c:v>1.1639986002161766E-4</c:v>
                </c:pt>
                <c:pt idx="460">
                  <c:v>1.1157202113329869E-4</c:v>
                </c:pt>
                <c:pt idx="461">
                  <c:v>1.1026177362409378E-4</c:v>
                </c:pt>
                <c:pt idx="462">
                  <c:v>9.9839914290828082E-5</c:v>
                </c:pt>
                <c:pt idx="463">
                  <c:v>9.2612361529024464E-5</c:v>
                </c:pt>
                <c:pt idx="464">
                  <c:v>8.6829093195323412E-5</c:v>
                </c:pt>
                <c:pt idx="465">
                  <c:v>7.9203726779645086E-5</c:v>
                </c:pt>
                <c:pt idx="466">
                  <c:v>8.0127949673566986E-5</c:v>
                </c:pt>
                <c:pt idx="467">
                  <c:v>7.4727052071158303E-5</c:v>
                </c:pt>
                <c:pt idx="468">
                  <c:v>7.3818085379037313E-5</c:v>
                </c:pt>
                <c:pt idx="469">
                  <c:v>6.7155065726544165E-5</c:v>
                </c:pt>
                <c:pt idx="470">
                  <c:v>6.7410449398891276E-5</c:v>
                </c:pt>
                <c:pt idx="471">
                  <c:v>6.6107491943649956E-5</c:v>
                </c:pt>
                <c:pt idx="472">
                  <c:v>6.3257815701539606E-5</c:v>
                </c:pt>
                <c:pt idx="473">
                  <c:v>6.0693944934667808E-5</c:v>
                </c:pt>
                <c:pt idx="474">
                  <c:v>6.0450406040160518E-5</c:v>
                </c:pt>
                <c:pt idx="475">
                  <c:v>6.5021863671299205E-5</c:v>
                </c:pt>
                <c:pt idx="476">
                  <c:v>6.9594131382895718E-5</c:v>
                </c:pt>
                <c:pt idx="477">
                  <c:v>6.8291699439070085E-5</c:v>
                </c:pt>
                <c:pt idx="478">
                  <c:v>7.2276672982028134E-5</c:v>
                </c:pt>
                <c:pt idx="479">
                  <c:v>7.3508197129649045E-5</c:v>
                </c:pt>
                <c:pt idx="480">
                  <c:v>7.9766925896269887E-5</c:v>
                </c:pt>
                <c:pt idx="481">
                  <c:v>8.8816226081448658E-5</c:v>
                </c:pt>
                <c:pt idx="482">
                  <c:v>9.161392708765753E-5</c:v>
                </c:pt>
                <c:pt idx="483">
                  <c:v>9.3572564058555185E-5</c:v>
                </c:pt>
                <c:pt idx="484">
                  <c:v>1.0273467384087296E-4</c:v>
                </c:pt>
                <c:pt idx="485">
                  <c:v>1.0549509237633787E-4</c:v>
                </c:pt>
                <c:pt idx="486">
                  <c:v>1.1450639495223043E-4</c:v>
                </c:pt>
                <c:pt idx="487">
                  <c:v>1.1786875662761618E-4</c:v>
                </c:pt>
                <c:pt idx="488">
                  <c:v>1.3604094243565827E-4</c:v>
                </c:pt>
                <c:pt idx="489">
                  <c:v>1.4519991362040889E-4</c:v>
                </c:pt>
                <c:pt idx="490">
                  <c:v>1.5507900412429574E-4</c:v>
                </c:pt>
                <c:pt idx="491">
                  <c:v>1.5736150682638827E-4</c:v>
                </c:pt>
                <c:pt idx="492">
                  <c:v>1.7497055703166614E-4</c:v>
                </c:pt>
                <c:pt idx="493">
                  <c:v>1.7949249306851804E-4</c:v>
                </c:pt>
                <c:pt idx="494">
                  <c:v>1.9481158116898596E-4</c:v>
                </c:pt>
                <c:pt idx="495">
                  <c:v>2.0654103533939713E-4</c:v>
                </c:pt>
                <c:pt idx="496">
                  <c:v>2.1864411531152665E-4</c:v>
                </c:pt>
                <c:pt idx="497">
                  <c:v>2.3526421170618584E-4</c:v>
                </c:pt>
                <c:pt idx="498">
                  <c:v>2.4594815328235476E-4</c:v>
                </c:pt>
                <c:pt idx="499">
                  <c:v>2.5957698251763444E-4</c:v>
                </c:pt>
                <c:pt idx="500">
                  <c:v>2.7820387035760118E-4</c:v>
                </c:pt>
                <c:pt idx="501">
                  <c:v>2.8869554135804514E-4</c:v>
                </c:pt>
                <c:pt idx="502">
                  <c:v>3.0817319878002479E-4</c:v>
                </c:pt>
                <c:pt idx="503">
                  <c:v>3.3203981078193346E-4</c:v>
                </c:pt>
                <c:pt idx="504">
                  <c:v>3.4026856593468021E-4</c:v>
                </c:pt>
                <c:pt idx="505">
                  <c:v>3.4088161716485646E-4</c:v>
                </c:pt>
                <c:pt idx="506">
                  <c:v>3.6530679220455275E-4</c:v>
                </c:pt>
                <c:pt idx="507">
                  <c:v>3.8934600631945315E-4</c:v>
                </c:pt>
                <c:pt idx="508">
                  <c:v>4.0127572556277347E-4</c:v>
                </c:pt>
                <c:pt idx="509">
                  <c:v>4.279754761733008E-4</c:v>
                </c:pt>
                <c:pt idx="510">
                  <c:v>0</c:v>
                </c:pt>
                <c:pt idx="511">
                  <c:v>0</c:v>
                </c:pt>
              </c:numCache>
            </c:numRef>
          </c:yVal>
          <c:smooth val="1"/>
          <c:extLst>
            <c:ext xmlns:c16="http://schemas.microsoft.com/office/drawing/2014/chart" uri="{C3380CC4-5D6E-409C-BE32-E72D297353CC}">
              <c16:uniqueId val="{00000001-67BA-4CBA-8EC2-6E6D51006D75}"/>
            </c:ext>
          </c:extLst>
        </c:ser>
        <c:ser>
          <c:idx val="1"/>
          <c:order val="2"/>
          <c:tx>
            <c:strRef>
              <c:f>'calib_(2)'!$H$7</c:f>
              <c:strCache>
                <c:ptCount val="1"/>
                <c:pt idx="0">
                  <c:v>secondary</c:v>
                </c:pt>
              </c:strCache>
            </c:strRef>
          </c:tx>
          <c:spPr>
            <a:ln w="19046" cap="rnd">
              <a:solidFill>
                <a:schemeClr val="accent6"/>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'calib_(2)'!$H$8:$H$519</c:f>
              <c:numCache>
                <c:formatCode>General</c:formatCode>
                <c:ptCount val="512"/>
                <c:pt idx="0">
                  <c:v>0.15613666573137239</c:v>
                </c:pt>
                <c:pt idx="1">
                  <c:v>0.17370296510521249</c:v>
                </c:pt>
                <c:pt idx="2">
                  <c:v>0.18125313524097492</c:v>
                </c:pt>
                <c:pt idx="3">
                  <c:v>0.18656648887083743</c:v>
                </c:pt>
                <c:pt idx="4">
                  <c:v>0.18989351533117349</c:v>
                </c:pt>
                <c:pt idx="5">
                  <c:v>0.19249391688209661</c:v>
                </c:pt>
                <c:pt idx="6">
                  <c:v>0.19381637676421709</c:v>
                </c:pt>
                <c:pt idx="7">
                  <c:v>0.19215179880115466</c:v>
                </c:pt>
                <c:pt idx="8">
                  <c:v>0.19546774659468799</c:v>
                </c:pt>
                <c:pt idx="9">
                  <c:v>0.19598175036520868</c:v>
                </c:pt>
                <c:pt idx="10">
                  <c:v>0.19603471960446339</c:v>
                </c:pt>
                <c:pt idx="11">
                  <c:v>0.19682691764926186</c:v>
                </c:pt>
                <c:pt idx="12">
                  <c:v>0.19531355424897298</c:v>
                </c:pt>
                <c:pt idx="13">
                  <c:v>0.19467657722123291</c:v>
                </c:pt>
                <c:pt idx="14">
                  <c:v>0.19551143118231534</c:v>
                </c:pt>
                <c:pt idx="15">
                  <c:v>0.19392881858457495</c:v>
                </c:pt>
                <c:pt idx="16">
                  <c:v>0.19421580188936843</c:v>
                </c:pt>
                <c:pt idx="17">
                  <c:v>0.19256053340357429</c:v>
                </c:pt>
                <c:pt idx="18">
                  <c:v>0.19247773895688169</c:v>
                </c:pt>
                <c:pt idx="19">
                  <c:v>0.18992249360201569</c:v>
                </c:pt>
                <c:pt idx="20">
                  <c:v>0.19028623882712775</c:v>
                </c:pt>
                <c:pt idx="21">
                  <c:v>0.18986815505406812</c:v>
                </c:pt>
                <c:pt idx="22">
                  <c:v>0.18918303699268332</c:v>
                </c:pt>
                <c:pt idx="23">
                  <c:v>0.19359819233454204</c:v>
                </c:pt>
                <c:pt idx="24">
                  <c:v>0.19839879694814577</c:v>
                </c:pt>
                <c:pt idx="25">
                  <c:v>0.20517276801486348</c:v>
                </c:pt>
                <c:pt idx="26">
                  <c:v>0.20865559232210346</c:v>
                </c:pt>
                <c:pt idx="27">
                  <c:v>0.20991109350558715</c:v>
                </c:pt>
                <c:pt idx="28">
                  <c:v>0.20719035751632653</c:v>
                </c:pt>
                <c:pt idx="29">
                  <c:v>0.19979630565702461</c:v>
                </c:pt>
                <c:pt idx="30">
                  <c:v>0.19553222781018909</c:v>
                </c:pt>
                <c:pt idx="31">
                  <c:v>0.19291793122369619</c:v>
                </c:pt>
                <c:pt idx="32">
                  <c:v>0.18960834661798953</c:v>
                </c:pt>
                <c:pt idx="33">
                  <c:v>0.18659876116742463</c:v>
                </c:pt>
                <c:pt idx="34">
                  <c:v>0.18580643822881271</c:v>
                </c:pt>
                <c:pt idx="35">
                  <c:v>0.18582595579538194</c:v>
                </c:pt>
                <c:pt idx="36">
                  <c:v>0.18647809764762663</c:v>
                </c:pt>
                <c:pt idx="37">
                  <c:v>0.18841445073926896</c:v>
                </c:pt>
                <c:pt idx="38">
                  <c:v>0.19210894845210733</c:v>
                </c:pt>
                <c:pt idx="39">
                  <c:v>0.19690735085584293</c:v>
                </c:pt>
                <c:pt idx="40">
                  <c:v>0.20401734833015739</c:v>
                </c:pt>
                <c:pt idx="41">
                  <c:v>0.21135079625643466</c:v>
                </c:pt>
                <c:pt idx="42">
                  <c:v>0.21669150112684368</c:v>
                </c:pt>
                <c:pt idx="43">
                  <c:v>0.22385155292179834</c:v>
                </c:pt>
                <c:pt idx="44">
                  <c:v>0.22541289083201441</c:v>
                </c:pt>
                <c:pt idx="45">
                  <c:v>0.22636651380568079</c:v>
                </c:pt>
                <c:pt idx="46">
                  <c:v>0.22227200832944316</c:v>
                </c:pt>
                <c:pt idx="47">
                  <c:v>0.21721498812703557</c:v>
                </c:pt>
                <c:pt idx="48">
                  <c:v>0.21331606009736692</c:v>
                </c:pt>
                <c:pt idx="49">
                  <c:v>0.20965833145829268</c:v>
                </c:pt>
                <c:pt idx="50">
                  <c:v>0.207718292566269</c:v>
                </c:pt>
                <c:pt idx="51">
                  <c:v>0.20867291795285298</c:v>
                </c:pt>
                <c:pt idx="52">
                  <c:v>0.21268772541671141</c:v>
                </c:pt>
                <c:pt idx="53">
                  <c:v>0.21564498619111971</c:v>
                </c:pt>
                <c:pt idx="54">
                  <c:v>0.2180600576196213</c:v>
                </c:pt>
                <c:pt idx="55">
                  <c:v>0.22269869873470127</c:v>
                </c:pt>
                <c:pt idx="56">
                  <c:v>0.22581783400972236</c:v>
                </c:pt>
                <c:pt idx="57">
                  <c:v>0.2288733983469346</c:v>
                </c:pt>
                <c:pt idx="58">
                  <c:v>0.2313245937825171</c:v>
                </c:pt>
                <c:pt idx="59">
                  <c:v>0.23215867241448043</c:v>
                </c:pt>
                <c:pt idx="60">
                  <c:v>0.23467500101293737</c:v>
                </c:pt>
                <c:pt idx="61">
                  <c:v>0.23870113950668748</c:v>
                </c:pt>
                <c:pt idx="62">
                  <c:v>0.24618903230202363</c:v>
                </c:pt>
                <c:pt idx="63">
                  <c:v>0.25662096756025871</c:v>
                </c:pt>
                <c:pt idx="64">
                  <c:v>0.27244295257433776</c:v>
                </c:pt>
                <c:pt idx="65">
                  <c:v>0.29321346893356315</c:v>
                </c:pt>
                <c:pt idx="66">
                  <c:v>0.32392600431885155</c:v>
                </c:pt>
                <c:pt idx="67">
                  <c:v>0.36529583859651571</c:v>
                </c:pt>
                <c:pt idx="68">
                  <c:v>0.41418140254016433</c:v>
                </c:pt>
                <c:pt idx="69">
                  <c:v>0.46725064147808371</c:v>
                </c:pt>
                <c:pt idx="70">
                  <c:v>0.5203226156252464</c:v>
                </c:pt>
                <c:pt idx="71">
                  <c:v>0.57029458684202616</c:v>
                </c:pt>
                <c:pt idx="72">
                  <c:v>0.60590843912058312</c:v>
                </c:pt>
                <c:pt idx="73">
                  <c:v>0.62492495482321997</c:v>
                </c:pt>
                <c:pt idx="74">
                  <c:v>0.62274712571858726</c:v>
                </c:pt>
                <c:pt idx="75">
                  <c:v>0.60827061991568976</c:v>
                </c:pt>
                <c:pt idx="76">
                  <c:v>0.57734801166906746</c:v>
                </c:pt>
                <c:pt idx="77">
                  <c:v>0.5399298295809134</c:v>
                </c:pt>
                <c:pt idx="78">
                  <c:v>0.50568628709577368</c:v>
                </c:pt>
                <c:pt idx="79">
                  <c:v>0.47875296154725011</c:v>
                </c:pt>
                <c:pt idx="80">
                  <c:v>0.45884770787020174</c:v>
                </c:pt>
                <c:pt idx="81">
                  <c:v>0.44854201533359017</c:v>
                </c:pt>
                <c:pt idx="82">
                  <c:v>0.44344386942697156</c:v>
                </c:pt>
                <c:pt idx="83">
                  <c:v>0.44259259044622101</c:v>
                </c:pt>
                <c:pt idx="84">
                  <c:v>0.43716808494692933</c:v>
                </c:pt>
                <c:pt idx="85">
                  <c:v>0.42769020948584757</c:v>
                </c:pt>
                <c:pt idx="86">
                  <c:v>0.41717739715970331</c:v>
                </c:pt>
                <c:pt idx="87">
                  <c:v>0.40080029196542816</c:v>
                </c:pt>
                <c:pt idx="88">
                  <c:v>0.38169426230306391</c:v>
                </c:pt>
                <c:pt idx="89">
                  <c:v>0.36082383647360916</c:v>
                </c:pt>
                <c:pt idx="90">
                  <c:v>0.34277612046391559</c:v>
                </c:pt>
                <c:pt idx="91">
                  <c:v>0.32532593787566733</c:v>
                </c:pt>
                <c:pt idx="92">
                  <c:v>0.31199288426485555</c:v>
                </c:pt>
                <c:pt idx="93">
                  <c:v>0.30134891516965201</c:v>
                </c:pt>
                <c:pt idx="94">
                  <c:v>0.29433374759852138</c:v>
                </c:pt>
                <c:pt idx="95">
                  <c:v>0.29022918482014859</c:v>
                </c:pt>
                <c:pt idx="96">
                  <c:v>0.28694877385495599</c:v>
                </c:pt>
                <c:pt idx="97">
                  <c:v>0.28682563996497984</c:v>
                </c:pt>
                <c:pt idx="98">
                  <c:v>0.28511861422534407</c:v>
                </c:pt>
                <c:pt idx="99">
                  <c:v>0.28553012565201574</c:v>
                </c:pt>
                <c:pt idx="100">
                  <c:v>0.28495012787027585</c:v>
                </c:pt>
                <c:pt idx="101">
                  <c:v>0.28578520420458031</c:v>
                </c:pt>
                <c:pt idx="102">
                  <c:v>0.28488281464030474</c:v>
                </c:pt>
                <c:pt idx="103">
                  <c:v>0.28265831367285787</c:v>
                </c:pt>
                <c:pt idx="104">
                  <c:v>0.2832808563148988</c:v>
                </c:pt>
                <c:pt idx="105">
                  <c:v>0.28129169538633636</c:v>
                </c:pt>
                <c:pt idx="106">
                  <c:v>0.28099780707151689</c:v>
                </c:pt>
                <c:pt idx="107">
                  <c:v>0.28001093924359788</c:v>
                </c:pt>
                <c:pt idx="108">
                  <c:v>0.27691620495184965</c:v>
                </c:pt>
                <c:pt idx="109">
                  <c:v>0.27841674065385702</c:v>
                </c:pt>
                <c:pt idx="110">
                  <c:v>0.27645404444446064</c:v>
                </c:pt>
                <c:pt idx="111">
                  <c:v>0.27617063923940444</c:v>
                </c:pt>
                <c:pt idx="112">
                  <c:v>0.27446706765580425</c:v>
                </c:pt>
                <c:pt idx="113">
                  <c:v>0.27528462756498773</c:v>
                </c:pt>
                <c:pt idx="114">
                  <c:v>0.274907767829561</c:v>
                </c:pt>
                <c:pt idx="115">
                  <c:v>0.27523006684341089</c:v>
                </c:pt>
                <c:pt idx="116">
                  <c:v>0.27448828526701557</c:v>
                </c:pt>
                <c:pt idx="117">
                  <c:v>0.27446200073798888</c:v>
                </c:pt>
                <c:pt idx="118">
                  <c:v>0.27437941630992613</c:v>
                </c:pt>
                <c:pt idx="119">
                  <c:v>0.27647081816891689</c:v>
                </c:pt>
                <c:pt idx="120">
                  <c:v>0.27668186901969927</c:v>
                </c:pt>
                <c:pt idx="121">
                  <c:v>0.27795291204932676</c:v>
                </c:pt>
                <c:pt idx="122">
                  <c:v>0.27849238249573016</c:v>
                </c:pt>
                <c:pt idx="123">
                  <c:v>0.28087665867452416</c:v>
                </c:pt>
                <c:pt idx="124">
                  <c:v>0.28247810611294405</c:v>
                </c:pt>
                <c:pt idx="125">
                  <c:v>0.28656159018469451</c:v>
                </c:pt>
                <c:pt idx="126">
                  <c:v>0.28427134577162883</c:v>
                </c:pt>
                <c:pt idx="127">
                  <c:v>0.28785875822940488</c:v>
                </c:pt>
                <c:pt idx="128">
                  <c:v>0.28879153294309157</c:v>
                </c:pt>
                <c:pt idx="129">
                  <c:v>0.28961638861350136</c:v>
                </c:pt>
                <c:pt idx="130">
                  <c:v>0.29214168125007878</c:v>
                </c:pt>
                <c:pt idx="131">
                  <c:v>0.29276195749160183</c:v>
                </c:pt>
                <c:pt idx="132">
                  <c:v>0.29507263073167761</c:v>
                </c:pt>
                <c:pt idx="133">
                  <c:v>0.29717666475928861</c:v>
                </c:pt>
                <c:pt idx="134">
                  <c:v>0.29606235094682021</c:v>
                </c:pt>
                <c:pt idx="135">
                  <c:v>0.29835187396553087</c:v>
                </c:pt>
                <c:pt idx="136">
                  <c:v>0.29911567368066649</c:v>
                </c:pt>
                <c:pt idx="137">
                  <c:v>0.30203281883788846</c:v>
                </c:pt>
                <c:pt idx="138">
                  <c:v>0.30446182730856514</c:v>
                </c:pt>
                <c:pt idx="139">
                  <c:v>0.30606018100247068</c:v>
                </c:pt>
                <c:pt idx="140">
                  <c:v>0.3098828380782544</c:v>
                </c:pt>
                <c:pt idx="141">
                  <c:v>0.31514096271326975</c:v>
                </c:pt>
                <c:pt idx="142">
                  <c:v>0.3187373684843261</c:v>
                </c:pt>
                <c:pt idx="143">
                  <c:v>0.32576604329748315</c:v>
                </c:pt>
                <c:pt idx="144">
                  <c:v>0.33521242896809383</c:v>
                </c:pt>
                <c:pt idx="145">
                  <c:v>0.34288120037048392</c:v>
                </c:pt>
                <c:pt idx="146">
                  <c:v>0.35495550598261078</c:v>
                </c:pt>
                <c:pt idx="147">
                  <c:v>0.36838689394688895</c:v>
                </c:pt>
                <c:pt idx="148">
                  <c:v>0.38047267880912294</c:v>
                </c:pt>
                <c:pt idx="149">
                  <c:v>0.39677025328449889</c:v>
                </c:pt>
                <c:pt idx="150">
                  <c:v>0.41259495056866874</c:v>
                </c:pt>
                <c:pt idx="151">
                  <c:v>0.43066633990533398</c:v>
                </c:pt>
                <c:pt idx="152">
                  <c:v>0.44654519953084887</c:v>
                </c:pt>
                <c:pt idx="153">
                  <c:v>0.46262921429994475</c:v>
                </c:pt>
                <c:pt idx="154">
                  <c:v>0.47864030515991918</c:v>
                </c:pt>
                <c:pt idx="155">
                  <c:v>0.49302909789849514</c:v>
                </c:pt>
                <c:pt idx="156">
                  <c:v>0.5044674087472083</c:v>
                </c:pt>
                <c:pt idx="157">
                  <c:v>0.51174734608559824</c:v>
                </c:pt>
                <c:pt idx="158">
                  <c:v>0.51675054258759867</c:v>
                </c:pt>
                <c:pt idx="159">
                  <c:v>0.51799230239295957</c:v>
                </c:pt>
                <c:pt idx="160">
                  <c:v>0.51649652744204122</c:v>
                </c:pt>
                <c:pt idx="161">
                  <c:v>0.50996819344891442</c:v>
                </c:pt>
                <c:pt idx="162">
                  <c:v>0.50271128344575455</c:v>
                </c:pt>
                <c:pt idx="163">
                  <c:v>0.49365283265321996</c:v>
                </c:pt>
                <c:pt idx="164">
                  <c:v>0.48409187256314334</c:v>
                </c:pt>
                <c:pt idx="165">
                  <c:v>0.47248373444449188</c:v>
                </c:pt>
                <c:pt idx="166">
                  <c:v>0.46389692998378051</c:v>
                </c:pt>
                <c:pt idx="167">
                  <c:v>0.45354733265408242</c:v>
                </c:pt>
                <c:pt idx="168">
                  <c:v>0.4461580344806364</c:v>
                </c:pt>
                <c:pt idx="169">
                  <c:v>0.44054066783905654</c:v>
                </c:pt>
                <c:pt idx="170">
                  <c:v>0.43326378592951531</c:v>
                </c:pt>
                <c:pt idx="171">
                  <c:v>0.43060630748963319</c:v>
                </c:pt>
                <c:pt idx="172">
                  <c:v>0.42742338602362151</c:v>
                </c:pt>
                <c:pt idx="173">
                  <c:v>0.42696812377757559</c:v>
                </c:pt>
                <c:pt idx="174">
                  <c:v>0.42580046935611593</c:v>
                </c:pt>
                <c:pt idx="175">
                  <c:v>0.42274506701262987</c:v>
                </c:pt>
                <c:pt idx="176">
                  <c:v>0.42215183227172992</c:v>
                </c:pt>
                <c:pt idx="177">
                  <c:v>0.42135992924887711</c:v>
                </c:pt>
                <c:pt idx="178">
                  <c:v>0.42166381658796881</c:v>
                </c:pt>
                <c:pt idx="179">
                  <c:v>0.41901489168274331</c:v>
                </c:pt>
                <c:pt idx="180">
                  <c:v>0.41461565493936209</c:v>
                </c:pt>
                <c:pt idx="181">
                  <c:v>0.41139960630253392</c:v>
                </c:pt>
                <c:pt idx="182">
                  <c:v>0.40846584424740195</c:v>
                </c:pt>
                <c:pt idx="183">
                  <c:v>0.40463457725536423</c:v>
                </c:pt>
                <c:pt idx="184">
                  <c:v>0.40117075415927567</c:v>
                </c:pt>
                <c:pt idx="185">
                  <c:v>0.39561010589591977</c:v>
                </c:pt>
                <c:pt idx="186">
                  <c:v>0.39095473460476177</c:v>
                </c:pt>
                <c:pt idx="187">
                  <c:v>0.38507213599372359</c:v>
                </c:pt>
                <c:pt idx="188">
                  <c:v>0.3797905666198359</c:v>
                </c:pt>
                <c:pt idx="189">
                  <c:v>0.37466726022732438</c:v>
                </c:pt>
                <c:pt idx="190">
                  <c:v>0.36933127922623332</c:v>
                </c:pt>
                <c:pt idx="191">
                  <c:v>0.36418129553133866</c:v>
                </c:pt>
                <c:pt idx="192">
                  <c:v>0.3587488552233461</c:v>
                </c:pt>
                <c:pt idx="193">
                  <c:v>0.35252555063889512</c:v>
                </c:pt>
                <c:pt idx="194">
                  <c:v>0.34792835909107478</c:v>
                </c:pt>
                <c:pt idx="195">
                  <c:v>0.34249440000773546</c:v>
                </c:pt>
                <c:pt idx="196">
                  <c:v>0.33789083340010156</c:v>
                </c:pt>
                <c:pt idx="197">
                  <c:v>0.33207355697288315</c:v>
                </c:pt>
                <c:pt idx="198">
                  <c:v>0.32703491892984271</c:v>
                </c:pt>
                <c:pt idx="199">
                  <c:v>0.3218307704393481</c:v>
                </c:pt>
                <c:pt idx="200">
                  <c:v>0.31940498925709188</c:v>
                </c:pt>
                <c:pt idx="201">
                  <c:v>0.31458715805878334</c:v>
                </c:pt>
                <c:pt idx="202">
                  <c:v>0.30719393386101446</c:v>
                </c:pt>
                <c:pt idx="203">
                  <c:v>0.30301188574897542</c:v>
                </c:pt>
                <c:pt idx="204">
                  <c:v>0.29973821069254869</c:v>
                </c:pt>
                <c:pt idx="205">
                  <c:v>0.29622815000186031</c:v>
                </c:pt>
                <c:pt idx="206">
                  <c:v>0.29240330295961536</c:v>
                </c:pt>
                <c:pt idx="207">
                  <c:v>0.28801686764131906</c:v>
                </c:pt>
                <c:pt idx="208">
                  <c:v>0.2835393067274421</c:v>
                </c:pt>
                <c:pt idx="209">
                  <c:v>0.280630474105724</c:v>
                </c:pt>
                <c:pt idx="210">
                  <c:v>0.27554104305711669</c:v>
                </c:pt>
                <c:pt idx="211">
                  <c:v>0.2730694718220239</c:v>
                </c:pt>
                <c:pt idx="212">
                  <c:v>0.26932123827151033</c:v>
                </c:pt>
                <c:pt idx="213">
                  <c:v>0.26580767860773968</c:v>
                </c:pt>
                <c:pt idx="214">
                  <c:v>0.26280216319566962</c:v>
                </c:pt>
                <c:pt idx="215">
                  <c:v>0.26040079699682894</c:v>
                </c:pt>
                <c:pt idx="216">
                  <c:v>0.25755886566931696</c:v>
                </c:pt>
                <c:pt idx="217">
                  <c:v>0.25268881167109081</c:v>
                </c:pt>
                <c:pt idx="218">
                  <c:v>0.25227908056347204</c:v>
                </c:pt>
                <c:pt idx="219">
                  <c:v>0.24906181734483465</c:v>
                </c:pt>
                <c:pt idx="220">
                  <c:v>0.24689430179826868</c:v>
                </c:pt>
                <c:pt idx="221">
                  <c:v>0.24409000777639892</c:v>
                </c:pt>
                <c:pt idx="222">
                  <c:v>0.24267394014195043</c:v>
                </c:pt>
                <c:pt idx="223">
                  <c:v>0.24133825916866267</c:v>
                </c:pt>
                <c:pt idx="224">
                  <c:v>0.23867760175623054</c:v>
                </c:pt>
                <c:pt idx="225">
                  <c:v>0.23575268853631703</c:v>
                </c:pt>
                <c:pt idx="226">
                  <c:v>0.23266929604683576</c:v>
                </c:pt>
                <c:pt idx="227">
                  <c:v>0.23349420192946155</c:v>
                </c:pt>
                <c:pt idx="228">
                  <c:v>0.23137538103990157</c:v>
                </c:pt>
                <c:pt idx="229">
                  <c:v>0.22737047460363066</c:v>
                </c:pt>
                <c:pt idx="230">
                  <c:v>0.22767252152709483</c:v>
                </c:pt>
                <c:pt idx="231">
                  <c:v>0.22668893705580473</c:v>
                </c:pt>
                <c:pt idx="232">
                  <c:v>0.22426961326274836</c:v>
                </c:pt>
                <c:pt idx="233">
                  <c:v>0.22180707657896107</c:v>
                </c:pt>
                <c:pt idx="234">
                  <c:v>0.22202840610828717</c:v>
                </c:pt>
                <c:pt idx="235">
                  <c:v>0.220663197611116</c:v>
                </c:pt>
                <c:pt idx="236">
                  <c:v>0.21907962714133444</c:v>
                </c:pt>
                <c:pt idx="237">
                  <c:v>0.21924113542937973</c:v>
                </c:pt>
                <c:pt idx="238">
                  <c:v>0.21766281695261766</c:v>
                </c:pt>
                <c:pt idx="239">
                  <c:v>0.2168079628563894</c:v>
                </c:pt>
                <c:pt idx="240">
                  <c:v>0.21683143169780045</c:v>
                </c:pt>
                <c:pt idx="241">
                  <c:v>0.21505223960814629</c:v>
                </c:pt>
                <c:pt idx="242">
                  <c:v>0.21525094632715486</c:v>
                </c:pt>
                <c:pt idx="243">
                  <c:v>0.21378784999934786</c:v>
                </c:pt>
                <c:pt idx="244">
                  <c:v>0.21293181885424581</c:v>
                </c:pt>
                <c:pt idx="245">
                  <c:v>0.21183385537976424</c:v>
                </c:pt>
                <c:pt idx="246">
                  <c:v>0.21200431571206368</c:v>
                </c:pt>
                <c:pt idx="247">
                  <c:v>0.21048386423817503</c:v>
                </c:pt>
                <c:pt idx="248">
                  <c:v>0.20892112842851393</c:v>
                </c:pt>
                <c:pt idx="249">
                  <c:v>0.20732124967060711</c:v>
                </c:pt>
                <c:pt idx="250">
                  <c:v>0.20733310200575336</c:v>
                </c:pt>
                <c:pt idx="251">
                  <c:v>0.2070483072997647</c:v>
                </c:pt>
                <c:pt idx="252">
                  <c:v>0.20572107473669671</c:v>
                </c:pt>
                <c:pt idx="253">
                  <c:v>0.20541298647074133</c:v>
                </c:pt>
                <c:pt idx="254">
                  <c:v>0.20523478470829179</c:v>
                </c:pt>
                <c:pt idx="255">
                  <c:v>0.20333496964008665</c:v>
                </c:pt>
                <c:pt idx="256">
                  <c:v>0.20267418112438268</c:v>
                </c:pt>
                <c:pt idx="257">
                  <c:v>0.20073887430373127</c:v>
                </c:pt>
                <c:pt idx="258">
                  <c:v>0.20005514755680837</c:v>
                </c:pt>
                <c:pt idx="259">
                  <c:v>0.20010259464940663</c:v>
                </c:pt>
                <c:pt idx="260">
                  <c:v>0.19861079343265173</c:v>
                </c:pt>
                <c:pt idx="261">
                  <c:v>0.20108690539737287</c:v>
                </c:pt>
                <c:pt idx="262">
                  <c:v>0.19794225145978453</c:v>
                </c:pt>
                <c:pt idx="263">
                  <c:v>0.19858255945115116</c:v>
                </c:pt>
                <c:pt idx="264">
                  <c:v>0.19602868914577004</c:v>
                </c:pt>
                <c:pt idx="265">
                  <c:v>0.19738149037388192</c:v>
                </c:pt>
                <c:pt idx="266">
                  <c:v>0.1964766204380749</c:v>
                </c:pt>
                <c:pt idx="267">
                  <c:v>0.19769568302820922</c:v>
                </c:pt>
                <c:pt idx="268">
                  <c:v>0.19586227438155265</c:v>
                </c:pt>
                <c:pt idx="269">
                  <c:v>0.19745928766802029</c:v>
                </c:pt>
                <c:pt idx="270">
                  <c:v>0.19552921109463212</c:v>
                </c:pt>
                <c:pt idx="271">
                  <c:v>0.19588243865769922</c:v>
                </c:pt>
                <c:pt idx="272">
                  <c:v>0.19553038715708831</c:v>
                </c:pt>
                <c:pt idx="273">
                  <c:v>0.19493578824905552</c:v>
                </c:pt>
                <c:pt idx="274">
                  <c:v>0.19461405614912969</c:v>
                </c:pt>
                <c:pt idx="275">
                  <c:v>0.19492014680010944</c:v>
                </c:pt>
                <c:pt idx="276">
                  <c:v>0.19315969149825318</c:v>
                </c:pt>
                <c:pt idx="277">
                  <c:v>0.19445895116960699</c:v>
                </c:pt>
                <c:pt idx="278">
                  <c:v>0.19176567055695548</c:v>
                </c:pt>
                <c:pt idx="279">
                  <c:v>0.19150765003740211</c:v>
                </c:pt>
                <c:pt idx="280">
                  <c:v>0.19192833349278438</c:v>
                </c:pt>
                <c:pt idx="281">
                  <c:v>0.18857664461523177</c:v>
                </c:pt>
                <c:pt idx="282">
                  <c:v>0.18745757532822688</c:v>
                </c:pt>
                <c:pt idx="283">
                  <c:v>0.18653804418798819</c:v>
                </c:pt>
                <c:pt idx="284">
                  <c:v>0.18646939225899767</c:v>
                </c:pt>
                <c:pt idx="285">
                  <c:v>0.18438302962584729</c:v>
                </c:pt>
                <c:pt idx="286">
                  <c:v>0.18463621110418887</c:v>
                </c:pt>
                <c:pt idx="287">
                  <c:v>0.18321911751439141</c:v>
                </c:pt>
                <c:pt idx="288">
                  <c:v>0.18268033867689037</c:v>
                </c:pt>
                <c:pt idx="289">
                  <c:v>0.1805673968186724</c:v>
                </c:pt>
                <c:pt idx="290">
                  <c:v>0.18064390203197211</c:v>
                </c:pt>
                <c:pt idx="291">
                  <c:v>0.17850638176639411</c:v>
                </c:pt>
                <c:pt idx="292">
                  <c:v>0.17759355285044104</c:v>
                </c:pt>
                <c:pt idx="293">
                  <c:v>0.17657302422463997</c:v>
                </c:pt>
                <c:pt idx="294">
                  <c:v>0.17548165225130571</c:v>
                </c:pt>
                <c:pt idx="295">
                  <c:v>0.17502097282961004</c:v>
                </c:pt>
                <c:pt idx="296">
                  <c:v>0.17359201262702562</c:v>
                </c:pt>
                <c:pt idx="297">
                  <c:v>0.17474412007403861</c:v>
                </c:pt>
                <c:pt idx="298">
                  <c:v>0.17315070209257161</c:v>
                </c:pt>
                <c:pt idx="299">
                  <c:v>0.17236129062029329</c:v>
                </c:pt>
                <c:pt idx="300">
                  <c:v>0.17206456910625353</c:v>
                </c:pt>
                <c:pt idx="301">
                  <c:v>0.17265654609376416</c:v>
                </c:pt>
                <c:pt idx="302">
                  <c:v>0.17206460922325736</c:v>
                </c:pt>
                <c:pt idx="303">
                  <c:v>0.17257653488763633</c:v>
                </c:pt>
                <c:pt idx="304">
                  <c:v>0.172591524563391</c:v>
                </c:pt>
                <c:pt idx="305">
                  <c:v>0.1731954851364986</c:v>
                </c:pt>
                <c:pt idx="306">
                  <c:v>0.17506914001733759</c:v>
                </c:pt>
                <c:pt idx="307">
                  <c:v>0.17290579219736477</c:v>
                </c:pt>
                <c:pt idx="308">
                  <c:v>0.17414763514793802</c:v>
                </c:pt>
                <c:pt idx="309">
                  <c:v>0.17388569924684438</c:v>
                </c:pt>
                <c:pt idx="310">
                  <c:v>0.17588497211685949</c:v>
                </c:pt>
                <c:pt idx="311">
                  <c:v>0.17517146073068526</c:v>
                </c:pt>
                <c:pt idx="312">
                  <c:v>0.17607976618692145</c:v>
                </c:pt>
                <c:pt idx="313">
                  <c:v>0.17667909161465789</c:v>
                </c:pt>
                <c:pt idx="314">
                  <c:v>0.17829961147809964</c:v>
                </c:pt>
                <c:pt idx="315">
                  <c:v>0.17861827388060936</c:v>
                </c:pt>
                <c:pt idx="316">
                  <c:v>0.1809519908849718</c:v>
                </c:pt>
                <c:pt idx="317">
                  <c:v>0.17969728318735498</c:v>
                </c:pt>
                <c:pt idx="318">
                  <c:v>0.18172634379365821</c:v>
                </c:pt>
                <c:pt idx="319">
                  <c:v>0.18404955414678925</c:v>
                </c:pt>
                <c:pt idx="320">
                  <c:v>0.18365907136693127</c:v>
                </c:pt>
                <c:pt idx="321">
                  <c:v>0.18582913614157276</c:v>
                </c:pt>
                <c:pt idx="322">
                  <c:v>0.18724732753334639</c:v>
                </c:pt>
                <c:pt idx="323">
                  <c:v>0.18733044023885298</c:v>
                </c:pt>
                <c:pt idx="324">
                  <c:v>0.19104984289312307</c:v>
                </c:pt>
                <c:pt idx="325">
                  <c:v>0.19061828684106413</c:v>
                </c:pt>
                <c:pt idx="326">
                  <c:v>0.19098845186672703</c:v>
                </c:pt>
                <c:pt idx="327">
                  <c:v>0.19434037069151777</c:v>
                </c:pt>
                <c:pt idx="328">
                  <c:v>0.19553223438276779</c:v>
                </c:pt>
                <c:pt idx="329">
                  <c:v>0.19587058471907162</c:v>
                </c:pt>
                <c:pt idx="330">
                  <c:v>0.19802322438488767</c:v>
                </c:pt>
                <c:pt idx="331">
                  <c:v>0.19918000525306406</c:v>
                </c:pt>
                <c:pt idx="332">
                  <c:v>0.20076657498501299</c:v>
                </c:pt>
                <c:pt idx="333">
                  <c:v>0.20268622444741763</c:v>
                </c:pt>
                <c:pt idx="334">
                  <c:v>0.20378930931754063</c:v>
                </c:pt>
                <c:pt idx="335">
                  <c:v>0.20318622775634443</c:v>
                </c:pt>
                <c:pt idx="336">
                  <c:v>0.2055846188320776</c:v>
                </c:pt>
                <c:pt idx="337">
                  <c:v>0.20523375634195826</c:v>
                </c:pt>
                <c:pt idx="338">
                  <c:v>0.20734547093518743</c:v>
                </c:pt>
                <c:pt idx="339">
                  <c:v>0.20772216040083791</c:v>
                </c:pt>
                <c:pt idx="340">
                  <c:v>0.20709639778420891</c:v>
                </c:pt>
                <c:pt idx="341">
                  <c:v>0.2077268896042215</c:v>
                </c:pt>
                <c:pt idx="342">
                  <c:v>0.20690337175095821</c:v>
                </c:pt>
                <c:pt idx="343">
                  <c:v>0.20527059478867274</c:v>
                </c:pt>
                <c:pt idx="344">
                  <c:v>0.20452079882204044</c:v>
                </c:pt>
                <c:pt idx="345">
                  <c:v>0.20290985010217297</c:v>
                </c:pt>
                <c:pt idx="346">
                  <c:v>0.20177416120514047</c:v>
                </c:pt>
                <c:pt idx="347">
                  <c:v>0.1987375269904158</c:v>
                </c:pt>
                <c:pt idx="348">
                  <c:v>0.19653447095795959</c:v>
                </c:pt>
                <c:pt idx="349">
                  <c:v>0.19427924238263802</c:v>
                </c:pt>
                <c:pt idx="350">
                  <c:v>0.1932414415733319</c:v>
                </c:pt>
                <c:pt idx="351">
                  <c:v>0.18926938676786814</c:v>
                </c:pt>
                <c:pt idx="352">
                  <c:v>0.18602186888986522</c:v>
                </c:pt>
                <c:pt idx="353">
                  <c:v>0.18122130456245422</c:v>
                </c:pt>
                <c:pt idx="354">
                  <c:v>0.17885969474378657</c:v>
                </c:pt>
                <c:pt idx="355">
                  <c:v>0.17519424913083376</c:v>
                </c:pt>
                <c:pt idx="356">
                  <c:v>0.17107820482658834</c:v>
                </c:pt>
                <c:pt idx="357">
                  <c:v>0.16627092675754426</c:v>
                </c:pt>
                <c:pt idx="358">
                  <c:v>0.16272470401098271</c:v>
                </c:pt>
                <c:pt idx="359">
                  <c:v>0.15831692206465919</c:v>
                </c:pt>
                <c:pt idx="360">
                  <c:v>0.15401087004641451</c:v>
                </c:pt>
                <c:pt idx="361">
                  <c:v>0.15026367889017833</c:v>
                </c:pt>
                <c:pt idx="362">
                  <c:v>0.14637883908637817</c:v>
                </c:pt>
                <c:pt idx="363">
                  <c:v>0.14233831340407943</c:v>
                </c:pt>
                <c:pt idx="364">
                  <c:v>0.13787956910877289</c:v>
                </c:pt>
                <c:pt idx="365">
                  <c:v>0.135203753999557</c:v>
                </c:pt>
                <c:pt idx="366">
                  <c:v>0.13203688536082173</c:v>
                </c:pt>
                <c:pt idx="367">
                  <c:v>0.12865396052053063</c:v>
                </c:pt>
                <c:pt idx="368">
                  <c:v>0.12450608332884497</c:v>
                </c:pt>
                <c:pt idx="369">
                  <c:v>0.12182541747935263</c:v>
                </c:pt>
                <c:pt idx="370">
                  <c:v>0.11863180469819073</c:v>
                </c:pt>
                <c:pt idx="371">
                  <c:v>0.11548125992252802</c:v>
                </c:pt>
                <c:pt idx="372">
                  <c:v>0.11407897563364974</c:v>
                </c:pt>
                <c:pt idx="373">
                  <c:v>0.11137059677377037</c:v>
                </c:pt>
                <c:pt idx="374">
                  <c:v>0.10919916826370724</c:v>
                </c:pt>
                <c:pt idx="375">
                  <c:v>0.10661878324465716</c:v>
                </c:pt>
                <c:pt idx="376">
                  <c:v>0.10618228536514067</c:v>
                </c:pt>
                <c:pt idx="377">
                  <c:v>0.10445373153081039</c:v>
                </c:pt>
                <c:pt idx="378">
                  <c:v>0.10261141380841204</c:v>
                </c:pt>
                <c:pt idx="379">
                  <c:v>0.10157464407079819</c:v>
                </c:pt>
                <c:pt idx="380">
                  <c:v>9.8982355754675372E-2</c:v>
                </c:pt>
                <c:pt idx="381">
                  <c:v>9.9889912024512736E-2</c:v>
                </c:pt>
                <c:pt idx="382">
                  <c:v>9.7373404154333848E-2</c:v>
                </c:pt>
                <c:pt idx="383">
                  <c:v>9.668609923823919E-2</c:v>
                </c:pt>
                <c:pt idx="384">
                  <c:v>9.6713449435386775E-2</c:v>
                </c:pt>
                <c:pt idx="385">
                  <c:v>9.5663286173394743E-2</c:v>
                </c:pt>
                <c:pt idx="386">
                  <c:v>9.4715742888544202E-2</c:v>
                </c:pt>
                <c:pt idx="387">
                  <c:v>9.3894533962387422E-2</c:v>
                </c:pt>
                <c:pt idx="388">
                  <c:v>9.4785887436663441E-2</c:v>
                </c:pt>
                <c:pt idx="389">
                  <c:v>9.3353955958555848E-2</c:v>
                </c:pt>
                <c:pt idx="390">
                  <c:v>9.3726881555092206E-2</c:v>
                </c:pt>
                <c:pt idx="391">
                  <c:v>9.3052759624476483E-2</c:v>
                </c:pt>
                <c:pt idx="392">
                  <c:v>9.3186485618155179E-2</c:v>
                </c:pt>
                <c:pt idx="393">
                  <c:v>9.2916912766136242E-2</c:v>
                </c:pt>
                <c:pt idx="394">
                  <c:v>9.2537483845357024E-2</c:v>
                </c:pt>
                <c:pt idx="395">
                  <c:v>9.2962189461441552E-2</c:v>
                </c:pt>
                <c:pt idx="396">
                  <c:v>9.3383753707877479E-2</c:v>
                </c:pt>
                <c:pt idx="397">
                  <c:v>9.2653740166589463E-2</c:v>
                </c:pt>
                <c:pt idx="398">
                  <c:v>9.4064765407421397E-2</c:v>
                </c:pt>
                <c:pt idx="399">
                  <c:v>9.3381376394693724E-2</c:v>
                </c:pt>
                <c:pt idx="400">
                  <c:v>9.5627274290620415E-2</c:v>
                </c:pt>
                <c:pt idx="401">
                  <c:v>9.5051727825197607E-2</c:v>
                </c:pt>
                <c:pt idx="402">
                  <c:v>9.579710097655883E-2</c:v>
                </c:pt>
                <c:pt idx="403">
                  <c:v>9.5715506584992241E-2</c:v>
                </c:pt>
                <c:pt idx="404">
                  <c:v>9.7668269741876521E-2</c:v>
                </c:pt>
                <c:pt idx="405">
                  <c:v>9.9481317135611202E-2</c:v>
                </c:pt>
                <c:pt idx="406">
                  <c:v>0.10170856270641707</c:v>
                </c:pt>
                <c:pt idx="407">
                  <c:v>0.10155194196068916</c:v>
                </c:pt>
                <c:pt idx="408">
                  <c:v>0.10426965055513424</c:v>
                </c:pt>
                <c:pt idx="409">
                  <c:v>0.10578087730061043</c:v>
                </c:pt>
                <c:pt idx="410">
                  <c:v>0.10774974570867044</c:v>
                </c:pt>
                <c:pt idx="411">
                  <c:v>0.10950323056016635</c:v>
                </c:pt>
                <c:pt idx="412">
                  <c:v>0.11161757205620056</c:v>
                </c:pt>
                <c:pt idx="413">
                  <c:v>0.11559680257067415</c:v>
                </c:pt>
                <c:pt idx="414">
                  <c:v>0.11706868898666568</c:v>
                </c:pt>
                <c:pt idx="415">
                  <c:v>0.12108621372309966</c:v>
                </c:pt>
                <c:pt idx="416">
                  <c:v>0.12375640200290693</c:v>
                </c:pt>
                <c:pt idx="417">
                  <c:v>0.12798077399740765</c:v>
                </c:pt>
                <c:pt idx="418">
                  <c:v>0.13157434587251737</c:v>
                </c:pt>
                <c:pt idx="419">
                  <c:v>0.13490104925779067</c:v>
                </c:pt>
                <c:pt idx="420">
                  <c:v>0.13939919650052437</c:v>
                </c:pt>
                <c:pt idx="421">
                  <c:v>0.14206607558433368</c:v>
                </c:pt>
                <c:pt idx="422">
                  <c:v>0.14693898135447761</c:v>
                </c:pt>
                <c:pt idx="423">
                  <c:v>0.15043673855169065</c:v>
                </c:pt>
                <c:pt idx="424">
                  <c:v>0.15449374305076746</c:v>
                </c:pt>
                <c:pt idx="425">
                  <c:v>0.15882013472763973</c:v>
                </c:pt>
                <c:pt idx="426">
                  <c:v>0.16301093732552996</c:v>
                </c:pt>
                <c:pt idx="427">
                  <c:v>0.16654109192624642</c:v>
                </c:pt>
                <c:pt idx="428">
                  <c:v>0.17083980920460135</c:v>
                </c:pt>
                <c:pt idx="429">
                  <c:v>0.17236891133703644</c:v>
                </c:pt>
                <c:pt idx="430">
                  <c:v>0.17604415161102144</c:v>
                </c:pt>
                <c:pt idx="431">
                  <c:v>0.18021194077618677</c:v>
                </c:pt>
                <c:pt idx="432">
                  <c:v>0.18300778666116363</c:v>
                </c:pt>
                <c:pt idx="433">
                  <c:v>0.18363034863593092</c:v>
                </c:pt>
                <c:pt idx="434">
                  <c:v>0.18587530948063996</c:v>
                </c:pt>
                <c:pt idx="435">
                  <c:v>0.18846393570789127</c:v>
                </c:pt>
                <c:pt idx="436">
                  <c:v>0.18816965575522338</c:v>
                </c:pt>
                <c:pt idx="437">
                  <c:v>0.18947345707531782</c:v>
                </c:pt>
                <c:pt idx="438">
                  <c:v>0.19058495636493575</c:v>
                </c:pt>
                <c:pt idx="439">
                  <c:v>0.1893657126628705</c:v>
                </c:pt>
                <c:pt idx="440">
                  <c:v>0.18918832885289816</c:v>
                </c:pt>
                <c:pt idx="441">
                  <c:v>0.18847357898028017</c:v>
                </c:pt>
                <c:pt idx="442">
                  <c:v>0.1856215903767148</c:v>
                </c:pt>
                <c:pt idx="443">
                  <c:v>0.18408061027902248</c:v>
                </c:pt>
                <c:pt idx="444">
                  <c:v>0.18242701541244449</c:v>
                </c:pt>
                <c:pt idx="445">
                  <c:v>0.18010549430462208</c:v>
                </c:pt>
                <c:pt idx="446">
                  <c:v>0.17547509368252825</c:v>
                </c:pt>
                <c:pt idx="447">
                  <c:v>0.17396645803342509</c:v>
                </c:pt>
                <c:pt idx="448">
                  <c:v>0.16874631388517825</c:v>
                </c:pt>
                <c:pt idx="449">
                  <c:v>0.16487770918475422</c:v>
                </c:pt>
                <c:pt idx="450">
                  <c:v>0.16036540855381207</c:v>
                </c:pt>
                <c:pt idx="451">
                  <c:v>0.15674770575980429</c:v>
                </c:pt>
                <c:pt idx="452">
                  <c:v>0.15151296499966788</c:v>
                </c:pt>
                <c:pt idx="453">
                  <c:v>0.14705925742854833</c:v>
                </c:pt>
                <c:pt idx="454">
                  <c:v>0.14285683918825773</c:v>
                </c:pt>
                <c:pt idx="455">
                  <c:v>0.13856284788631551</c:v>
                </c:pt>
                <c:pt idx="456">
                  <c:v>0.13258274901093639</c:v>
                </c:pt>
                <c:pt idx="457">
                  <c:v>0.12865660288934866</c:v>
                </c:pt>
                <c:pt idx="458">
                  <c:v>0.12555060284347136</c:v>
                </c:pt>
                <c:pt idx="459">
                  <c:v>0.12123073815156667</c:v>
                </c:pt>
                <c:pt idx="460">
                  <c:v>0.11699313276252946</c:v>
                </c:pt>
                <c:pt idx="461">
                  <c:v>0.11379968700223625</c:v>
                </c:pt>
                <c:pt idx="462">
                  <c:v>0.1109950320547621</c:v>
                </c:pt>
                <c:pt idx="463">
                  <c:v>0.10827615156379927</c:v>
                </c:pt>
                <c:pt idx="464">
                  <c:v>0.10422153488327851</c:v>
                </c:pt>
                <c:pt idx="465">
                  <c:v>0.10073271271643316</c:v>
                </c:pt>
                <c:pt idx="466">
                  <c:v>9.9758559989670537E-2</c:v>
                </c:pt>
                <c:pt idx="467">
                  <c:v>9.7429284146497847E-2</c:v>
                </c:pt>
                <c:pt idx="468">
                  <c:v>9.6463326189825602E-2</c:v>
                </c:pt>
                <c:pt idx="469">
                  <c:v>9.4550197546365386E-2</c:v>
                </c:pt>
                <c:pt idx="470">
                  <c:v>9.3830068073397055E-2</c:v>
                </c:pt>
                <c:pt idx="471">
                  <c:v>9.3107149976507347E-2</c:v>
                </c:pt>
                <c:pt idx="472">
                  <c:v>9.4009374126245965E-2</c:v>
                </c:pt>
                <c:pt idx="473">
                  <c:v>9.3625505061444389E-2</c:v>
                </c:pt>
                <c:pt idx="474">
                  <c:v>9.5025710226935567E-2</c:v>
                </c:pt>
                <c:pt idx="475">
                  <c:v>9.6595482544271555E-2</c:v>
                </c:pt>
                <c:pt idx="476">
                  <c:v>9.6825981012416004E-2</c:v>
                </c:pt>
                <c:pt idx="477">
                  <c:v>9.9071718538342318E-2</c:v>
                </c:pt>
                <c:pt idx="478">
                  <c:v>0.1011086906490757</c:v>
                </c:pt>
                <c:pt idx="479">
                  <c:v>0.10321217969421875</c:v>
                </c:pt>
                <c:pt idx="480">
                  <c:v>0.10626165438067343</c:v>
                </c:pt>
                <c:pt idx="481">
                  <c:v>0.10788405597566811</c:v>
                </c:pt>
                <c:pt idx="482">
                  <c:v>0.11236745288794986</c:v>
                </c:pt>
                <c:pt idx="483">
                  <c:v>0.1166831097953155</c:v>
                </c:pt>
                <c:pt idx="484">
                  <c:v>0.1210411856114689</c:v>
                </c:pt>
                <c:pt idx="485">
                  <c:v>0.12650368144474305</c:v>
                </c:pt>
                <c:pt idx="486">
                  <c:v>0.13115734043943819</c:v>
                </c:pt>
                <c:pt idx="487">
                  <c:v>0.13689408218680887</c:v>
                </c:pt>
                <c:pt idx="488">
                  <c:v>0.14157849629132616</c:v>
                </c:pt>
                <c:pt idx="489">
                  <c:v>0.14753605362249461</c:v>
                </c:pt>
                <c:pt idx="490">
                  <c:v>0.15423300485859462</c:v>
                </c:pt>
                <c:pt idx="491">
                  <c:v>0.16170106305250612</c:v>
                </c:pt>
                <c:pt idx="492">
                  <c:v>0.16805336361321349</c:v>
                </c:pt>
                <c:pt idx="493">
                  <c:v>0.17734050091853576</c:v>
                </c:pt>
                <c:pt idx="494">
                  <c:v>0.18275093053621619</c:v>
                </c:pt>
                <c:pt idx="495">
                  <c:v>0.19290003935428038</c:v>
                </c:pt>
                <c:pt idx="496">
                  <c:v>0.2015954863739278</c:v>
                </c:pt>
                <c:pt idx="497">
                  <c:v>0.21079163390220179</c:v>
                </c:pt>
                <c:pt idx="498">
                  <c:v>0.22049810215638954</c:v>
                </c:pt>
                <c:pt idx="499">
                  <c:v>0.23044387008552905</c:v>
                </c:pt>
                <c:pt idx="500">
                  <c:v>0.23936064443394917</c:v>
                </c:pt>
                <c:pt idx="501">
                  <c:v>0.24962144440523959</c:v>
                </c:pt>
                <c:pt idx="502">
                  <c:v>0.25989326523789641</c:v>
                </c:pt>
                <c:pt idx="503">
                  <c:v>0.27018966344382767</c:v>
                </c:pt>
                <c:pt idx="504">
                  <c:v>0.28092015396083336</c:v>
                </c:pt>
                <c:pt idx="505">
                  <c:v>0.29203777693869892</c:v>
                </c:pt>
                <c:pt idx="506">
                  <c:v>0.30223856995945991</c:v>
                </c:pt>
                <c:pt idx="507">
                  <c:v>0.31331993958517534</c:v>
                </c:pt>
                <c:pt idx="508">
                  <c:v>0.32482192325519305</c:v>
                </c:pt>
                <c:pt idx="509">
                  <c:v>0.33561672453237973</c:v>
                </c:pt>
                <c:pt idx="510">
                  <c:v>0</c:v>
                </c:pt>
                <c:pt idx="511">
                  <c:v>0</c:v>
                </c:pt>
              </c:numCache>
            </c:numRef>
          </c:yVal>
          <c:smooth val="1"/>
          <c:extLst>
            <c:ext xmlns:c16="http://schemas.microsoft.com/office/drawing/2014/chart" uri="{C3380CC4-5D6E-409C-BE32-E72D297353CC}">
              <c16:uniqueId val="{00000002-67BA-4CBA-8EC2-6E6D51006D75}"/>
            </c:ext>
          </c:extLst>
        </c:ser>
        <c:ser>
          <c:idx val="2"/>
          <c:order val="3"/>
          <c:tx>
            <c:strRef>
              <c:f>'calib_(2)'!$D$7</c:f>
              <c:strCache>
                <c:ptCount val="1"/>
                <c:pt idx="0">
                  <c:v>penetration</c:v>
                </c:pt>
              </c:strCache>
            </c:strRef>
          </c:tx>
          <c:spPr>
            <a:ln w="19046" cap="rnd">
              <a:solidFill>
                <a:schemeClr val="accent6"/>
              </a:solidFill>
              <a:prstDash val="dash"/>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'calib_(2)'!$D$8:$D$519</c:f>
              <c:numCache>
                <c:formatCode>General</c:formatCode>
                <c:ptCount val="512"/>
                <c:pt idx="0">
                  <c:v>3.0897797623661342E-2</c:v>
                </c:pt>
                <c:pt idx="1">
                  <c:v>3.4212437274727857E-2</c:v>
                </c:pt>
                <c:pt idx="2">
                  <c:v>3.6398069880277752E-2</c:v>
                </c:pt>
                <c:pt idx="3">
                  <c:v>3.7535157540029757E-2</c:v>
                </c:pt>
                <c:pt idx="4">
                  <c:v>3.8103794200830134E-2</c:v>
                </c:pt>
                <c:pt idx="5">
                  <c:v>3.8619881132285171E-2</c:v>
                </c:pt>
                <c:pt idx="6">
                  <c:v>3.8874335372740584E-2</c:v>
                </c:pt>
                <c:pt idx="7">
                  <c:v>3.8539090758891149E-2</c:v>
                </c:pt>
                <c:pt idx="8">
                  <c:v>3.9720662986533699E-2</c:v>
                </c:pt>
                <c:pt idx="9">
                  <c:v>3.9938360515342754E-2</c:v>
                </c:pt>
                <c:pt idx="10">
                  <c:v>3.9930510207485601E-2</c:v>
                </c:pt>
                <c:pt idx="11">
                  <c:v>3.9664410149335687E-2</c:v>
                </c:pt>
                <c:pt idx="12">
                  <c:v>3.9132495023875412E-2</c:v>
                </c:pt>
                <c:pt idx="13">
                  <c:v>3.9305834752917476E-2</c:v>
                </c:pt>
                <c:pt idx="14">
                  <c:v>3.9514801060810609E-2</c:v>
                </c:pt>
                <c:pt idx="15">
                  <c:v>3.9519502353450676E-2</c:v>
                </c:pt>
                <c:pt idx="16">
                  <c:v>3.9507272854557136E-2</c:v>
                </c:pt>
                <c:pt idx="17">
                  <c:v>3.9422509766959782E-2</c:v>
                </c:pt>
                <c:pt idx="18">
                  <c:v>3.9301672638586124E-2</c:v>
                </c:pt>
                <c:pt idx="19">
                  <c:v>3.9201646835337077E-2</c:v>
                </c:pt>
                <c:pt idx="20">
                  <c:v>3.9051618737416811E-2</c:v>
                </c:pt>
                <c:pt idx="21">
                  <c:v>3.9007264931022204E-2</c:v>
                </c:pt>
                <c:pt idx="22">
                  <c:v>3.9055465040739451E-2</c:v>
                </c:pt>
                <c:pt idx="23">
                  <c:v>4.1059966372355441E-2</c:v>
                </c:pt>
                <c:pt idx="24">
                  <c:v>4.3116447963674497E-2</c:v>
                </c:pt>
                <c:pt idx="25">
                  <c:v>4.5789933373667484E-2</c:v>
                </c:pt>
                <c:pt idx="26">
                  <c:v>4.7289765958903787E-2</c:v>
                </c:pt>
                <c:pt idx="27">
                  <c:v>4.7443670294141461E-2</c:v>
                </c:pt>
                <c:pt idx="28">
                  <c:v>4.568553415433748E-2</c:v>
                </c:pt>
                <c:pt idx="29">
                  <c:v>4.2548002796213312E-2</c:v>
                </c:pt>
                <c:pt idx="30">
                  <c:v>4.1365952331419285E-2</c:v>
                </c:pt>
                <c:pt idx="31">
                  <c:v>4.0322081483548343E-2</c:v>
                </c:pt>
                <c:pt idx="32">
                  <c:v>3.9434783950215102E-2</c:v>
                </c:pt>
                <c:pt idx="33">
                  <c:v>3.761202589041903E-2</c:v>
                </c:pt>
                <c:pt idx="34">
                  <c:v>3.7664594436741611E-2</c:v>
                </c:pt>
                <c:pt idx="35">
                  <c:v>3.7358110278788485E-2</c:v>
                </c:pt>
                <c:pt idx="36">
                  <c:v>3.6902182766265515E-2</c:v>
                </c:pt>
                <c:pt idx="37">
                  <c:v>3.6695884330756434E-2</c:v>
                </c:pt>
                <c:pt idx="38">
                  <c:v>3.6248995636779621E-2</c:v>
                </c:pt>
                <c:pt idx="39">
                  <c:v>3.6486531298083887E-2</c:v>
                </c:pt>
                <c:pt idx="40">
                  <c:v>3.6482860213779604E-2</c:v>
                </c:pt>
                <c:pt idx="41">
                  <c:v>3.6656533809706751E-2</c:v>
                </c:pt>
                <c:pt idx="42">
                  <c:v>3.5914296106611523E-2</c:v>
                </c:pt>
                <c:pt idx="43">
                  <c:v>3.653516783219516E-2</c:v>
                </c:pt>
                <c:pt idx="44">
                  <c:v>3.5869932820826414E-2</c:v>
                </c:pt>
                <c:pt idx="45">
                  <c:v>3.6777762984630133E-2</c:v>
                </c:pt>
                <c:pt idx="46">
                  <c:v>3.657550011069944E-2</c:v>
                </c:pt>
                <c:pt idx="47">
                  <c:v>3.6531081562331522E-2</c:v>
                </c:pt>
                <c:pt idx="48">
                  <c:v>3.6366164266912943E-2</c:v>
                </c:pt>
                <c:pt idx="49">
                  <c:v>3.632955146683977E-2</c:v>
                </c:pt>
                <c:pt idx="50">
                  <c:v>3.6486747479531081E-2</c:v>
                </c:pt>
                <c:pt idx="51">
                  <c:v>3.6664439029125043E-2</c:v>
                </c:pt>
                <c:pt idx="52">
                  <c:v>3.6680231672782532E-2</c:v>
                </c:pt>
                <c:pt idx="53">
                  <c:v>3.6240548163368295E-2</c:v>
                </c:pt>
                <c:pt idx="54">
                  <c:v>3.6639546619721304E-2</c:v>
                </c:pt>
                <c:pt idx="55">
                  <c:v>3.6947092594012396E-2</c:v>
                </c:pt>
                <c:pt idx="56">
                  <c:v>3.6607732677289923E-2</c:v>
                </c:pt>
                <c:pt idx="57">
                  <c:v>3.5531329864163366E-2</c:v>
                </c:pt>
                <c:pt idx="58">
                  <c:v>3.5825541898008684E-2</c:v>
                </c:pt>
                <c:pt idx="59">
                  <c:v>3.534976279134E-2</c:v>
                </c:pt>
                <c:pt idx="60">
                  <c:v>3.4579559814074484E-2</c:v>
                </c:pt>
                <c:pt idx="61">
                  <c:v>3.4579403633145142E-2</c:v>
                </c:pt>
                <c:pt idx="62">
                  <c:v>3.4119614676174526E-2</c:v>
                </c:pt>
                <c:pt idx="63">
                  <c:v>3.4014913741786446E-2</c:v>
                </c:pt>
                <c:pt idx="64">
                  <c:v>3.3179817980416186E-2</c:v>
                </c:pt>
                <c:pt idx="65">
                  <c:v>3.3034910133586601E-2</c:v>
                </c:pt>
                <c:pt idx="66">
                  <c:v>3.2688170504556968E-2</c:v>
                </c:pt>
                <c:pt idx="67">
                  <c:v>3.2728388927255297E-2</c:v>
                </c:pt>
                <c:pt idx="68">
                  <c:v>3.2010916383891738E-2</c:v>
                </c:pt>
                <c:pt idx="69">
                  <c:v>3.2228348232130027E-2</c:v>
                </c:pt>
                <c:pt idx="70">
                  <c:v>3.1906100361584866E-2</c:v>
                </c:pt>
                <c:pt idx="71">
                  <c:v>3.187362109581305E-2</c:v>
                </c:pt>
                <c:pt idx="72">
                  <c:v>3.154689460864029E-2</c:v>
                </c:pt>
                <c:pt idx="73">
                  <c:v>3.1296901325942539E-2</c:v>
                </c:pt>
                <c:pt idx="74">
                  <c:v>3.2155609433974032E-2</c:v>
                </c:pt>
                <c:pt idx="75">
                  <c:v>3.1446305210427641E-2</c:v>
                </c:pt>
                <c:pt idx="76">
                  <c:v>3.1474372456694981E-2</c:v>
                </c:pt>
                <c:pt idx="77">
                  <c:v>3.1683700347567151E-2</c:v>
                </c:pt>
                <c:pt idx="78">
                  <c:v>3.075645345974783E-2</c:v>
                </c:pt>
                <c:pt idx="79">
                  <c:v>3.0482190454523123E-2</c:v>
                </c:pt>
                <c:pt idx="80">
                  <c:v>3.0381878394326583E-2</c:v>
                </c:pt>
                <c:pt idx="81">
                  <c:v>3.0328737671430184E-2</c:v>
                </c:pt>
                <c:pt idx="82">
                  <c:v>3.070841759160059E-2</c:v>
                </c:pt>
                <c:pt idx="83">
                  <c:v>3.0038323245935878E-2</c:v>
                </c:pt>
                <c:pt idx="84">
                  <c:v>3.0054504135313336E-2</c:v>
                </c:pt>
                <c:pt idx="85">
                  <c:v>2.9865516115766148E-2</c:v>
                </c:pt>
                <c:pt idx="86">
                  <c:v>2.9938162885992749E-2</c:v>
                </c:pt>
                <c:pt idx="87">
                  <c:v>2.9756707723569562E-2</c:v>
                </c:pt>
                <c:pt idx="88">
                  <c:v>3.0204011115911894E-2</c:v>
                </c:pt>
                <c:pt idx="89">
                  <c:v>2.9647615832891175E-2</c:v>
                </c:pt>
                <c:pt idx="90">
                  <c:v>2.9506552269794747E-2</c:v>
                </c:pt>
                <c:pt idx="91">
                  <c:v>2.8921840203455663E-2</c:v>
                </c:pt>
                <c:pt idx="92">
                  <c:v>2.9538537681277087E-2</c:v>
                </c:pt>
                <c:pt idx="93">
                  <c:v>2.8728231244583589E-2</c:v>
                </c:pt>
                <c:pt idx="94">
                  <c:v>2.9377634720029959E-2</c:v>
                </c:pt>
                <c:pt idx="95">
                  <c:v>2.9167768092510551E-2</c:v>
                </c:pt>
                <c:pt idx="96">
                  <c:v>2.8619621114225946E-2</c:v>
                </c:pt>
                <c:pt idx="97">
                  <c:v>2.8582883888537448E-2</c:v>
                </c:pt>
                <c:pt idx="98">
                  <c:v>2.8336836770838297E-2</c:v>
                </c:pt>
                <c:pt idx="99">
                  <c:v>2.8554705819917134E-2</c:v>
                </c:pt>
                <c:pt idx="100">
                  <c:v>2.9046687122938841E-2</c:v>
                </c:pt>
                <c:pt idx="101">
                  <c:v>2.8772533753459145E-2</c:v>
                </c:pt>
                <c:pt idx="102">
                  <c:v>2.868774878671166E-2</c:v>
                </c:pt>
                <c:pt idx="103">
                  <c:v>2.8659412620010052E-2</c:v>
                </c:pt>
                <c:pt idx="104">
                  <c:v>2.8442004183057059E-2</c:v>
                </c:pt>
                <c:pt idx="105">
                  <c:v>2.8417763941188987E-2</c:v>
                </c:pt>
                <c:pt idx="106">
                  <c:v>2.8458052433070563E-2</c:v>
                </c:pt>
                <c:pt idx="107">
                  <c:v>2.8203811360997092E-2</c:v>
                </c:pt>
                <c:pt idx="108">
                  <c:v>2.8300782396997803E-2</c:v>
                </c:pt>
                <c:pt idx="109">
                  <c:v>2.7978425751805848E-2</c:v>
                </c:pt>
                <c:pt idx="110">
                  <c:v>2.8429534411132419E-2</c:v>
                </c:pt>
                <c:pt idx="111">
                  <c:v>2.8776343087368976E-2</c:v>
                </c:pt>
                <c:pt idx="112">
                  <c:v>2.8554826903697525E-2</c:v>
                </c:pt>
                <c:pt idx="113">
                  <c:v>2.7905271184296296E-2</c:v>
                </c:pt>
                <c:pt idx="114">
                  <c:v>2.8074936566644348E-2</c:v>
                </c:pt>
                <c:pt idx="115">
                  <c:v>2.8684191456721693E-2</c:v>
                </c:pt>
                <c:pt idx="116">
                  <c:v>2.8377205395389491E-2</c:v>
                </c:pt>
                <c:pt idx="117">
                  <c:v>2.8514401608994638E-2</c:v>
                </c:pt>
                <c:pt idx="118">
                  <c:v>2.88490094113516E-2</c:v>
                </c:pt>
                <c:pt idx="119">
                  <c:v>2.9050796849359687E-2</c:v>
                </c:pt>
                <c:pt idx="120">
                  <c:v>2.8764349306783933E-2</c:v>
                </c:pt>
                <c:pt idx="121">
                  <c:v>2.9087204541787606E-2</c:v>
                </c:pt>
                <c:pt idx="122">
                  <c:v>2.9224044754634561E-2</c:v>
                </c:pt>
                <c:pt idx="123">
                  <c:v>2.9833079282432881E-2</c:v>
                </c:pt>
                <c:pt idx="124">
                  <c:v>2.9728273634829105E-2</c:v>
                </c:pt>
                <c:pt idx="125">
                  <c:v>3.011133689834445E-2</c:v>
                </c:pt>
                <c:pt idx="126">
                  <c:v>3.0353342940083645E-2</c:v>
                </c:pt>
                <c:pt idx="127">
                  <c:v>3.0070829735031064E-2</c:v>
                </c:pt>
                <c:pt idx="128">
                  <c:v>3.1022978222720952E-2</c:v>
                </c:pt>
                <c:pt idx="129">
                  <c:v>3.067609424047044E-2</c:v>
                </c:pt>
                <c:pt idx="130">
                  <c:v>3.0832774797670541E-2</c:v>
                </c:pt>
                <c:pt idx="131">
                  <c:v>3.0821702416943961E-2</c:v>
                </c:pt>
                <c:pt idx="132">
                  <c:v>3.0570948429878429E-2</c:v>
                </c:pt>
                <c:pt idx="133">
                  <c:v>3.0695994835090848E-2</c:v>
                </c:pt>
                <c:pt idx="134">
                  <c:v>3.0296849359788484E-2</c:v>
                </c:pt>
                <c:pt idx="135">
                  <c:v>3.0591202184195913E-2</c:v>
                </c:pt>
                <c:pt idx="136">
                  <c:v>3.0631371526892152E-2</c:v>
                </c:pt>
                <c:pt idx="137">
                  <c:v>3.0873352359115043E-2</c:v>
                </c:pt>
                <c:pt idx="138">
                  <c:v>3.1301020849068439E-2</c:v>
                </c:pt>
                <c:pt idx="139">
                  <c:v>3.178492162880979E-2</c:v>
                </c:pt>
                <c:pt idx="140">
                  <c:v>3.3107498401188706E-2</c:v>
                </c:pt>
                <c:pt idx="141">
                  <c:v>3.4946843725196415E-2</c:v>
                </c:pt>
                <c:pt idx="142">
                  <c:v>3.7172601272551058E-2</c:v>
                </c:pt>
                <c:pt idx="143">
                  <c:v>4.0572320388931167E-2</c:v>
                </c:pt>
                <c:pt idx="144">
                  <c:v>4.5455156973726811E-2</c:v>
                </c:pt>
                <c:pt idx="145">
                  <c:v>5.0374881162040711E-2</c:v>
                </c:pt>
                <c:pt idx="146">
                  <c:v>5.6802897853663645E-2</c:v>
                </c:pt>
                <c:pt idx="147">
                  <c:v>6.4271614754267237E-2</c:v>
                </c:pt>
                <c:pt idx="148">
                  <c:v>7.2574603824789294E-2</c:v>
                </c:pt>
                <c:pt idx="149">
                  <c:v>8.3571965197208775E-2</c:v>
                </c:pt>
                <c:pt idx="150">
                  <c:v>9.4257750950010613E-2</c:v>
                </c:pt>
                <c:pt idx="151">
                  <c:v>0.10524994769320734</c:v>
                </c:pt>
                <c:pt idx="152">
                  <c:v>0.11696137453710027</c:v>
                </c:pt>
                <c:pt idx="153">
                  <c:v>0.12713575798613183</c:v>
                </c:pt>
                <c:pt idx="154">
                  <c:v>0.13651491766324086</c:v>
                </c:pt>
                <c:pt idx="155">
                  <c:v>0.14504394050579952</c:v>
                </c:pt>
                <c:pt idx="156">
                  <c:v>0.15150436503730458</c:v>
                </c:pt>
                <c:pt idx="157">
                  <c:v>0.15548867820630957</c:v>
                </c:pt>
                <c:pt idx="158">
                  <c:v>0.15667001293418392</c:v>
                </c:pt>
                <c:pt idx="159">
                  <c:v>0.15537518317841725</c:v>
                </c:pt>
                <c:pt idx="160">
                  <c:v>0.15138306071749194</c:v>
                </c:pt>
                <c:pt idx="161">
                  <c:v>0.14475383372335804</c:v>
                </c:pt>
                <c:pt idx="162">
                  <c:v>0.13631786071559629</c:v>
                </c:pt>
                <c:pt idx="163">
                  <c:v>0.12638914911305535</c:v>
                </c:pt>
                <c:pt idx="164">
                  <c:v>0.11557819430517152</c:v>
                </c:pt>
                <c:pt idx="165">
                  <c:v>0.10444825959272416</c:v>
                </c:pt>
                <c:pt idx="166">
                  <c:v>9.3624766770326787E-2</c:v>
                </c:pt>
                <c:pt idx="167">
                  <c:v>8.2228272135522085E-2</c:v>
                </c:pt>
                <c:pt idx="168">
                  <c:v>7.2844512803276862E-2</c:v>
                </c:pt>
                <c:pt idx="169">
                  <c:v>6.3876233849890232E-2</c:v>
                </c:pt>
                <c:pt idx="170">
                  <c:v>5.6117489430139132E-2</c:v>
                </c:pt>
                <c:pt idx="171">
                  <c:v>4.9697710866791957E-2</c:v>
                </c:pt>
                <c:pt idx="172">
                  <c:v>4.4462836375928655E-2</c:v>
                </c:pt>
                <c:pt idx="173">
                  <c:v>4.1237368399228834E-2</c:v>
                </c:pt>
                <c:pt idx="174">
                  <c:v>3.7922590707843359E-2</c:v>
                </c:pt>
                <c:pt idx="175">
                  <c:v>3.5207999074425726E-2</c:v>
                </c:pt>
                <c:pt idx="176">
                  <c:v>3.3740406934949195E-2</c:v>
                </c:pt>
                <c:pt idx="177">
                  <c:v>3.2329941835903264E-2</c:v>
                </c:pt>
                <c:pt idx="178">
                  <c:v>3.1583659227627396E-2</c:v>
                </c:pt>
                <c:pt idx="179">
                  <c:v>3.0740422001517928E-2</c:v>
                </c:pt>
                <c:pt idx="180">
                  <c:v>3.0889332054815581E-2</c:v>
                </c:pt>
                <c:pt idx="181">
                  <c:v>3.0595285941877701E-2</c:v>
                </c:pt>
                <c:pt idx="182">
                  <c:v>3.0639832960548067E-2</c:v>
                </c:pt>
                <c:pt idx="183">
                  <c:v>3.1405998974489722E-2</c:v>
                </c:pt>
                <c:pt idx="184">
                  <c:v>3.1829478302422595E-2</c:v>
                </c:pt>
                <c:pt idx="185">
                  <c:v>3.114740600821523E-2</c:v>
                </c:pt>
                <c:pt idx="186">
                  <c:v>3.1797020490979343E-2</c:v>
                </c:pt>
                <c:pt idx="187">
                  <c:v>3.1796965551191853E-2</c:v>
                </c:pt>
                <c:pt idx="188">
                  <c:v>3.2188515826111132E-2</c:v>
                </c:pt>
                <c:pt idx="189">
                  <c:v>3.236934518668938E-2</c:v>
                </c:pt>
                <c:pt idx="190">
                  <c:v>3.2212057746373701E-2</c:v>
                </c:pt>
                <c:pt idx="191">
                  <c:v>3.2203701898678758E-2</c:v>
                </c:pt>
                <c:pt idx="192">
                  <c:v>3.3224891913793984E-2</c:v>
                </c:pt>
                <c:pt idx="193">
                  <c:v>3.278065746633034E-2</c:v>
                </c:pt>
                <c:pt idx="194">
                  <c:v>3.3397579452650747E-2</c:v>
                </c:pt>
                <c:pt idx="195">
                  <c:v>3.3043032361774624E-2</c:v>
                </c:pt>
                <c:pt idx="196">
                  <c:v>3.3071526836447269E-2</c:v>
                </c:pt>
                <c:pt idx="197">
                  <c:v>3.3386003721431801E-2</c:v>
                </c:pt>
                <c:pt idx="198">
                  <c:v>3.3438393638952145E-2</c:v>
                </c:pt>
                <c:pt idx="199">
                  <c:v>3.3833494806077898E-2</c:v>
                </c:pt>
                <c:pt idx="200">
                  <c:v>3.3817175638608046E-2</c:v>
                </c:pt>
                <c:pt idx="201">
                  <c:v>3.4385626864330471E-2</c:v>
                </c:pt>
                <c:pt idx="202">
                  <c:v>3.3864936193727185E-2</c:v>
                </c:pt>
                <c:pt idx="203">
                  <c:v>3.3256666794163468E-2</c:v>
                </c:pt>
                <c:pt idx="204">
                  <c:v>3.3394281846982926E-2</c:v>
                </c:pt>
                <c:pt idx="205">
                  <c:v>3.4450641765564817E-2</c:v>
                </c:pt>
                <c:pt idx="206">
                  <c:v>3.4418380944454041E-2</c:v>
                </c:pt>
                <c:pt idx="207">
                  <c:v>3.4035467690454485E-2</c:v>
                </c:pt>
                <c:pt idx="208">
                  <c:v>3.4676169878856272E-2</c:v>
                </c:pt>
                <c:pt idx="209">
                  <c:v>3.447827359813771E-2</c:v>
                </c:pt>
                <c:pt idx="210">
                  <c:v>3.4945922603039553E-2</c:v>
                </c:pt>
                <c:pt idx="211">
                  <c:v>3.4837797136202941E-2</c:v>
                </c:pt>
                <c:pt idx="212">
                  <c:v>3.5736352870549354E-2</c:v>
                </c:pt>
                <c:pt idx="213">
                  <c:v>3.5624175879688441E-2</c:v>
                </c:pt>
                <c:pt idx="214">
                  <c:v>3.5402357657875728E-2</c:v>
                </c:pt>
                <c:pt idx="215">
                  <c:v>3.587859698583E-2</c:v>
                </c:pt>
                <c:pt idx="216">
                  <c:v>3.6470833196868169E-2</c:v>
                </c:pt>
                <c:pt idx="217">
                  <c:v>3.6547256535210348E-2</c:v>
                </c:pt>
                <c:pt idx="218">
                  <c:v>3.64384834608769E-2</c:v>
                </c:pt>
                <c:pt idx="219">
                  <c:v>3.7268532490161523E-2</c:v>
                </c:pt>
                <c:pt idx="220">
                  <c:v>3.6757121239397894E-2</c:v>
                </c:pt>
                <c:pt idx="221">
                  <c:v>3.8003546525871346E-2</c:v>
                </c:pt>
                <c:pt idx="222">
                  <c:v>3.8035276410360544E-2</c:v>
                </c:pt>
                <c:pt idx="223">
                  <c:v>3.9027064142957535E-2</c:v>
                </c:pt>
                <c:pt idx="224">
                  <c:v>3.8950625601296328E-2</c:v>
                </c:pt>
                <c:pt idx="225">
                  <c:v>3.8688953389239888E-2</c:v>
                </c:pt>
                <c:pt idx="226">
                  <c:v>3.9878674365760952E-2</c:v>
                </c:pt>
                <c:pt idx="227">
                  <c:v>4.0338532041484208E-2</c:v>
                </c:pt>
                <c:pt idx="228">
                  <c:v>4.0083605735290843E-2</c:v>
                </c:pt>
                <c:pt idx="229">
                  <c:v>4.076950862504311E-2</c:v>
                </c:pt>
                <c:pt idx="230">
                  <c:v>4.1487260321945989E-2</c:v>
                </c:pt>
                <c:pt idx="231">
                  <c:v>4.1491711392235502E-2</c:v>
                </c:pt>
                <c:pt idx="232">
                  <c:v>4.2427043108568784E-2</c:v>
                </c:pt>
                <c:pt idx="233">
                  <c:v>4.2995669581563395E-2</c:v>
                </c:pt>
                <c:pt idx="234">
                  <c:v>4.337851439482731E-2</c:v>
                </c:pt>
                <c:pt idx="235">
                  <c:v>4.4076559253237745E-2</c:v>
                </c:pt>
                <c:pt idx="236">
                  <c:v>4.4527832227728603E-2</c:v>
                </c:pt>
                <c:pt idx="237">
                  <c:v>4.5515912133502603E-2</c:v>
                </c:pt>
                <c:pt idx="238">
                  <c:v>4.5801918663172396E-2</c:v>
                </c:pt>
                <c:pt idx="239">
                  <c:v>4.6632869278108981E-2</c:v>
                </c:pt>
                <c:pt idx="240">
                  <c:v>4.776607210506556E-2</c:v>
                </c:pt>
                <c:pt idx="241">
                  <c:v>4.7939591057939754E-2</c:v>
                </c:pt>
                <c:pt idx="242">
                  <c:v>4.8919524483241952E-2</c:v>
                </c:pt>
                <c:pt idx="243">
                  <c:v>4.9641225534254201E-2</c:v>
                </c:pt>
                <c:pt idx="244">
                  <c:v>4.9922964811377112E-2</c:v>
                </c:pt>
                <c:pt idx="245">
                  <c:v>4.975834729088599E-2</c:v>
                </c:pt>
                <c:pt idx="246">
                  <c:v>5.1088950542207516E-2</c:v>
                </c:pt>
                <c:pt idx="247">
                  <c:v>5.1208915480840361E-2</c:v>
                </c:pt>
                <c:pt idx="248">
                  <c:v>5.1459772665977101E-2</c:v>
                </c:pt>
                <c:pt idx="249">
                  <c:v>5.2214362812651099E-2</c:v>
                </c:pt>
                <c:pt idx="250">
                  <c:v>5.276215897337666E-2</c:v>
                </c:pt>
                <c:pt idx="251">
                  <c:v>5.2730458031394201E-2</c:v>
                </c:pt>
                <c:pt idx="252">
                  <c:v>5.3136989248545048E-2</c:v>
                </c:pt>
                <c:pt idx="253">
                  <c:v>5.3730117707305639E-2</c:v>
                </c:pt>
                <c:pt idx="254">
                  <c:v>5.504864990886401E-2</c:v>
                </c:pt>
                <c:pt idx="255">
                  <c:v>5.4266550698640684E-2</c:v>
                </c:pt>
                <c:pt idx="256">
                  <c:v>5.4742561275399108E-2</c:v>
                </c:pt>
                <c:pt idx="257">
                  <c:v>5.4959874433090465E-2</c:v>
                </c:pt>
                <c:pt idx="258">
                  <c:v>5.5463543088766526E-2</c:v>
                </c:pt>
                <c:pt idx="259">
                  <c:v>5.6239059824173016E-2</c:v>
                </c:pt>
                <c:pt idx="260">
                  <c:v>5.6888147748924076E-2</c:v>
                </c:pt>
                <c:pt idx="261">
                  <c:v>5.7625867790073712E-2</c:v>
                </c:pt>
                <c:pt idx="262">
                  <c:v>5.7242790543924532E-2</c:v>
                </c:pt>
                <c:pt idx="263">
                  <c:v>5.8133637726417213E-2</c:v>
                </c:pt>
                <c:pt idx="264">
                  <c:v>5.7637904467723725E-2</c:v>
                </c:pt>
                <c:pt idx="265">
                  <c:v>5.8831528757820467E-2</c:v>
                </c:pt>
                <c:pt idx="266">
                  <c:v>5.9077547892973419E-2</c:v>
                </c:pt>
                <c:pt idx="267">
                  <c:v>5.9835574398995561E-2</c:v>
                </c:pt>
                <c:pt idx="268">
                  <c:v>6.0618155613451845E-2</c:v>
                </c:pt>
                <c:pt idx="269">
                  <c:v>6.1142559885764974E-2</c:v>
                </c:pt>
                <c:pt idx="270">
                  <c:v>6.1065383671498955E-2</c:v>
                </c:pt>
                <c:pt idx="271">
                  <c:v>6.2105635044610391E-2</c:v>
                </c:pt>
                <c:pt idx="272">
                  <c:v>6.2411631344382358E-2</c:v>
                </c:pt>
                <c:pt idx="273">
                  <c:v>6.276650115455544E-2</c:v>
                </c:pt>
                <c:pt idx="274">
                  <c:v>6.2820394708172356E-2</c:v>
                </c:pt>
                <c:pt idx="275">
                  <c:v>6.3468633458146892E-2</c:v>
                </c:pt>
                <c:pt idx="276">
                  <c:v>6.3319444075757916E-2</c:v>
                </c:pt>
                <c:pt idx="277">
                  <c:v>6.4364049407451898E-2</c:v>
                </c:pt>
                <c:pt idx="278">
                  <c:v>6.3988600444643801E-2</c:v>
                </c:pt>
                <c:pt idx="279">
                  <c:v>6.3735332638889919E-2</c:v>
                </c:pt>
                <c:pt idx="280">
                  <c:v>6.4335892345592907E-2</c:v>
                </c:pt>
                <c:pt idx="281">
                  <c:v>6.3238808254790779E-2</c:v>
                </c:pt>
                <c:pt idx="282">
                  <c:v>6.3153791551857741E-2</c:v>
                </c:pt>
                <c:pt idx="283">
                  <c:v>6.3186244633478841E-2</c:v>
                </c:pt>
                <c:pt idx="284">
                  <c:v>6.2751672529996416E-2</c:v>
                </c:pt>
                <c:pt idx="285">
                  <c:v>6.2432447376830263E-2</c:v>
                </c:pt>
                <c:pt idx="286">
                  <c:v>6.2210462809480463E-2</c:v>
                </c:pt>
                <c:pt idx="287">
                  <c:v>6.2351287495933834E-2</c:v>
                </c:pt>
                <c:pt idx="288">
                  <c:v>6.1678438772886014E-2</c:v>
                </c:pt>
                <c:pt idx="289">
                  <c:v>6.1275288879723694E-2</c:v>
                </c:pt>
                <c:pt idx="290">
                  <c:v>6.1477060224827601E-2</c:v>
                </c:pt>
                <c:pt idx="291">
                  <c:v>6.0521096605403495E-2</c:v>
                </c:pt>
                <c:pt idx="292">
                  <c:v>6.0859810254180552E-2</c:v>
                </c:pt>
                <c:pt idx="293">
                  <c:v>6.0053162462336475E-2</c:v>
                </c:pt>
                <c:pt idx="294">
                  <c:v>5.9625501415111172E-2</c:v>
                </c:pt>
                <c:pt idx="295">
                  <c:v>6.0529604776416238E-2</c:v>
                </c:pt>
                <c:pt idx="296">
                  <c:v>5.956910214290876E-2</c:v>
                </c:pt>
                <c:pt idx="297">
                  <c:v>6.0782940263861177E-2</c:v>
                </c:pt>
                <c:pt idx="298">
                  <c:v>6.0585633666136417E-2</c:v>
                </c:pt>
                <c:pt idx="299">
                  <c:v>6.0590229067120541E-2</c:v>
                </c:pt>
                <c:pt idx="300">
                  <c:v>6.0460624456682585E-2</c:v>
                </c:pt>
                <c:pt idx="301">
                  <c:v>6.0836138399593814E-2</c:v>
                </c:pt>
                <c:pt idx="302">
                  <c:v>6.1231019601378459E-2</c:v>
                </c:pt>
                <c:pt idx="303">
                  <c:v>6.1694408780046617E-2</c:v>
                </c:pt>
                <c:pt idx="304">
                  <c:v>6.2799788371922849E-2</c:v>
                </c:pt>
                <c:pt idx="305">
                  <c:v>6.398970662812499E-2</c:v>
                </c:pt>
                <c:pt idx="306">
                  <c:v>6.5122364558105675E-2</c:v>
                </c:pt>
                <c:pt idx="307">
                  <c:v>6.5138868127208316E-2</c:v>
                </c:pt>
                <c:pt idx="308">
                  <c:v>6.593318495236962E-2</c:v>
                </c:pt>
                <c:pt idx="309">
                  <c:v>6.598497719462941E-2</c:v>
                </c:pt>
                <c:pt idx="310">
                  <c:v>6.709851332433861E-2</c:v>
                </c:pt>
                <c:pt idx="311">
                  <c:v>6.8287943512689214E-2</c:v>
                </c:pt>
                <c:pt idx="312">
                  <c:v>6.9961617115885957E-2</c:v>
                </c:pt>
                <c:pt idx="313">
                  <c:v>7.1135515973585139E-2</c:v>
                </c:pt>
                <c:pt idx="314">
                  <c:v>7.2239587185922258E-2</c:v>
                </c:pt>
                <c:pt idx="315">
                  <c:v>7.3013631598336404E-2</c:v>
                </c:pt>
                <c:pt idx="316">
                  <c:v>7.5332753890702944E-2</c:v>
                </c:pt>
                <c:pt idx="317">
                  <c:v>7.6002186696811497E-2</c:v>
                </c:pt>
                <c:pt idx="318">
                  <c:v>7.6981861196723206E-2</c:v>
                </c:pt>
                <c:pt idx="319">
                  <c:v>7.9462349892000211E-2</c:v>
                </c:pt>
                <c:pt idx="320">
                  <c:v>8.0405792402271775E-2</c:v>
                </c:pt>
                <c:pt idx="321">
                  <c:v>8.22769558152735E-2</c:v>
                </c:pt>
                <c:pt idx="322">
                  <c:v>8.337341762124742E-2</c:v>
                </c:pt>
                <c:pt idx="323">
                  <c:v>8.44627424686408E-2</c:v>
                </c:pt>
                <c:pt idx="324">
                  <c:v>8.7568029399129013E-2</c:v>
                </c:pt>
                <c:pt idx="325">
                  <c:v>8.8741109083748673E-2</c:v>
                </c:pt>
                <c:pt idx="326">
                  <c:v>8.9374254680808701E-2</c:v>
                </c:pt>
                <c:pt idx="327">
                  <c:v>9.1798212792944728E-2</c:v>
                </c:pt>
                <c:pt idx="328">
                  <c:v>9.3745623100968622E-2</c:v>
                </c:pt>
                <c:pt idx="329">
                  <c:v>9.5036150229762834E-2</c:v>
                </c:pt>
                <c:pt idx="330">
                  <c:v>9.6677505758451215E-2</c:v>
                </c:pt>
                <c:pt idx="331">
                  <c:v>9.8273645654128869E-2</c:v>
                </c:pt>
                <c:pt idx="332">
                  <c:v>0.10083548476035241</c:v>
                </c:pt>
                <c:pt idx="333">
                  <c:v>0.10201209982251942</c:v>
                </c:pt>
                <c:pt idx="334">
                  <c:v>0.10331103316175272</c:v>
                </c:pt>
                <c:pt idx="335">
                  <c:v>0.10362558891927304</c:v>
                </c:pt>
                <c:pt idx="336">
                  <c:v>0.10600446728871074</c:v>
                </c:pt>
                <c:pt idx="337">
                  <c:v>0.10664912142831584</c:v>
                </c:pt>
                <c:pt idx="338">
                  <c:v>0.1087629454465676</c:v>
                </c:pt>
                <c:pt idx="339">
                  <c:v>0.10906117749287104</c:v>
                </c:pt>
                <c:pt idx="340">
                  <c:v>0.1086535323379787</c:v>
                </c:pt>
                <c:pt idx="341">
                  <c:v>0.10849652355259454</c:v>
                </c:pt>
                <c:pt idx="342">
                  <c:v>0.10906570091822085</c:v>
                </c:pt>
                <c:pt idx="343">
                  <c:v>0.10846044236354944</c:v>
                </c:pt>
                <c:pt idx="344">
                  <c:v>0.10748070586053471</c:v>
                </c:pt>
                <c:pt idx="345">
                  <c:v>0.10668221892839164</c:v>
                </c:pt>
                <c:pt idx="346">
                  <c:v>0.10616588591533895</c:v>
                </c:pt>
                <c:pt idx="347">
                  <c:v>0.10414600955849859</c:v>
                </c:pt>
                <c:pt idx="348">
                  <c:v>0.10218168462479506</c:v>
                </c:pt>
                <c:pt idx="349">
                  <c:v>0.10043880541482164</c:v>
                </c:pt>
                <c:pt idx="350">
                  <c:v>9.8782208726630877E-2</c:v>
                </c:pt>
                <c:pt idx="351">
                  <c:v>9.6774537605425037E-2</c:v>
                </c:pt>
                <c:pt idx="352">
                  <c:v>9.4128448791217567E-2</c:v>
                </c:pt>
                <c:pt idx="353">
                  <c:v>9.0753614505245023E-2</c:v>
                </c:pt>
                <c:pt idx="354">
                  <c:v>8.7958500096539979E-2</c:v>
                </c:pt>
                <c:pt idx="355">
                  <c:v>8.5229032653296552E-2</c:v>
                </c:pt>
                <c:pt idx="356">
                  <c:v>8.1873963815879441E-2</c:v>
                </c:pt>
                <c:pt idx="357">
                  <c:v>7.8119044231994464E-2</c:v>
                </c:pt>
                <c:pt idx="358">
                  <c:v>7.4953535171467217E-2</c:v>
                </c:pt>
                <c:pt idx="359">
                  <c:v>7.1190987009164985E-2</c:v>
                </c:pt>
                <c:pt idx="360">
                  <c:v>6.7610440506373395E-2</c:v>
                </c:pt>
                <c:pt idx="361">
                  <c:v>6.4396354708775944E-2</c:v>
                </c:pt>
                <c:pt idx="362">
                  <c:v>6.0843693744354471E-2</c:v>
                </c:pt>
                <c:pt idx="363">
                  <c:v>5.8137606996731997E-2</c:v>
                </c:pt>
                <c:pt idx="364">
                  <c:v>5.397684854940607E-2</c:v>
                </c:pt>
                <c:pt idx="365">
                  <c:v>5.1628809716965013E-2</c:v>
                </c:pt>
                <c:pt idx="366">
                  <c:v>4.9459972666751228E-2</c:v>
                </c:pt>
                <c:pt idx="367">
                  <c:v>4.6322504138956562E-2</c:v>
                </c:pt>
                <c:pt idx="368">
                  <c:v>4.2885885778918852E-2</c:v>
                </c:pt>
                <c:pt idx="369">
                  <c:v>4.0825867133032052E-2</c:v>
                </c:pt>
                <c:pt idx="370">
                  <c:v>3.8479122289322612E-2</c:v>
                </c:pt>
                <c:pt idx="371">
                  <c:v>3.610741543157036E-2</c:v>
                </c:pt>
                <c:pt idx="372">
                  <c:v>3.3978302961179353E-2</c:v>
                </c:pt>
                <c:pt idx="373">
                  <c:v>3.2446574020870679E-2</c:v>
                </c:pt>
                <c:pt idx="374">
                  <c:v>3.0675852180553805E-2</c:v>
                </c:pt>
                <c:pt idx="375">
                  <c:v>2.8422142571327587E-2</c:v>
                </c:pt>
                <c:pt idx="376">
                  <c:v>2.7518439407825283E-2</c:v>
                </c:pt>
                <c:pt idx="377">
                  <c:v>2.6474285344696077E-2</c:v>
                </c:pt>
                <c:pt idx="378">
                  <c:v>2.4821102647576442E-2</c:v>
                </c:pt>
                <c:pt idx="379">
                  <c:v>2.4360950773665794E-2</c:v>
                </c:pt>
                <c:pt idx="380">
                  <c:v>2.2457523271463432E-2</c:v>
                </c:pt>
                <c:pt idx="381">
                  <c:v>2.2057993447912285E-2</c:v>
                </c:pt>
                <c:pt idx="382">
                  <c:v>2.1187253494161486E-2</c:v>
                </c:pt>
                <c:pt idx="383">
                  <c:v>2.0037856180196725E-2</c:v>
                </c:pt>
                <c:pt idx="384">
                  <c:v>1.9671231346968753E-2</c:v>
                </c:pt>
                <c:pt idx="385">
                  <c:v>1.9279439153854265E-2</c:v>
                </c:pt>
                <c:pt idx="386">
                  <c:v>1.8590525736716233E-2</c:v>
                </c:pt>
                <c:pt idx="387">
                  <c:v>1.8388769657317311E-2</c:v>
                </c:pt>
                <c:pt idx="388">
                  <c:v>1.8396467891249692E-2</c:v>
                </c:pt>
                <c:pt idx="389">
                  <c:v>1.7606291522271701E-2</c:v>
                </c:pt>
                <c:pt idx="390">
                  <c:v>1.7594013351275511E-2</c:v>
                </c:pt>
                <c:pt idx="391">
                  <c:v>1.7618499652091654E-2</c:v>
                </c:pt>
                <c:pt idx="392">
                  <c:v>1.7719024563095098E-2</c:v>
                </c:pt>
                <c:pt idx="393">
                  <c:v>1.7614317638422212E-2</c:v>
                </c:pt>
                <c:pt idx="394">
                  <c:v>1.80619785128504E-2</c:v>
                </c:pt>
                <c:pt idx="395">
                  <c:v>1.792886132452761E-2</c:v>
                </c:pt>
                <c:pt idx="396">
                  <c:v>1.8098225855314919E-2</c:v>
                </c:pt>
                <c:pt idx="397">
                  <c:v>1.8190921680305144E-2</c:v>
                </c:pt>
                <c:pt idx="398">
                  <c:v>1.8836518407508124E-2</c:v>
                </c:pt>
                <c:pt idx="399">
                  <c:v>1.9707379365813474E-2</c:v>
                </c:pt>
                <c:pt idx="400">
                  <c:v>2.0167169996421395E-2</c:v>
                </c:pt>
                <c:pt idx="401">
                  <c:v>2.0586553274831103E-2</c:v>
                </c:pt>
                <c:pt idx="402">
                  <c:v>2.1598710127228988E-2</c:v>
                </c:pt>
                <c:pt idx="403">
                  <c:v>2.2191080178666101E-2</c:v>
                </c:pt>
                <c:pt idx="404">
                  <c:v>2.338127539888395E-2</c:v>
                </c:pt>
                <c:pt idx="405">
                  <c:v>2.47238756481277E-2</c:v>
                </c:pt>
                <c:pt idx="406">
                  <c:v>2.6405283774837234E-2</c:v>
                </c:pt>
                <c:pt idx="407">
                  <c:v>2.7562601772058371E-2</c:v>
                </c:pt>
                <c:pt idx="408">
                  <c:v>2.980889200654193E-2</c:v>
                </c:pt>
                <c:pt idx="409">
                  <c:v>3.1264870901424768E-2</c:v>
                </c:pt>
                <c:pt idx="410">
                  <c:v>3.3377754674079725E-2</c:v>
                </c:pt>
                <c:pt idx="411">
                  <c:v>3.56804450590191E-2</c:v>
                </c:pt>
                <c:pt idx="412">
                  <c:v>3.7482549302551758E-2</c:v>
                </c:pt>
                <c:pt idx="413">
                  <c:v>4.1285402315776695E-2</c:v>
                </c:pt>
                <c:pt idx="414">
                  <c:v>4.30112558857643E-2</c:v>
                </c:pt>
                <c:pt idx="415">
                  <c:v>4.6430732820923616E-2</c:v>
                </c:pt>
                <c:pt idx="416">
                  <c:v>4.9032278587485094E-2</c:v>
                </c:pt>
                <c:pt idx="417">
                  <c:v>5.3302806076044734E-2</c:v>
                </c:pt>
                <c:pt idx="418">
                  <c:v>5.5992493806778752E-2</c:v>
                </c:pt>
                <c:pt idx="419">
                  <c:v>5.9916109047112531E-2</c:v>
                </c:pt>
                <c:pt idx="420">
                  <c:v>6.4154977241760808E-2</c:v>
                </c:pt>
                <c:pt idx="421">
                  <c:v>6.7106826507302417E-2</c:v>
                </c:pt>
                <c:pt idx="422">
                  <c:v>7.1473657983899375E-2</c:v>
                </c:pt>
                <c:pt idx="423">
                  <c:v>7.4554360215560764E-2</c:v>
                </c:pt>
                <c:pt idx="424">
                  <c:v>7.8595230837568558E-2</c:v>
                </c:pt>
                <c:pt idx="425">
                  <c:v>8.2982813904730904E-2</c:v>
                </c:pt>
                <c:pt idx="426">
                  <c:v>8.6583956987296817E-2</c:v>
                </c:pt>
                <c:pt idx="427">
                  <c:v>8.9724591274448651E-2</c:v>
                </c:pt>
                <c:pt idx="428">
                  <c:v>9.4003271715066741E-2</c:v>
                </c:pt>
                <c:pt idx="429">
                  <c:v>9.7383133785661977E-2</c:v>
                </c:pt>
                <c:pt idx="430">
                  <c:v>0.10021808732943714</c:v>
                </c:pt>
                <c:pt idx="431">
                  <c:v>0.10354098727729216</c:v>
                </c:pt>
                <c:pt idx="432">
                  <c:v>0.10707329107373506</c:v>
                </c:pt>
                <c:pt idx="433">
                  <c:v>0.1074850229578285</c:v>
                </c:pt>
                <c:pt idx="434">
                  <c:v>0.11074682001526837</c:v>
                </c:pt>
                <c:pt idx="435">
                  <c:v>0.11361387094882021</c:v>
                </c:pt>
                <c:pt idx="436">
                  <c:v>0.11388520869970981</c:v>
                </c:pt>
                <c:pt idx="437">
                  <c:v>0.11459768305234429</c:v>
                </c:pt>
                <c:pt idx="438">
                  <c:v>0.11523090993811128</c:v>
                </c:pt>
                <c:pt idx="439">
                  <c:v>0.11449746694581583</c:v>
                </c:pt>
                <c:pt idx="440">
                  <c:v>0.11526368194336491</c:v>
                </c:pt>
                <c:pt idx="441">
                  <c:v>0.11498150979886147</c:v>
                </c:pt>
                <c:pt idx="442">
                  <c:v>0.11314236361489151</c:v>
                </c:pt>
                <c:pt idx="443">
                  <c:v>0.11193623115987084</c:v>
                </c:pt>
                <c:pt idx="444">
                  <c:v>0.10998443448911077</c:v>
                </c:pt>
                <c:pt idx="445">
                  <c:v>0.10858925297098951</c:v>
                </c:pt>
                <c:pt idx="446">
                  <c:v>0.10442802700937448</c:v>
                </c:pt>
                <c:pt idx="447">
                  <c:v>0.10330653525205272</c:v>
                </c:pt>
                <c:pt idx="448">
                  <c:v>9.9576553630815398E-2</c:v>
                </c:pt>
                <c:pt idx="449">
                  <c:v>9.5741568076992078E-2</c:v>
                </c:pt>
                <c:pt idx="450">
                  <c:v>9.2528252797389604E-2</c:v>
                </c:pt>
                <c:pt idx="451">
                  <c:v>8.9922319541172052E-2</c:v>
                </c:pt>
                <c:pt idx="452">
                  <c:v>8.4744630820353953E-2</c:v>
                </c:pt>
                <c:pt idx="453">
                  <c:v>8.1393438061624343E-2</c:v>
                </c:pt>
                <c:pt idx="454">
                  <c:v>7.7994913021067411E-2</c:v>
                </c:pt>
                <c:pt idx="455">
                  <c:v>7.3892751213280566E-2</c:v>
                </c:pt>
                <c:pt idx="456">
                  <c:v>6.9425022214225959E-2</c:v>
                </c:pt>
                <c:pt idx="457">
                  <c:v>6.5920217553977103E-2</c:v>
                </c:pt>
                <c:pt idx="458">
                  <c:v>6.2840683950753234E-2</c:v>
                </c:pt>
                <c:pt idx="459">
                  <c:v>5.9049336123235707E-2</c:v>
                </c:pt>
                <c:pt idx="460">
                  <c:v>5.6678068287314233E-2</c:v>
                </c:pt>
                <c:pt idx="461">
                  <c:v>5.2952549733899346E-2</c:v>
                </c:pt>
                <c:pt idx="462">
                  <c:v>5.0479824201589904E-2</c:v>
                </c:pt>
                <c:pt idx="463">
                  <c:v>4.8234084655754142E-2</c:v>
                </c:pt>
                <c:pt idx="464">
                  <c:v>4.510427979433259E-2</c:v>
                </c:pt>
                <c:pt idx="465">
                  <c:v>4.2749454359380108E-2</c:v>
                </c:pt>
                <c:pt idx="466">
                  <c:v>4.1539641742576398E-2</c:v>
                </c:pt>
                <c:pt idx="467">
                  <c:v>4.0003120201349246E-2</c:v>
                </c:pt>
                <c:pt idx="468">
                  <c:v>3.8563752992717706E-2</c:v>
                </c:pt>
                <c:pt idx="469">
                  <c:v>3.7744740963704879E-2</c:v>
                </c:pt>
                <c:pt idx="470">
                  <c:v>3.6918640942837873E-2</c:v>
                </c:pt>
                <c:pt idx="471">
                  <c:v>3.6337626708182025E-2</c:v>
                </c:pt>
                <c:pt idx="472">
                  <c:v>3.6692962553975979E-2</c:v>
                </c:pt>
                <c:pt idx="473">
                  <c:v>3.753133472173751E-2</c:v>
                </c:pt>
                <c:pt idx="474">
                  <c:v>3.8152257133052675E-2</c:v>
                </c:pt>
                <c:pt idx="475">
                  <c:v>3.9463077253983909E-2</c:v>
                </c:pt>
                <c:pt idx="476">
                  <c:v>4.0765419950367594E-2</c:v>
                </c:pt>
                <c:pt idx="477">
                  <c:v>4.3197078474436011E-2</c:v>
                </c:pt>
                <c:pt idx="478">
                  <c:v>4.466116975553E-2</c:v>
                </c:pt>
                <c:pt idx="479">
                  <c:v>4.7641138785282804E-2</c:v>
                </c:pt>
                <c:pt idx="480">
                  <c:v>4.9963777932404314E-2</c:v>
                </c:pt>
                <c:pt idx="481">
                  <c:v>5.2416170280318496E-2</c:v>
                </c:pt>
                <c:pt idx="482">
                  <c:v>5.6500546572966243E-2</c:v>
                </c:pt>
                <c:pt idx="483">
                  <c:v>6.0464732413098875E-2</c:v>
                </c:pt>
                <c:pt idx="484">
                  <c:v>6.4916118731673647E-2</c:v>
                </c:pt>
                <c:pt idx="485">
                  <c:v>6.9791652533266357E-2</c:v>
                </c:pt>
                <c:pt idx="486">
                  <c:v>7.3889125119115301E-2</c:v>
                </c:pt>
                <c:pt idx="487">
                  <c:v>7.9655083372461993E-2</c:v>
                </c:pt>
                <c:pt idx="488">
                  <c:v>8.476894535179523E-2</c:v>
                </c:pt>
                <c:pt idx="489">
                  <c:v>9.0127766417315944E-2</c:v>
                </c:pt>
                <c:pt idx="490">
                  <c:v>9.6806529120550197E-2</c:v>
                </c:pt>
                <c:pt idx="491">
                  <c:v>0.10368181480469689</c:v>
                </c:pt>
                <c:pt idx="492">
                  <c:v>0.11061062147660684</c:v>
                </c:pt>
                <c:pt idx="493">
                  <c:v>0.11899375073814331</c:v>
                </c:pt>
                <c:pt idx="494">
                  <c:v>0.12451735482247547</c:v>
                </c:pt>
                <c:pt idx="495">
                  <c:v>0.13424511839692249</c:v>
                </c:pt>
                <c:pt idx="496">
                  <c:v>0.14239456734345374</c:v>
                </c:pt>
                <c:pt idx="497">
                  <c:v>0.15114929963298129</c:v>
                </c:pt>
                <c:pt idx="498">
                  <c:v>0.16075824220532758</c:v>
                </c:pt>
                <c:pt idx="499">
                  <c:v>0.16997348517903008</c:v>
                </c:pt>
                <c:pt idx="500">
                  <c:v>0.17884400371865311</c:v>
                </c:pt>
                <c:pt idx="501">
                  <c:v>0.1884827731089278</c:v>
                </c:pt>
                <c:pt idx="502">
                  <c:v>0.19916903901627978</c:v>
                </c:pt>
                <c:pt idx="503">
                  <c:v>0.20876673258143547</c:v>
                </c:pt>
                <c:pt idx="504">
                  <c:v>0.21933255682817515</c:v>
                </c:pt>
                <c:pt idx="505">
                  <c:v>0.22945564473255931</c:v>
                </c:pt>
                <c:pt idx="506">
                  <c:v>0.24026106538994607</c:v>
                </c:pt>
                <c:pt idx="507">
                  <c:v>0.25139067082071942</c:v>
                </c:pt>
                <c:pt idx="508">
                  <c:v>0.26219960299633721</c:v>
                </c:pt>
                <c:pt idx="509">
                  <c:v>0.27349035673117517</c:v>
                </c:pt>
                <c:pt idx="510">
                  <c:v>0</c:v>
                </c:pt>
                <c:pt idx="511">
                  <c:v>0</c:v>
                </c:pt>
              </c:numCache>
            </c:numRef>
          </c:yVal>
          <c:smooth val="1"/>
          <c:extLst>
            <c:ext xmlns:c16="http://schemas.microsoft.com/office/drawing/2014/chart" uri="{C3380CC4-5D6E-409C-BE32-E72D297353CC}">
              <c16:uniqueId val="{00000003-67BA-4CBA-8EC2-6E6D51006D75}"/>
            </c:ext>
          </c:extLst>
        </c:ser>
        <c:ser>
          <c:idx val="3"/>
          <c:order val="4"/>
          <c:tx>
            <c:strRef>
              <c:f>'calib_(2)'!$X$7</c:f>
              <c:strCache>
                <c:ptCount val="1"/>
                <c:pt idx="0">
                  <c:v>20%±3%</c:v>
                </c:pt>
              </c:strCache>
            </c:strRef>
          </c:tx>
          <c:spPr>
            <a:ln w="19046" cap="rnd">
              <a:solidFill>
                <a:schemeClr val="accent2">
                  <a:lumMod val="60000"/>
                  <a:lumOff val="40000"/>
                </a:schemeClr>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'calib_(2)'!$X$8:$X$519</c:f>
              <c:numCache>
                <c:formatCode>General</c:formatCode>
                <c:ptCount val="51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0.32746047111971599</c:v>
                </c:pt>
                <c:pt idx="143">
                  <c:v>0.33089269387974601</c:v>
                </c:pt>
                <c:pt idx="144">
                  <c:v>0.33432491663977598</c:v>
                </c:pt>
                <c:pt idx="145">
                  <c:v>0.33775713939980601</c:v>
                </c:pt>
                <c:pt idx="146">
                  <c:v>0.34118936215983697</c:v>
                </c:pt>
                <c:pt idx="147">
                  <c:v>0.344621584919867</c:v>
                </c:pt>
                <c:pt idx="148">
                  <c:v>0.34805380767989702</c:v>
                </c:pt>
                <c:pt idx="149">
                  <c:v>0.35148603043992699</c:v>
                </c:pt>
                <c:pt idx="150">
                  <c:v>0.35491825319995701</c:v>
                </c:pt>
                <c:pt idx="151">
                  <c:v>0.35835047595998698</c:v>
                </c:pt>
                <c:pt idx="152">
                  <c:v>0.361782698720017</c:v>
                </c:pt>
                <c:pt idx="153">
                  <c:v>0.36521492148004697</c:v>
                </c:pt>
                <c:pt idx="154">
                  <c:v>0.368647144240078</c:v>
                </c:pt>
                <c:pt idx="155">
                  <c:v>0.37207936700010802</c:v>
                </c:pt>
                <c:pt idx="156">
                  <c:v>0.37551158976013799</c:v>
                </c:pt>
                <c:pt idx="157">
                  <c:v>0.37894381252016801</c:v>
                </c:pt>
                <c:pt idx="158">
                  <c:v>0.38237603528019798</c:v>
                </c:pt>
                <c:pt idx="159">
                  <c:v>0.385808258040228</c:v>
                </c:pt>
                <c:pt idx="160">
                  <c:v>0.38924048080025803</c:v>
                </c:pt>
                <c:pt idx="161">
                  <c:v>0.39267270356028799</c:v>
                </c:pt>
                <c:pt idx="162">
                  <c:v>0.39610492632031902</c:v>
                </c:pt>
                <c:pt idx="163">
                  <c:v>0.39953714908034899</c:v>
                </c:pt>
                <c:pt idx="164">
                  <c:v>0.40296937184037901</c:v>
                </c:pt>
                <c:pt idx="165">
                  <c:v>0.40640159460040898</c:v>
                </c:pt>
                <c:pt idx="166">
                  <c:v>0.409833817360439</c:v>
                </c:pt>
                <c:pt idx="167">
                  <c:v>0.41326604012046902</c:v>
                </c:pt>
                <c:pt idx="168">
                  <c:v>0.41669826288049899</c:v>
                </c:pt>
                <c:pt idx="169">
                  <c:v>0.42013048564052902</c:v>
                </c:pt>
                <c:pt idx="170">
                  <c:v>0.42356270840055998</c:v>
                </c:pt>
                <c:pt idx="171">
                  <c:v>0.42699493116059001</c:v>
                </c:pt>
                <c:pt idx="172">
                  <c:v>0.43042715392061998</c:v>
                </c:pt>
                <c:pt idx="173">
                  <c:v>0.43385937668065</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numCache>
            </c:numRef>
          </c:yVal>
          <c:smooth val="1"/>
          <c:extLst>
            <c:ext xmlns:c16="http://schemas.microsoft.com/office/drawing/2014/chart" uri="{C3380CC4-5D6E-409C-BE32-E72D297353CC}">
              <c16:uniqueId val="{00000004-67BA-4CBA-8EC2-6E6D51006D75}"/>
            </c:ext>
          </c:extLst>
        </c:ser>
        <c:ser>
          <c:idx val="5"/>
          <c:order val="5"/>
          <c:tx>
            <c:strRef>
              <c:f>'calib_(2)'!$I$7</c:f>
              <c:strCache>
                <c:ptCount val="1"/>
                <c:pt idx="0">
                  <c:v>undesired without septa</c:v>
                </c:pt>
              </c:strCache>
            </c:strRef>
          </c:tx>
          <c:spPr>
            <a:ln w="22225">
              <a:prstDash val="sysDot"/>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'calib_(2)'!$J$8:$J$519</c:f>
              <c:numCache>
                <c:formatCode>General</c:formatCode>
                <c:ptCount val="512"/>
                <c:pt idx="0">
                  <c:v>0.12523886810771104</c:v>
                </c:pt>
                <c:pt idx="1">
                  <c:v>0.13949052783048463</c:v>
                </c:pt>
                <c:pt idx="2">
                  <c:v>0.14485506536069714</c:v>
                </c:pt>
                <c:pt idx="3">
                  <c:v>0.14903133133080768</c:v>
                </c:pt>
                <c:pt idx="4">
                  <c:v>0.15178972113034336</c:v>
                </c:pt>
                <c:pt idx="5">
                  <c:v>0.15387403574981143</c:v>
                </c:pt>
                <c:pt idx="6">
                  <c:v>0.15494204139147649</c:v>
                </c:pt>
                <c:pt idx="7">
                  <c:v>0.15361270804226348</c:v>
                </c:pt>
                <c:pt idx="8">
                  <c:v>0.15574708360815429</c:v>
                </c:pt>
                <c:pt idx="9">
                  <c:v>0.15604338984986593</c:v>
                </c:pt>
                <c:pt idx="10">
                  <c:v>0.15610420939697781</c:v>
                </c:pt>
                <c:pt idx="11">
                  <c:v>0.15716250749992616</c:v>
                </c:pt>
                <c:pt idx="12">
                  <c:v>0.15618105922509759</c:v>
                </c:pt>
                <c:pt idx="13">
                  <c:v>0.15537074246831545</c:v>
                </c:pt>
                <c:pt idx="14">
                  <c:v>0.15599663012150469</c:v>
                </c:pt>
                <c:pt idx="15">
                  <c:v>0.15440931623112428</c:v>
                </c:pt>
                <c:pt idx="16">
                  <c:v>0.1547085290348113</c:v>
                </c:pt>
                <c:pt idx="17">
                  <c:v>0.1531380236366145</c:v>
                </c:pt>
                <c:pt idx="18">
                  <c:v>0.15317606631829556</c:v>
                </c:pt>
                <c:pt idx="19">
                  <c:v>0.15072084676667863</c:v>
                </c:pt>
                <c:pt idx="20">
                  <c:v>0.15123462008971095</c:v>
                </c:pt>
                <c:pt idx="21">
                  <c:v>0.15086089012304593</c:v>
                </c:pt>
                <c:pt idx="22">
                  <c:v>0.15012757195194384</c:v>
                </c:pt>
                <c:pt idx="23">
                  <c:v>0.15253822596218658</c:v>
                </c:pt>
                <c:pt idx="24">
                  <c:v>0.1552823489844713</c:v>
                </c:pt>
                <c:pt idx="25">
                  <c:v>0.15938283464119601</c:v>
                </c:pt>
                <c:pt idx="26">
                  <c:v>0.16136582636319968</c:v>
                </c:pt>
                <c:pt idx="27">
                  <c:v>0.16246742321144569</c:v>
                </c:pt>
                <c:pt idx="28">
                  <c:v>0.16150482336198904</c:v>
                </c:pt>
                <c:pt idx="29">
                  <c:v>0.15724830286081129</c:v>
                </c:pt>
                <c:pt idx="30">
                  <c:v>0.15416627547876979</c:v>
                </c:pt>
                <c:pt idx="31">
                  <c:v>0.15259584974014784</c:v>
                </c:pt>
                <c:pt idx="32">
                  <c:v>0.15017356266777443</c:v>
                </c:pt>
                <c:pt idx="33">
                  <c:v>0.14898673527700559</c:v>
                </c:pt>
                <c:pt idx="34">
                  <c:v>0.1481418437920711</c:v>
                </c:pt>
                <c:pt idx="35">
                  <c:v>0.14846784551659345</c:v>
                </c:pt>
                <c:pt idx="36">
                  <c:v>0.14957591488136113</c:v>
                </c:pt>
                <c:pt idx="37">
                  <c:v>0.15171856640851253</c:v>
                </c:pt>
                <c:pt idx="38">
                  <c:v>0.15585995281532769</c:v>
                </c:pt>
                <c:pt idx="39">
                  <c:v>0.16042081955775905</c:v>
                </c:pt>
                <c:pt idx="40">
                  <c:v>0.16753448811637778</c:v>
                </c:pt>
                <c:pt idx="41">
                  <c:v>0.17469426244672792</c:v>
                </c:pt>
                <c:pt idx="42">
                  <c:v>0.18077720502023215</c:v>
                </c:pt>
                <c:pt idx="43">
                  <c:v>0.18731638508960319</c:v>
                </c:pt>
                <c:pt idx="44">
                  <c:v>0.18954295801118798</c:v>
                </c:pt>
                <c:pt idx="45">
                  <c:v>0.18958875082105067</c:v>
                </c:pt>
                <c:pt idx="46">
                  <c:v>0.18569650821874373</c:v>
                </c:pt>
                <c:pt idx="47">
                  <c:v>0.18068390656470407</c:v>
                </c:pt>
                <c:pt idx="48">
                  <c:v>0.17694989583045395</c:v>
                </c:pt>
                <c:pt idx="49">
                  <c:v>0.17332877999145291</c:v>
                </c:pt>
                <c:pt idx="50">
                  <c:v>0.17123154508673794</c:v>
                </c:pt>
                <c:pt idx="51">
                  <c:v>0.17200847892372792</c:v>
                </c:pt>
                <c:pt idx="52">
                  <c:v>0.17600749374392888</c:v>
                </c:pt>
                <c:pt idx="53">
                  <c:v>0.17940443802775141</c:v>
                </c:pt>
                <c:pt idx="54">
                  <c:v>0.1814205109999</c:v>
                </c:pt>
                <c:pt idx="55">
                  <c:v>0.18575160614068886</c:v>
                </c:pt>
                <c:pt idx="56">
                  <c:v>0.18921010133243243</c:v>
                </c:pt>
                <c:pt idx="57">
                  <c:v>0.19334206848277122</c:v>
                </c:pt>
                <c:pt idx="58">
                  <c:v>0.19549905188450842</c:v>
                </c:pt>
                <c:pt idx="59">
                  <c:v>0.19680890962314043</c:v>
                </c:pt>
                <c:pt idx="60">
                  <c:v>0.20009544119886286</c:v>
                </c:pt>
                <c:pt idx="61">
                  <c:v>0.20412173587354232</c:v>
                </c:pt>
                <c:pt idx="62">
                  <c:v>0.21206941762584908</c:v>
                </c:pt>
                <c:pt idx="63">
                  <c:v>0.22260605381847223</c:v>
                </c:pt>
                <c:pt idx="64">
                  <c:v>0.23926313459392159</c:v>
                </c:pt>
                <c:pt idx="65">
                  <c:v>0.26017855879997653</c:v>
                </c:pt>
                <c:pt idx="66">
                  <c:v>0.29123783381429452</c:v>
                </c:pt>
                <c:pt idx="67">
                  <c:v>0.33256744966926038</c:v>
                </c:pt>
                <c:pt idx="68">
                  <c:v>0.38217048615627264</c:v>
                </c:pt>
                <c:pt idx="69">
                  <c:v>0.43502229324595371</c:v>
                </c:pt>
                <c:pt idx="70">
                  <c:v>0.48841651526366148</c:v>
                </c:pt>
                <c:pt idx="71">
                  <c:v>0.53842096574621312</c:v>
                </c:pt>
                <c:pt idx="72">
                  <c:v>0.57436154451194288</c:v>
                </c:pt>
                <c:pt idx="73">
                  <c:v>0.59362805349727732</c:v>
                </c:pt>
                <c:pt idx="74">
                  <c:v>0.59059151628461315</c:v>
                </c:pt>
                <c:pt idx="75">
                  <c:v>0.57682431470526219</c:v>
                </c:pt>
                <c:pt idx="76">
                  <c:v>0.54587363921237253</c:v>
                </c:pt>
                <c:pt idx="77">
                  <c:v>0.50824612923334622</c:v>
                </c:pt>
                <c:pt idx="78">
                  <c:v>0.47492983363602581</c:v>
                </c:pt>
                <c:pt idx="79">
                  <c:v>0.44827077109272695</c:v>
                </c:pt>
                <c:pt idx="80">
                  <c:v>0.42846582947587514</c:v>
                </c:pt>
                <c:pt idx="81">
                  <c:v>0.41821327766215993</c:v>
                </c:pt>
                <c:pt idx="82">
                  <c:v>0.41273545183537091</c:v>
                </c:pt>
                <c:pt idx="83">
                  <c:v>0.41255426720028515</c:v>
                </c:pt>
                <c:pt idx="84">
                  <c:v>0.40711358081161603</c:v>
                </c:pt>
                <c:pt idx="85">
                  <c:v>0.39782469337008142</c:v>
                </c:pt>
                <c:pt idx="86">
                  <c:v>0.38723923427371054</c:v>
                </c:pt>
                <c:pt idx="87">
                  <c:v>0.37104358424185863</c:v>
                </c:pt>
                <c:pt idx="88">
                  <c:v>0.35149025118715199</c:v>
                </c:pt>
                <c:pt idx="89">
                  <c:v>0.331176220640718</c:v>
                </c:pt>
                <c:pt idx="90">
                  <c:v>0.31326956819412083</c:v>
                </c:pt>
                <c:pt idx="91">
                  <c:v>0.29640409767221165</c:v>
                </c:pt>
                <c:pt idx="92">
                  <c:v>0.28245434658357843</c:v>
                </c:pt>
                <c:pt idx="93">
                  <c:v>0.27262068392506839</c:v>
                </c:pt>
                <c:pt idx="94">
                  <c:v>0.26495611287849141</c:v>
                </c:pt>
                <c:pt idx="95">
                  <c:v>0.26106141672763805</c:v>
                </c:pt>
                <c:pt idx="96">
                  <c:v>0.25832915274073004</c:v>
                </c:pt>
                <c:pt idx="97">
                  <c:v>0.25824275607644243</c:v>
                </c:pt>
                <c:pt idx="98">
                  <c:v>0.25678177745450576</c:v>
                </c:pt>
                <c:pt idx="99">
                  <c:v>0.25697541983209859</c:v>
                </c:pt>
                <c:pt idx="100">
                  <c:v>0.25590344074733695</c:v>
                </c:pt>
                <c:pt idx="101">
                  <c:v>0.25701267045112119</c:v>
                </c:pt>
                <c:pt idx="102">
                  <c:v>0.25619506585359308</c:v>
                </c:pt>
                <c:pt idx="103">
                  <c:v>0.25399890105284784</c:v>
                </c:pt>
                <c:pt idx="104">
                  <c:v>0.25483885213184176</c:v>
                </c:pt>
                <c:pt idx="105">
                  <c:v>0.25287393144514742</c:v>
                </c:pt>
                <c:pt idx="106">
                  <c:v>0.25253975463844636</c:v>
                </c:pt>
                <c:pt idx="107">
                  <c:v>0.25180712788260079</c:v>
                </c:pt>
                <c:pt idx="108">
                  <c:v>0.24861542255485183</c:v>
                </c:pt>
                <c:pt idx="109">
                  <c:v>0.25043831490205121</c:v>
                </c:pt>
                <c:pt idx="110">
                  <c:v>0.24802451003332823</c:v>
                </c:pt>
                <c:pt idx="111">
                  <c:v>0.24739429615203548</c:v>
                </c:pt>
                <c:pt idx="112">
                  <c:v>0.24591224075210671</c:v>
                </c:pt>
                <c:pt idx="113">
                  <c:v>0.24737935638069145</c:v>
                </c:pt>
                <c:pt idx="114">
                  <c:v>0.24683283126291664</c:v>
                </c:pt>
                <c:pt idx="115">
                  <c:v>0.24654587538668921</c:v>
                </c:pt>
                <c:pt idx="116">
                  <c:v>0.24611107987162611</c:v>
                </c:pt>
                <c:pt idx="117">
                  <c:v>0.24594759912899428</c:v>
                </c:pt>
                <c:pt idx="118">
                  <c:v>0.24553040689857453</c:v>
                </c:pt>
                <c:pt idx="119">
                  <c:v>0.2474200213195572</c:v>
                </c:pt>
                <c:pt idx="120">
                  <c:v>0.24791751971291531</c:v>
                </c:pt>
                <c:pt idx="121">
                  <c:v>0.24886570750753914</c:v>
                </c:pt>
                <c:pt idx="122">
                  <c:v>0.24926833774109561</c:v>
                </c:pt>
                <c:pt idx="123">
                  <c:v>0.25104357939209127</c:v>
                </c:pt>
                <c:pt idx="124">
                  <c:v>0.25274983247811494</c:v>
                </c:pt>
                <c:pt idx="125">
                  <c:v>0.25645025328635002</c:v>
                </c:pt>
                <c:pt idx="126">
                  <c:v>0.2539180028315452</c:v>
                </c:pt>
                <c:pt idx="127">
                  <c:v>0.25778792849437382</c:v>
                </c:pt>
                <c:pt idx="128">
                  <c:v>0.25776855472037064</c:v>
                </c:pt>
                <c:pt idx="129">
                  <c:v>0.2589402943730309</c:v>
                </c:pt>
                <c:pt idx="130">
                  <c:v>0.26130890645240823</c:v>
                </c:pt>
                <c:pt idx="131">
                  <c:v>0.2619402550746579</c:v>
                </c:pt>
                <c:pt idx="132">
                  <c:v>0.26450168230179916</c:v>
                </c:pt>
                <c:pt idx="133">
                  <c:v>0.26648066992419778</c:v>
                </c:pt>
                <c:pt idx="134">
                  <c:v>0.26576550158703177</c:v>
                </c:pt>
                <c:pt idx="135">
                  <c:v>0.26776067178133495</c:v>
                </c:pt>
                <c:pt idx="136">
                  <c:v>0.26848430215377433</c:v>
                </c:pt>
                <c:pt idx="137">
                  <c:v>0.27115946647877337</c:v>
                </c:pt>
                <c:pt idx="138">
                  <c:v>0.2731608064594967</c:v>
                </c:pt>
                <c:pt idx="139">
                  <c:v>0.27427525937366087</c:v>
                </c:pt>
                <c:pt idx="140">
                  <c:v>0.27677533967706569</c:v>
                </c:pt>
                <c:pt idx="141">
                  <c:v>0.28019411898807334</c:v>
                </c:pt>
                <c:pt idx="142">
                  <c:v>0.28156476721177504</c:v>
                </c:pt>
                <c:pt idx="143">
                  <c:v>0.28519372290855194</c:v>
                </c:pt>
                <c:pt idx="144">
                  <c:v>0.28975727199436702</c:v>
                </c:pt>
                <c:pt idx="145">
                  <c:v>0.29250631920844322</c:v>
                </c:pt>
                <c:pt idx="146">
                  <c:v>0.29815260812894712</c:v>
                </c:pt>
                <c:pt idx="147">
                  <c:v>0.30411527919262171</c:v>
                </c:pt>
                <c:pt idx="148">
                  <c:v>0.30789807498433364</c:v>
                </c:pt>
                <c:pt idx="149">
                  <c:v>0.31319828808729011</c:v>
                </c:pt>
                <c:pt idx="150">
                  <c:v>0.31833719961865814</c:v>
                </c:pt>
                <c:pt idx="151">
                  <c:v>0.32541639221212665</c:v>
                </c:pt>
                <c:pt idx="152">
                  <c:v>0.32958382499374861</c:v>
                </c:pt>
                <c:pt idx="153">
                  <c:v>0.33549345631381294</c:v>
                </c:pt>
                <c:pt idx="154">
                  <c:v>0.34212538749667831</c:v>
                </c:pt>
                <c:pt idx="155">
                  <c:v>0.34798515739269559</c:v>
                </c:pt>
                <c:pt idx="156">
                  <c:v>0.35296304370990367</c:v>
                </c:pt>
                <c:pt idx="157">
                  <c:v>0.35625866787928867</c:v>
                </c:pt>
                <c:pt idx="158">
                  <c:v>0.3600805296534148</c:v>
                </c:pt>
                <c:pt idx="159">
                  <c:v>0.36261711921454237</c:v>
                </c:pt>
                <c:pt idx="160">
                  <c:v>0.36511346672454925</c:v>
                </c:pt>
                <c:pt idx="161">
                  <c:v>0.36521435972555644</c:v>
                </c:pt>
                <c:pt idx="162">
                  <c:v>0.36639342273015818</c:v>
                </c:pt>
                <c:pt idx="163">
                  <c:v>0.36726368354016464</c:v>
                </c:pt>
                <c:pt idx="164">
                  <c:v>0.36851367825797182</c:v>
                </c:pt>
                <c:pt idx="165">
                  <c:v>0.36803547485176769</c:v>
                </c:pt>
                <c:pt idx="166">
                  <c:v>0.37027216321345369</c:v>
                </c:pt>
                <c:pt idx="167">
                  <c:v>0.37131906051856034</c:v>
                </c:pt>
                <c:pt idx="168">
                  <c:v>0.37331352167735954</c:v>
                </c:pt>
                <c:pt idx="169">
                  <c:v>0.37666443398916633</c:v>
                </c:pt>
                <c:pt idx="170">
                  <c:v>0.3771462964993762</c:v>
                </c:pt>
                <c:pt idx="171">
                  <c:v>0.38090859662284121</c:v>
                </c:pt>
                <c:pt idx="172">
                  <c:v>0.38296054964769288</c:v>
                </c:pt>
                <c:pt idx="173">
                  <c:v>0.38573075537834678</c:v>
                </c:pt>
                <c:pt idx="174">
                  <c:v>0.38787787864827256</c:v>
                </c:pt>
                <c:pt idx="175">
                  <c:v>0.38753706793820414</c:v>
                </c:pt>
                <c:pt idx="176">
                  <c:v>0.38841142533678069</c:v>
                </c:pt>
                <c:pt idx="177">
                  <c:v>0.38902998741297384</c:v>
                </c:pt>
                <c:pt idx="178">
                  <c:v>0.39008015736034141</c:v>
                </c:pt>
                <c:pt idx="179">
                  <c:v>0.38827446968122542</c:v>
                </c:pt>
                <c:pt idx="180">
                  <c:v>0.3837263228845465</c:v>
                </c:pt>
                <c:pt idx="181">
                  <c:v>0.38080432036065626</c:v>
                </c:pt>
                <c:pt idx="182">
                  <c:v>0.37782601128685389</c:v>
                </c:pt>
                <c:pt idx="183">
                  <c:v>0.37322857828087452</c:v>
                </c:pt>
                <c:pt idx="184">
                  <c:v>0.36934127585685306</c:v>
                </c:pt>
                <c:pt idx="185">
                  <c:v>0.36446269988770458</c:v>
                </c:pt>
                <c:pt idx="186">
                  <c:v>0.35915771411378244</c:v>
                </c:pt>
                <c:pt idx="187">
                  <c:v>0.35327517044253176</c:v>
                </c:pt>
                <c:pt idx="188">
                  <c:v>0.3476020507937248</c:v>
                </c:pt>
                <c:pt idx="189">
                  <c:v>0.342297915040635</c:v>
                </c:pt>
                <c:pt idx="190">
                  <c:v>0.33711922147985962</c:v>
                </c:pt>
                <c:pt idx="191">
                  <c:v>0.33197759363265988</c:v>
                </c:pt>
                <c:pt idx="192">
                  <c:v>0.32552396330955208</c:v>
                </c:pt>
                <c:pt idx="193">
                  <c:v>0.31974489317256483</c:v>
                </c:pt>
                <c:pt idx="194">
                  <c:v>0.31453077963842402</c:v>
                </c:pt>
                <c:pt idx="195">
                  <c:v>0.30945136764596082</c:v>
                </c:pt>
                <c:pt idx="196">
                  <c:v>0.3048193065636543</c:v>
                </c:pt>
                <c:pt idx="197">
                  <c:v>0.29868755325145135</c:v>
                </c:pt>
                <c:pt idx="198">
                  <c:v>0.29359652529089059</c:v>
                </c:pt>
                <c:pt idx="199">
                  <c:v>0.28799727563327021</c:v>
                </c:pt>
                <c:pt idx="200">
                  <c:v>0.28558781361848384</c:v>
                </c:pt>
                <c:pt idx="201">
                  <c:v>0.2802015311944529</c:v>
                </c:pt>
                <c:pt idx="202">
                  <c:v>0.2733289976672873</c:v>
                </c:pt>
                <c:pt idx="203">
                  <c:v>0.26975521895481197</c:v>
                </c:pt>
                <c:pt idx="204">
                  <c:v>0.26634392884556574</c:v>
                </c:pt>
                <c:pt idx="205">
                  <c:v>0.26177750823629548</c:v>
                </c:pt>
                <c:pt idx="206">
                  <c:v>0.25798492201516132</c:v>
                </c:pt>
                <c:pt idx="207">
                  <c:v>0.25398139995086461</c:v>
                </c:pt>
                <c:pt idx="208">
                  <c:v>0.2488631368485858</c:v>
                </c:pt>
                <c:pt idx="209">
                  <c:v>0.24615220050758629</c:v>
                </c:pt>
                <c:pt idx="210">
                  <c:v>0.24059512045407716</c:v>
                </c:pt>
                <c:pt idx="211">
                  <c:v>0.23823167468582096</c:v>
                </c:pt>
                <c:pt idx="212">
                  <c:v>0.23358488540096098</c:v>
                </c:pt>
                <c:pt idx="213">
                  <c:v>0.23018350272805127</c:v>
                </c:pt>
                <c:pt idx="214">
                  <c:v>0.22739980553779393</c:v>
                </c:pt>
                <c:pt idx="215">
                  <c:v>0.22452220001099896</c:v>
                </c:pt>
                <c:pt idx="216">
                  <c:v>0.22108803247244882</c:v>
                </c:pt>
                <c:pt idx="217">
                  <c:v>0.21614155513588043</c:v>
                </c:pt>
                <c:pt idx="218">
                  <c:v>0.21584059710259515</c:v>
                </c:pt>
                <c:pt idx="219">
                  <c:v>0.21179328485467314</c:v>
                </c:pt>
                <c:pt idx="220">
                  <c:v>0.21013718055887079</c:v>
                </c:pt>
                <c:pt idx="221">
                  <c:v>0.20608646125052757</c:v>
                </c:pt>
                <c:pt idx="222">
                  <c:v>0.2046386637315899</c:v>
                </c:pt>
                <c:pt idx="223">
                  <c:v>0.20231119502570513</c:v>
                </c:pt>
                <c:pt idx="224">
                  <c:v>0.19972697615493423</c:v>
                </c:pt>
                <c:pt idx="225">
                  <c:v>0.19706373514707715</c:v>
                </c:pt>
                <c:pt idx="226">
                  <c:v>0.1927906216810748</c:v>
                </c:pt>
                <c:pt idx="227">
                  <c:v>0.19315566988797733</c:v>
                </c:pt>
                <c:pt idx="228">
                  <c:v>0.19129177530461072</c:v>
                </c:pt>
                <c:pt idx="229">
                  <c:v>0.18660096597858755</c:v>
                </c:pt>
                <c:pt idx="230">
                  <c:v>0.18618526120514886</c:v>
                </c:pt>
                <c:pt idx="231">
                  <c:v>0.18519722566356922</c:v>
                </c:pt>
                <c:pt idx="232">
                  <c:v>0.18184257015417959</c:v>
                </c:pt>
                <c:pt idx="233">
                  <c:v>0.17881140699739767</c:v>
                </c:pt>
                <c:pt idx="234">
                  <c:v>0.17864989171345988</c:v>
                </c:pt>
                <c:pt idx="235">
                  <c:v>0.17658663835787825</c:v>
                </c:pt>
                <c:pt idx="236">
                  <c:v>0.17455179491360584</c:v>
                </c:pt>
                <c:pt idx="237">
                  <c:v>0.17372522329587711</c:v>
                </c:pt>
                <c:pt idx="238">
                  <c:v>0.17186089828944526</c:v>
                </c:pt>
                <c:pt idx="239">
                  <c:v>0.17017509357828042</c:v>
                </c:pt>
                <c:pt idx="240">
                  <c:v>0.16906535959273489</c:v>
                </c:pt>
                <c:pt idx="241">
                  <c:v>0.16711264855020655</c:v>
                </c:pt>
                <c:pt idx="242">
                  <c:v>0.16633142184391292</c:v>
                </c:pt>
                <c:pt idx="243">
                  <c:v>0.16414662446509368</c:v>
                </c:pt>
                <c:pt idx="244">
                  <c:v>0.16300885404286869</c:v>
                </c:pt>
                <c:pt idx="245">
                  <c:v>0.16207550808887825</c:v>
                </c:pt>
                <c:pt idx="246">
                  <c:v>0.16091536516985616</c:v>
                </c:pt>
                <c:pt idx="247">
                  <c:v>0.15927494875733467</c:v>
                </c:pt>
                <c:pt idx="248">
                  <c:v>0.15746135576253684</c:v>
                </c:pt>
                <c:pt idx="249">
                  <c:v>0.15510688685795601</c:v>
                </c:pt>
                <c:pt idx="250">
                  <c:v>0.1545709430323767</c:v>
                </c:pt>
                <c:pt idx="251">
                  <c:v>0.1543178492683705</c:v>
                </c:pt>
                <c:pt idx="252">
                  <c:v>0.15258408548815164</c:v>
                </c:pt>
                <c:pt idx="253">
                  <c:v>0.15168286876343567</c:v>
                </c:pt>
                <c:pt idx="254">
                  <c:v>0.15018613479942777</c:v>
                </c:pt>
                <c:pt idx="255">
                  <c:v>0.14906841894144596</c:v>
                </c:pt>
                <c:pt idx="256">
                  <c:v>0.14793161984898356</c:v>
                </c:pt>
                <c:pt idx="257">
                  <c:v>0.1457789998706408</c:v>
                </c:pt>
                <c:pt idx="258">
                  <c:v>0.14459160446804184</c:v>
                </c:pt>
                <c:pt idx="259">
                  <c:v>0.14386353482523362</c:v>
                </c:pt>
                <c:pt idx="260">
                  <c:v>0.14172264568372767</c:v>
                </c:pt>
                <c:pt idx="261">
                  <c:v>0.14346103760729914</c:v>
                </c:pt>
                <c:pt idx="262">
                  <c:v>0.14069946091586</c:v>
                </c:pt>
                <c:pt idx="263">
                  <c:v>0.14044892172473394</c:v>
                </c:pt>
                <c:pt idx="264">
                  <c:v>0.1383907846780463</c:v>
                </c:pt>
                <c:pt idx="265">
                  <c:v>0.13854996161606142</c:v>
                </c:pt>
                <c:pt idx="266">
                  <c:v>0.1373990725451015</c:v>
                </c:pt>
                <c:pt idx="267">
                  <c:v>0.13786010862921366</c:v>
                </c:pt>
                <c:pt idx="268">
                  <c:v>0.13524411876810083</c:v>
                </c:pt>
                <c:pt idx="269">
                  <c:v>0.13631672778225534</c:v>
                </c:pt>
                <c:pt idx="270">
                  <c:v>0.13446382742313318</c:v>
                </c:pt>
                <c:pt idx="271">
                  <c:v>0.13377680361308883</c:v>
                </c:pt>
                <c:pt idx="272">
                  <c:v>0.13311875581270596</c:v>
                </c:pt>
                <c:pt idx="273">
                  <c:v>0.1321692870945001</c:v>
                </c:pt>
                <c:pt idx="274">
                  <c:v>0.13179366144095733</c:v>
                </c:pt>
                <c:pt idx="275">
                  <c:v>0.13145151334196256</c:v>
                </c:pt>
                <c:pt idx="276">
                  <c:v>0.12984024742249528</c:v>
                </c:pt>
                <c:pt idx="277">
                  <c:v>0.1300949017621551</c:v>
                </c:pt>
                <c:pt idx="278">
                  <c:v>0.12777707011231165</c:v>
                </c:pt>
                <c:pt idx="279">
                  <c:v>0.12777231739851219</c:v>
                </c:pt>
                <c:pt idx="280">
                  <c:v>0.12759244114719145</c:v>
                </c:pt>
                <c:pt idx="281">
                  <c:v>0.12533783636044099</c:v>
                </c:pt>
                <c:pt idx="282">
                  <c:v>0.12430378377636914</c:v>
                </c:pt>
                <c:pt idx="283">
                  <c:v>0.12335179955450937</c:v>
                </c:pt>
                <c:pt idx="284">
                  <c:v>0.12371771972900125</c:v>
                </c:pt>
                <c:pt idx="285">
                  <c:v>0.12195058224901703</c:v>
                </c:pt>
                <c:pt idx="286">
                  <c:v>0.12242574829470843</c:v>
                </c:pt>
                <c:pt idx="287">
                  <c:v>0.12086783001845758</c:v>
                </c:pt>
                <c:pt idx="288">
                  <c:v>0.12100189990400435</c:v>
                </c:pt>
                <c:pt idx="289">
                  <c:v>0.11929210793894869</c:v>
                </c:pt>
                <c:pt idx="290">
                  <c:v>0.11916684180714451</c:v>
                </c:pt>
                <c:pt idx="291">
                  <c:v>0.11798528516099061</c:v>
                </c:pt>
                <c:pt idx="292">
                  <c:v>0.11673374259626049</c:v>
                </c:pt>
                <c:pt idx="293">
                  <c:v>0.1165198617623035</c:v>
                </c:pt>
                <c:pt idx="294">
                  <c:v>0.11585615083619455</c:v>
                </c:pt>
                <c:pt idx="295">
                  <c:v>0.11449136805319379</c:v>
                </c:pt>
                <c:pt idx="296">
                  <c:v>0.11402291048411684</c:v>
                </c:pt>
                <c:pt idx="297">
                  <c:v>0.11396117981017745</c:v>
                </c:pt>
                <c:pt idx="298">
                  <c:v>0.11256506842643518</c:v>
                </c:pt>
                <c:pt idx="299">
                  <c:v>0.11177106155317276</c:v>
                </c:pt>
                <c:pt idx="300">
                  <c:v>0.11160394464957095</c:v>
                </c:pt>
                <c:pt idx="301">
                  <c:v>0.11182040769417034</c:v>
                </c:pt>
                <c:pt idx="302">
                  <c:v>0.11083358962187892</c:v>
                </c:pt>
                <c:pt idx="303">
                  <c:v>0.11088212610758971</c:v>
                </c:pt>
                <c:pt idx="304">
                  <c:v>0.10979173619146815</c:v>
                </c:pt>
                <c:pt idx="305">
                  <c:v>0.10920577850837361</c:v>
                </c:pt>
                <c:pt idx="306">
                  <c:v>0.10994677545923193</c:v>
                </c:pt>
                <c:pt idx="307">
                  <c:v>0.10776692407015645</c:v>
                </c:pt>
                <c:pt idx="308">
                  <c:v>0.1082144501955684</c:v>
                </c:pt>
                <c:pt idx="309">
                  <c:v>0.10790072205221496</c:v>
                </c:pt>
                <c:pt idx="310">
                  <c:v>0.10878645879252088</c:v>
                </c:pt>
                <c:pt idx="311">
                  <c:v>0.10688351721799605</c:v>
                </c:pt>
                <c:pt idx="312">
                  <c:v>0.10611814907103549</c:v>
                </c:pt>
                <c:pt idx="313">
                  <c:v>0.10554357564107275</c:v>
                </c:pt>
                <c:pt idx="314">
                  <c:v>0.10606002429217737</c:v>
                </c:pt>
                <c:pt idx="315">
                  <c:v>0.10560464228227295</c:v>
                </c:pt>
                <c:pt idx="316">
                  <c:v>0.10561923699426884</c:v>
                </c:pt>
                <c:pt idx="317">
                  <c:v>0.10369509649054347</c:v>
                </c:pt>
                <c:pt idx="318">
                  <c:v>0.10474448259693503</c:v>
                </c:pt>
                <c:pt idx="319">
                  <c:v>0.10458720425478904</c:v>
                </c:pt>
                <c:pt idx="320">
                  <c:v>0.1032532789646595</c:v>
                </c:pt>
                <c:pt idx="321">
                  <c:v>0.10355218032629926</c:v>
                </c:pt>
                <c:pt idx="322">
                  <c:v>0.10387390991209895</c:v>
                </c:pt>
                <c:pt idx="323">
                  <c:v>0.10286769777021217</c:v>
                </c:pt>
                <c:pt idx="324">
                  <c:v>0.10348181349399407</c:v>
                </c:pt>
                <c:pt idx="325">
                  <c:v>0.10187717775731547</c:v>
                </c:pt>
                <c:pt idx="326">
                  <c:v>0.1016141971859183</c:v>
                </c:pt>
                <c:pt idx="327">
                  <c:v>0.10254215789857304</c:v>
                </c:pt>
                <c:pt idx="328">
                  <c:v>0.10178661128179917</c:v>
                </c:pt>
                <c:pt idx="329">
                  <c:v>0.10083443448930879</c:v>
                </c:pt>
                <c:pt idx="330">
                  <c:v>0.10134571862643646</c:v>
                </c:pt>
                <c:pt idx="331">
                  <c:v>0.10090635959893518</c:v>
                </c:pt>
                <c:pt idx="332">
                  <c:v>9.993109022466061E-2</c:v>
                </c:pt>
                <c:pt idx="333">
                  <c:v>0.10067412462489819</c:v>
                </c:pt>
                <c:pt idx="334">
                  <c:v>0.10047827615578789</c:v>
                </c:pt>
                <c:pt idx="335">
                  <c:v>9.9560638837071391E-2</c:v>
                </c:pt>
                <c:pt idx="336">
                  <c:v>9.9580151543366871E-2</c:v>
                </c:pt>
                <c:pt idx="337">
                  <c:v>9.8584634913642416E-2</c:v>
                </c:pt>
                <c:pt idx="338">
                  <c:v>9.8582525488619843E-2</c:v>
                </c:pt>
                <c:pt idx="339">
                  <c:v>9.8660982907966849E-2</c:v>
                </c:pt>
                <c:pt idx="340">
                  <c:v>9.844286544623021E-2</c:v>
                </c:pt>
                <c:pt idx="341">
                  <c:v>9.9230366051626967E-2</c:v>
                </c:pt>
                <c:pt idx="342">
                  <c:v>9.7837670832737367E-2</c:v>
                </c:pt>
                <c:pt idx="343">
                  <c:v>9.681015242512328E-2</c:v>
                </c:pt>
                <c:pt idx="344">
                  <c:v>9.7040092961505731E-2</c:v>
                </c:pt>
                <c:pt idx="345">
                  <c:v>9.6227631173781331E-2</c:v>
                </c:pt>
                <c:pt idx="346">
                  <c:v>9.5608275289801495E-2</c:v>
                </c:pt>
                <c:pt idx="347">
                  <c:v>9.459151743191721E-2</c:v>
                </c:pt>
                <c:pt idx="348">
                  <c:v>9.4352786333164532E-2</c:v>
                </c:pt>
                <c:pt idx="349">
                  <c:v>9.3840436967816382E-2</c:v>
                </c:pt>
                <c:pt idx="350">
                  <c:v>9.4459232846700991E-2</c:v>
                </c:pt>
                <c:pt idx="351">
                  <c:v>9.2494849162443105E-2</c:v>
                </c:pt>
                <c:pt idx="352">
                  <c:v>9.1893420098647649E-2</c:v>
                </c:pt>
                <c:pt idx="353">
                  <c:v>9.0467690057209227E-2</c:v>
                </c:pt>
                <c:pt idx="354">
                  <c:v>9.0901194647246594E-2</c:v>
                </c:pt>
                <c:pt idx="355">
                  <c:v>8.9965216477537219E-2</c:v>
                </c:pt>
                <c:pt idx="356">
                  <c:v>8.9204241010708868E-2</c:v>
                </c:pt>
                <c:pt idx="357">
                  <c:v>8.8151882525549785E-2</c:v>
                </c:pt>
                <c:pt idx="358">
                  <c:v>8.7771168839515495E-2</c:v>
                </c:pt>
                <c:pt idx="359">
                  <c:v>8.7125935055494208E-2</c:v>
                </c:pt>
                <c:pt idx="360">
                  <c:v>8.6400429540041124E-2</c:v>
                </c:pt>
                <c:pt idx="361">
                  <c:v>8.5867324181402416E-2</c:v>
                </c:pt>
                <c:pt idx="362">
                  <c:v>8.5535145342023694E-2</c:v>
                </c:pt>
                <c:pt idx="363">
                  <c:v>8.420070640734742E-2</c:v>
                </c:pt>
                <c:pt idx="364">
                  <c:v>8.3902720559366817E-2</c:v>
                </c:pt>
                <c:pt idx="365">
                  <c:v>8.357494428259199E-2</c:v>
                </c:pt>
                <c:pt idx="366">
                  <c:v>8.2576912694070498E-2</c:v>
                </c:pt>
                <c:pt idx="367">
                  <c:v>8.2331456381574047E-2</c:v>
                </c:pt>
                <c:pt idx="368">
                  <c:v>8.162019754992611E-2</c:v>
                </c:pt>
                <c:pt idx="369">
                  <c:v>8.0999550346320587E-2</c:v>
                </c:pt>
                <c:pt idx="370">
                  <c:v>8.0152682408868109E-2</c:v>
                </c:pt>
                <c:pt idx="371">
                  <c:v>7.9373844490957648E-2</c:v>
                </c:pt>
                <c:pt idx="372">
                  <c:v>8.0100672672470397E-2</c:v>
                </c:pt>
                <c:pt idx="373">
                  <c:v>7.8924022752899697E-2</c:v>
                </c:pt>
                <c:pt idx="374">
                  <c:v>7.8523316083153438E-2</c:v>
                </c:pt>
                <c:pt idx="375">
                  <c:v>7.8196640673329584E-2</c:v>
                </c:pt>
                <c:pt idx="376">
                  <c:v>7.8663845957315376E-2</c:v>
                </c:pt>
                <c:pt idx="377">
                  <c:v>7.7979446186114312E-2</c:v>
                </c:pt>
                <c:pt idx="378">
                  <c:v>7.7790311160835596E-2</c:v>
                </c:pt>
                <c:pt idx="379">
                  <c:v>7.7213693297132388E-2</c:v>
                </c:pt>
                <c:pt idx="380">
                  <c:v>7.6524832483211944E-2</c:v>
                </c:pt>
                <c:pt idx="381">
                  <c:v>7.7831918576600448E-2</c:v>
                </c:pt>
                <c:pt idx="382">
                  <c:v>7.6186150660172355E-2</c:v>
                </c:pt>
                <c:pt idx="383">
                  <c:v>7.6648243058042465E-2</c:v>
                </c:pt>
                <c:pt idx="384">
                  <c:v>7.7042218088418032E-2</c:v>
                </c:pt>
                <c:pt idx="385">
                  <c:v>7.6383847019540485E-2</c:v>
                </c:pt>
                <c:pt idx="386">
                  <c:v>7.6125217151827976E-2</c:v>
                </c:pt>
                <c:pt idx="387">
                  <c:v>7.5505764305070111E-2</c:v>
                </c:pt>
                <c:pt idx="388">
                  <c:v>7.6389419545413756E-2</c:v>
                </c:pt>
                <c:pt idx="389">
                  <c:v>7.574766443628414E-2</c:v>
                </c:pt>
                <c:pt idx="390">
                  <c:v>7.6132868203816692E-2</c:v>
                </c:pt>
                <c:pt idx="391">
                  <c:v>7.5434259972384843E-2</c:v>
                </c:pt>
                <c:pt idx="392">
                  <c:v>7.5467461055060081E-2</c:v>
                </c:pt>
                <c:pt idx="393">
                  <c:v>7.5302595127714034E-2</c:v>
                </c:pt>
                <c:pt idx="394">
                  <c:v>7.4475505332506631E-2</c:v>
                </c:pt>
                <c:pt idx="395">
                  <c:v>7.5033328136913949E-2</c:v>
                </c:pt>
                <c:pt idx="396">
                  <c:v>7.5285527852562567E-2</c:v>
                </c:pt>
                <c:pt idx="397">
                  <c:v>7.4462818486284318E-2</c:v>
                </c:pt>
                <c:pt idx="398">
                  <c:v>7.5228246999913276E-2</c:v>
                </c:pt>
                <c:pt idx="399">
                  <c:v>7.367399702888025E-2</c:v>
                </c:pt>
                <c:pt idx="400">
                  <c:v>7.5460104294199012E-2</c:v>
                </c:pt>
                <c:pt idx="401">
                  <c:v>7.4465174550366497E-2</c:v>
                </c:pt>
                <c:pt idx="402">
                  <c:v>7.4198390849329832E-2</c:v>
                </c:pt>
                <c:pt idx="403">
                  <c:v>7.3524426406326143E-2</c:v>
                </c:pt>
                <c:pt idx="404">
                  <c:v>7.4286994342992574E-2</c:v>
                </c:pt>
                <c:pt idx="405">
                  <c:v>7.4757441487483506E-2</c:v>
                </c:pt>
                <c:pt idx="406">
                  <c:v>7.5303278931579815E-2</c:v>
                </c:pt>
                <c:pt idx="407">
                  <c:v>7.3989340188630792E-2</c:v>
                </c:pt>
                <c:pt idx="408">
                  <c:v>7.4460758548592312E-2</c:v>
                </c:pt>
                <c:pt idx="409">
                  <c:v>7.4516006399185666E-2</c:v>
                </c:pt>
                <c:pt idx="410">
                  <c:v>7.4371991034590718E-2</c:v>
                </c:pt>
                <c:pt idx="411">
                  <c:v>7.3822785501147251E-2</c:v>
                </c:pt>
                <c:pt idx="412">
                  <c:v>7.4135022753648805E-2</c:v>
                </c:pt>
                <c:pt idx="413">
                  <c:v>7.431140025489745E-2</c:v>
                </c:pt>
                <c:pt idx="414">
                  <c:v>7.4057433100901376E-2</c:v>
                </c:pt>
                <c:pt idx="415">
                  <c:v>7.4655480902176038E-2</c:v>
                </c:pt>
                <c:pt idx="416">
                  <c:v>7.4724123415421839E-2</c:v>
                </c:pt>
                <c:pt idx="417">
                  <c:v>7.4677967921362914E-2</c:v>
                </c:pt>
                <c:pt idx="418">
                  <c:v>7.5581852065738642E-2</c:v>
                </c:pt>
                <c:pt idx="419">
                  <c:v>7.4984940210678142E-2</c:v>
                </c:pt>
                <c:pt idx="420">
                  <c:v>7.5244219258763553E-2</c:v>
                </c:pt>
                <c:pt idx="421">
                  <c:v>7.4959249077031248E-2</c:v>
                </c:pt>
                <c:pt idx="422">
                  <c:v>7.5465323370578249E-2</c:v>
                </c:pt>
                <c:pt idx="423">
                  <c:v>7.5882378336129874E-2</c:v>
                </c:pt>
                <c:pt idx="424">
                  <c:v>7.5898512213198904E-2</c:v>
                </c:pt>
                <c:pt idx="425">
                  <c:v>7.583732082290881E-2</c:v>
                </c:pt>
                <c:pt idx="426">
                  <c:v>7.6426980338233128E-2</c:v>
                </c:pt>
                <c:pt idx="427">
                  <c:v>7.6816500651797764E-2</c:v>
                </c:pt>
                <c:pt idx="428">
                  <c:v>7.6836537489534618E-2</c:v>
                </c:pt>
                <c:pt idx="429">
                  <c:v>7.4985777551374477E-2</c:v>
                </c:pt>
                <c:pt idx="430">
                  <c:v>7.5826064281584282E-2</c:v>
                </c:pt>
                <c:pt idx="431">
                  <c:v>7.6670953498894592E-2</c:v>
                </c:pt>
                <c:pt idx="432">
                  <c:v>7.5934495587428555E-2</c:v>
                </c:pt>
                <c:pt idx="433">
                  <c:v>7.6145325678102435E-2</c:v>
                </c:pt>
                <c:pt idx="434">
                  <c:v>7.5128489465371609E-2</c:v>
                </c:pt>
                <c:pt idx="435">
                  <c:v>7.4850064759071092E-2</c:v>
                </c:pt>
                <c:pt idx="436">
                  <c:v>7.4284447055513569E-2</c:v>
                </c:pt>
                <c:pt idx="437">
                  <c:v>7.4875774022973532E-2</c:v>
                </c:pt>
                <c:pt idx="438">
                  <c:v>7.5354046426824473E-2</c:v>
                </c:pt>
                <c:pt idx="439">
                  <c:v>7.4868245717054652E-2</c:v>
                </c:pt>
                <c:pt idx="440">
                  <c:v>7.3924646909533237E-2</c:v>
                </c:pt>
                <c:pt idx="441">
                  <c:v>7.3492069181418707E-2</c:v>
                </c:pt>
                <c:pt idx="442">
                  <c:v>7.2479226761823293E-2</c:v>
                </c:pt>
                <c:pt idx="443">
                  <c:v>7.2144379119151641E-2</c:v>
                </c:pt>
                <c:pt idx="444">
                  <c:v>7.2442580923333735E-2</c:v>
                </c:pt>
                <c:pt idx="445">
                  <c:v>7.1516241333632588E-2</c:v>
                </c:pt>
                <c:pt idx="446">
                  <c:v>7.1047066673153775E-2</c:v>
                </c:pt>
                <c:pt idx="447">
                  <c:v>7.0659922781372383E-2</c:v>
                </c:pt>
                <c:pt idx="448">
                  <c:v>6.9169760254362833E-2</c:v>
                </c:pt>
                <c:pt idx="449">
                  <c:v>6.9136141107762158E-2</c:v>
                </c:pt>
                <c:pt idx="450">
                  <c:v>6.7837155756422463E-2</c:v>
                </c:pt>
                <c:pt idx="451">
                  <c:v>6.6825386218632252E-2</c:v>
                </c:pt>
                <c:pt idx="452">
                  <c:v>6.6768334179313937E-2</c:v>
                </c:pt>
                <c:pt idx="453">
                  <c:v>6.5665819366923991E-2</c:v>
                </c:pt>
                <c:pt idx="454">
                  <c:v>6.4861926167190304E-2</c:v>
                </c:pt>
                <c:pt idx="455">
                  <c:v>6.4670096673034944E-2</c:v>
                </c:pt>
                <c:pt idx="456">
                  <c:v>6.3157726796710431E-2</c:v>
                </c:pt>
                <c:pt idx="457">
                  <c:v>6.2736385335371542E-2</c:v>
                </c:pt>
                <c:pt idx="458">
                  <c:v>6.2709918892718139E-2</c:v>
                </c:pt>
                <c:pt idx="459">
                  <c:v>6.2181402028330959E-2</c:v>
                </c:pt>
                <c:pt idx="460">
                  <c:v>6.0315064475215216E-2</c:v>
                </c:pt>
                <c:pt idx="461">
                  <c:v>6.0847137268336904E-2</c:v>
                </c:pt>
                <c:pt idx="462">
                  <c:v>6.0515207853172194E-2</c:v>
                </c:pt>
                <c:pt idx="463">
                  <c:v>6.004206690804513E-2</c:v>
                </c:pt>
                <c:pt idx="464">
                  <c:v>5.9117255088945921E-2</c:v>
                </c:pt>
                <c:pt idx="465">
                  <c:v>5.798325835705305E-2</c:v>
                </c:pt>
                <c:pt idx="466">
                  <c:v>5.8218918247094152E-2</c:v>
                </c:pt>
                <c:pt idx="467">
                  <c:v>5.7426163945148601E-2</c:v>
                </c:pt>
                <c:pt idx="468">
                  <c:v>5.7899573197107902E-2</c:v>
                </c:pt>
                <c:pt idx="469">
                  <c:v>5.6805456582660514E-2</c:v>
                </c:pt>
                <c:pt idx="470">
                  <c:v>5.6911427130559189E-2</c:v>
                </c:pt>
                <c:pt idx="471">
                  <c:v>5.6769523268325316E-2</c:v>
                </c:pt>
                <c:pt idx="472">
                  <c:v>5.7316411572269993E-2</c:v>
                </c:pt>
                <c:pt idx="473">
                  <c:v>5.6094170339706886E-2</c:v>
                </c:pt>
                <c:pt idx="474">
                  <c:v>5.6873453093882899E-2</c:v>
                </c:pt>
                <c:pt idx="475">
                  <c:v>5.7132405290287652E-2</c:v>
                </c:pt>
                <c:pt idx="476">
                  <c:v>5.6060561062048417E-2</c:v>
                </c:pt>
                <c:pt idx="477">
                  <c:v>5.5874640063906307E-2</c:v>
                </c:pt>
                <c:pt idx="478">
                  <c:v>5.644752089354569E-2</c:v>
                </c:pt>
                <c:pt idx="479">
                  <c:v>5.5571040908935949E-2</c:v>
                </c:pt>
                <c:pt idx="480">
                  <c:v>5.629787644826912E-2</c:v>
                </c:pt>
                <c:pt idx="481">
                  <c:v>5.5467885695349613E-2</c:v>
                </c:pt>
                <c:pt idx="482">
                  <c:v>5.5866906314983616E-2</c:v>
                </c:pt>
                <c:pt idx="483">
                  <c:v>5.6218377382216633E-2</c:v>
                </c:pt>
                <c:pt idx="484">
                  <c:v>5.6125066879795245E-2</c:v>
                </c:pt>
                <c:pt idx="485">
                  <c:v>5.6712028911476683E-2</c:v>
                </c:pt>
                <c:pt idx="486">
                  <c:v>5.726821532032287E-2</c:v>
                </c:pt>
                <c:pt idx="487">
                  <c:v>5.7238998814346895E-2</c:v>
                </c:pt>
                <c:pt idx="488">
                  <c:v>5.6809550939530939E-2</c:v>
                </c:pt>
                <c:pt idx="489">
                  <c:v>5.7408287205178668E-2</c:v>
                </c:pt>
                <c:pt idx="490">
                  <c:v>5.7426475738044422E-2</c:v>
                </c:pt>
                <c:pt idx="491">
                  <c:v>5.8019248247809199E-2</c:v>
                </c:pt>
                <c:pt idx="492">
                  <c:v>5.7442742136606648E-2</c:v>
                </c:pt>
                <c:pt idx="493">
                  <c:v>5.8346750180392461E-2</c:v>
                </c:pt>
                <c:pt idx="494">
                  <c:v>5.8233575713740729E-2</c:v>
                </c:pt>
                <c:pt idx="495">
                  <c:v>5.8654920957357887E-2</c:v>
                </c:pt>
                <c:pt idx="496">
                  <c:v>5.9200919030474038E-2</c:v>
                </c:pt>
                <c:pt idx="497">
                  <c:v>5.9642334269220491E-2</c:v>
                </c:pt>
                <c:pt idx="498">
                  <c:v>5.9739859951061944E-2</c:v>
                </c:pt>
                <c:pt idx="499">
                  <c:v>6.0470384906498975E-2</c:v>
                </c:pt>
                <c:pt idx="500">
                  <c:v>6.0516640715296048E-2</c:v>
                </c:pt>
                <c:pt idx="501">
                  <c:v>6.1138671296311793E-2</c:v>
                </c:pt>
                <c:pt idx="502">
                  <c:v>6.0724226221616634E-2</c:v>
                </c:pt>
                <c:pt idx="503">
                  <c:v>6.1422930862392172E-2</c:v>
                </c:pt>
                <c:pt idx="504">
                  <c:v>6.1587597132658184E-2</c:v>
                </c:pt>
                <c:pt idx="505">
                  <c:v>6.2582132206139618E-2</c:v>
                </c:pt>
                <c:pt idx="506">
                  <c:v>6.1977504569513849E-2</c:v>
                </c:pt>
                <c:pt idx="507">
                  <c:v>6.1929268764455953E-2</c:v>
                </c:pt>
                <c:pt idx="508">
                  <c:v>6.2622320258855863E-2</c:v>
                </c:pt>
                <c:pt idx="509">
                  <c:v>6.2126367801204598E-2</c:v>
                </c:pt>
                <c:pt idx="510">
                  <c:v>0</c:v>
                </c:pt>
                <c:pt idx="511">
                  <c:v>0</c:v>
                </c:pt>
              </c:numCache>
            </c:numRef>
          </c:yVal>
          <c:smooth val="1"/>
          <c:extLst>
            <c:ext xmlns:c16="http://schemas.microsoft.com/office/drawing/2014/chart" uri="{C3380CC4-5D6E-409C-BE32-E72D297353CC}">
              <c16:uniqueId val="{00000005-67BA-4CBA-8EC2-6E6D51006D75}"/>
            </c:ext>
          </c:extLst>
        </c:ser>
        <c:dLbls>
          <c:showLegendKey val="0"/>
          <c:showVal val="0"/>
          <c:showCatName val="0"/>
          <c:showSerName val="0"/>
          <c:showPercent val="0"/>
          <c:showBubbleSize val="0"/>
        </c:dLbls>
        <c:axId val="1640127008"/>
        <c:axId val="1640106368"/>
      </c:scatterChart>
      <c:valAx>
        <c:axId val="1640106368"/>
        <c:scaling>
          <c:orientation val="minMax"/>
          <c:max val="1"/>
          <c:min val="0"/>
        </c:scaling>
        <c:delete val="0"/>
        <c:axPos val="l"/>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ysClr val="windowText" lastClr="000000"/>
                </a:solidFill>
                <a:latin typeface="Aptos Narrow"/>
              </a:defRPr>
            </a:pPr>
            <a:endParaRPr lang="ja-JP"/>
          </a:p>
        </c:txPr>
        <c:crossAx val="1640127008"/>
        <c:crosses val="autoZero"/>
        <c:crossBetween val="midCat"/>
        <c:majorUnit val="0.25"/>
      </c:valAx>
      <c:valAx>
        <c:axId val="1640127008"/>
        <c:scaling>
          <c:orientation val="minMax"/>
          <c:max val="185"/>
          <c:min val="135"/>
        </c:scaling>
        <c:delete val="0"/>
        <c:axPos val="b"/>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050" b="0" i="0" u="none" strike="noStrike" kern="1200" baseline="0">
                <a:solidFill>
                  <a:sysClr val="windowText" lastClr="000000"/>
                </a:solidFill>
                <a:latin typeface="Aptos Narrow"/>
              </a:defRPr>
            </a:pPr>
            <a:endParaRPr lang="ja-JP"/>
          </a:p>
        </c:txPr>
        <c:crossAx val="1640106368"/>
        <c:crosses val="autoZero"/>
        <c:crossBetween val="midCat"/>
      </c:valAx>
      <c:spPr>
        <a:noFill/>
        <a:ln>
          <a:solidFill>
            <a:schemeClr val="tx1"/>
          </a:solidFill>
        </a:ln>
      </c:spPr>
    </c:plotArea>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rgbClr val="000000"/>
          </a:solidFill>
          <a:latin typeface="Aptos Narrow"/>
        </a:defRPr>
      </a:pPr>
      <a:endParaRPr lang="ja-JP"/>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lIns="0" tIns="0" rIns="0" bIns="0"/>
          <a:lstStyle/>
          <a:p>
            <a:pPr marL="0" marR="0" indent="0" algn="ctr" defTabSz="914400" fontAlgn="auto" hangingPunct="1">
              <a:lnSpc>
                <a:spcPct val="100000"/>
              </a:lnSpc>
              <a:spcBef>
                <a:spcPts val="0"/>
              </a:spcBef>
              <a:spcAft>
                <a:spcPts val="0"/>
              </a:spcAft>
              <a:tabLst/>
              <a:defRPr sz="1400" b="0" i="0" u="none" strike="noStrike" kern="1200" spc="0" baseline="0">
                <a:solidFill>
                  <a:sysClr val="windowText" lastClr="000000"/>
                </a:solidFill>
                <a:latin typeface="Aptos Narrow"/>
              </a:defRPr>
            </a:pPr>
            <a:r>
              <a:rPr lang="en-US" altLang="ja-JP" sz="1400" b="0" i="0" u="none" strike="noStrike" kern="1200" cap="none" spc="0" baseline="0">
                <a:solidFill>
                  <a:sysClr val="windowText" lastClr="000000"/>
                </a:solidFill>
                <a:uFillTx/>
                <a:latin typeface="Aptos Narrow"/>
              </a:rPr>
              <a:t>15%±5%</a:t>
            </a:r>
          </a:p>
        </c:rich>
      </c:tx>
      <c:overlay val="0"/>
      <c:spPr>
        <a:noFill/>
        <a:ln>
          <a:noFill/>
        </a:ln>
      </c:spPr>
    </c:title>
    <c:autoTitleDeleted val="0"/>
    <c:plotArea>
      <c:layout/>
      <c:scatterChart>
        <c:scatterStyle val="smoothMarker"/>
        <c:varyColors val="0"/>
        <c:ser>
          <c:idx val="0"/>
          <c:order val="0"/>
          <c:tx>
            <c:strRef>
              <c:f>'calib_(2)'!$B$7</c:f>
              <c:strCache>
                <c:ptCount val="1"/>
                <c:pt idx="0">
                  <c:v>all</c:v>
                </c:pt>
              </c:strCache>
            </c:strRef>
          </c:tx>
          <c:spPr>
            <a:ln w="19046" cap="rnd">
              <a:solidFill>
                <a:srgbClr val="FF0000"/>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'calib_(2)'!$B$8:$B$519</c:f>
              <c:numCache>
                <c:formatCode>General</c:formatCode>
                <c:ptCount val="512"/>
                <c:pt idx="0">
                  <c:v>0.15951274419017236</c:v>
                </c:pt>
                <c:pt idx="1">
                  <c:v>0.18541765697186541</c:v>
                </c:pt>
                <c:pt idx="2">
                  <c:v>0.19025672098734203</c:v>
                </c:pt>
                <c:pt idx="3">
                  <c:v>0.18977320164498876</c:v>
                </c:pt>
                <c:pt idx="4">
                  <c:v>0.19215212514630042</c:v>
                </c:pt>
                <c:pt idx="5">
                  <c:v>0.19457185184172321</c:v>
                </c:pt>
                <c:pt idx="6">
                  <c:v>0.19566054291139195</c:v>
                </c:pt>
                <c:pt idx="7">
                  <c:v>0.19392654000297693</c:v>
                </c:pt>
                <c:pt idx="8">
                  <c:v>0.19703240209500139</c:v>
                </c:pt>
                <c:pt idx="9">
                  <c:v>0.197395091874356</c:v>
                </c:pt>
                <c:pt idx="10">
                  <c:v>0.19731307387708846</c:v>
                </c:pt>
                <c:pt idx="11">
                  <c:v>0.19800000901189366</c:v>
                </c:pt>
                <c:pt idx="12">
                  <c:v>0.19630599112188934</c:v>
                </c:pt>
                <c:pt idx="13">
                  <c:v>0.19558069165904396</c:v>
                </c:pt>
                <c:pt idx="14">
                  <c:v>0.19626633818338196</c:v>
                </c:pt>
                <c:pt idx="15">
                  <c:v>0.19461277330976495</c:v>
                </c:pt>
                <c:pt idx="16">
                  <c:v>0.1948150171229297</c:v>
                </c:pt>
                <c:pt idx="17">
                  <c:v>0.19312068706404817</c:v>
                </c:pt>
                <c:pt idx="18">
                  <c:v>0.19332304779147913</c:v>
                </c:pt>
                <c:pt idx="19">
                  <c:v>0.19251565238865881</c:v>
                </c:pt>
                <c:pt idx="20">
                  <c:v>0.20163050762219159</c:v>
                </c:pt>
                <c:pt idx="21">
                  <c:v>0.23304325174321203</c:v>
                </c:pt>
                <c:pt idx="22">
                  <c:v>0.32313113418309647</c:v>
                </c:pt>
                <c:pt idx="23">
                  <c:v>0.52496261703164293</c:v>
                </c:pt>
                <c:pt idx="24">
                  <c:v>0.84930331195213471</c:v>
                </c:pt>
                <c:pt idx="25">
                  <c:v>1.2218737981768679</c:v>
                </c:pt>
                <c:pt idx="26">
                  <c:v>1.479515475408494</c:v>
                </c:pt>
                <c:pt idx="27">
                  <c:v>1.4995586689281351</c:v>
                </c:pt>
                <c:pt idx="28">
                  <c:v>1.2964367776240484</c:v>
                </c:pt>
                <c:pt idx="29">
                  <c:v>1.0031050824346162</c:v>
                </c:pt>
                <c:pt idx="30">
                  <c:v>0.7500610784730688</c:v>
                </c:pt>
                <c:pt idx="31">
                  <c:v>0.56585220269505676</c:v>
                </c:pt>
                <c:pt idx="32">
                  <c:v>0.43128517872087896</c:v>
                </c:pt>
                <c:pt idx="33">
                  <c:v>0.32857493965230161</c:v>
                </c:pt>
                <c:pt idx="34">
                  <c:v>0.25796485123785373</c:v>
                </c:pt>
                <c:pt idx="35">
                  <c:v>0.21699381303275267</c:v>
                </c:pt>
                <c:pt idx="36">
                  <c:v>0.1980000873516897</c:v>
                </c:pt>
                <c:pt idx="37">
                  <c:v>0.19247438034662717</c:v>
                </c:pt>
                <c:pt idx="38">
                  <c:v>0.19416935397425147</c:v>
                </c:pt>
                <c:pt idx="39">
                  <c:v>0.19872446987801934</c:v>
                </c:pt>
                <c:pt idx="40">
                  <c:v>0.20618581691049986</c:v>
                </c:pt>
                <c:pt idx="41">
                  <c:v>0.21392916387422642</c:v>
                </c:pt>
                <c:pt idx="42">
                  <c:v>0.21977587763060266</c:v>
                </c:pt>
                <c:pt idx="43">
                  <c:v>0.22743792793901624</c:v>
                </c:pt>
                <c:pt idx="44">
                  <c:v>0.2294145900086364</c:v>
                </c:pt>
                <c:pt idx="45">
                  <c:v>0.23090683066747142</c:v>
                </c:pt>
                <c:pt idx="46">
                  <c:v>0.22731569245392097</c:v>
                </c:pt>
                <c:pt idx="47">
                  <c:v>0.22275997206601234</c:v>
                </c:pt>
                <c:pt idx="48">
                  <c:v>0.21945329103054767</c:v>
                </c:pt>
                <c:pt idx="49">
                  <c:v>0.21630740443883267</c:v>
                </c:pt>
                <c:pt idx="50">
                  <c:v>0.21497712912645639</c:v>
                </c:pt>
                <c:pt idx="51">
                  <c:v>0.21655037469261068</c:v>
                </c:pt>
                <c:pt idx="52">
                  <c:v>0.22114668367598811</c:v>
                </c:pt>
                <c:pt idx="53">
                  <c:v>0.22461402544660289</c:v>
                </c:pt>
                <c:pt idx="54">
                  <c:v>0.2274366790929146</c:v>
                </c:pt>
                <c:pt idx="55">
                  <c:v>0.23227716899741913</c:v>
                </c:pt>
                <c:pt idx="56">
                  <c:v>0.23534103651569893</c:v>
                </c:pt>
                <c:pt idx="57">
                  <c:v>0.23800236770411984</c:v>
                </c:pt>
                <c:pt idx="58">
                  <c:v>0.23981665032485336</c:v>
                </c:pt>
                <c:pt idx="59">
                  <c:v>0.23961569444266634</c:v>
                </c:pt>
                <c:pt idx="60">
                  <c:v>0.24094647791502163</c:v>
                </c:pt>
                <c:pt idx="61">
                  <c:v>0.24372947907636758</c:v>
                </c:pt>
                <c:pt idx="62">
                  <c:v>0.24997968591870356</c:v>
                </c:pt>
                <c:pt idx="63">
                  <c:v>0.2593359098899044</c:v>
                </c:pt>
                <c:pt idx="64">
                  <c:v>0.27429726479102901</c:v>
                </c:pt>
                <c:pt idx="65">
                  <c:v>0.29450051257856452</c:v>
                </c:pt>
                <c:pt idx="66">
                  <c:v>0.32482402036831065</c:v>
                </c:pt>
                <c:pt idx="67">
                  <c:v>0.3658765304592666</c:v>
                </c:pt>
                <c:pt idx="68">
                  <c:v>0.4146717601721332</c:v>
                </c:pt>
                <c:pt idx="69">
                  <c:v>0.46761763943450046</c:v>
                </c:pt>
                <c:pt idx="70">
                  <c:v>0.52064826702470213</c:v>
                </c:pt>
                <c:pt idx="71">
                  <c:v>0.57057102330708531</c:v>
                </c:pt>
                <c:pt idx="72">
                  <c:v>0.60621945699711888</c:v>
                </c:pt>
                <c:pt idx="73">
                  <c:v>0.62517304035741605</c:v>
                </c:pt>
                <c:pt idx="74">
                  <c:v>0.62303427730594008</c:v>
                </c:pt>
                <c:pt idx="75">
                  <c:v>0.60859804819203056</c:v>
                </c:pt>
                <c:pt idx="76">
                  <c:v>0.57762751194609419</c:v>
                </c:pt>
                <c:pt idx="77">
                  <c:v>0.54012334575632948</c:v>
                </c:pt>
                <c:pt idx="78">
                  <c:v>0.50592822492517175</c:v>
                </c:pt>
                <c:pt idx="79">
                  <c:v>0.4790720007032187</c:v>
                </c:pt>
                <c:pt idx="80">
                  <c:v>0.45911300951359207</c:v>
                </c:pt>
                <c:pt idx="81">
                  <c:v>0.44878552892217244</c:v>
                </c:pt>
                <c:pt idx="82">
                  <c:v>0.44374705063859299</c:v>
                </c:pt>
                <c:pt idx="83">
                  <c:v>0.44289867539472799</c:v>
                </c:pt>
                <c:pt idx="84">
                  <c:v>0.43749389784651171</c:v>
                </c:pt>
                <c:pt idx="85">
                  <c:v>0.4280196699471891</c:v>
                </c:pt>
                <c:pt idx="86">
                  <c:v>0.41753352240256814</c:v>
                </c:pt>
                <c:pt idx="87">
                  <c:v>0.40116243150211922</c:v>
                </c:pt>
                <c:pt idx="88">
                  <c:v>0.38204754208172365</c:v>
                </c:pt>
                <c:pt idx="89">
                  <c:v>0.36123832413242979</c:v>
                </c:pt>
                <c:pt idx="90">
                  <c:v>0.34321202815460394</c:v>
                </c:pt>
                <c:pt idx="91">
                  <c:v>0.32583319113264109</c:v>
                </c:pt>
                <c:pt idx="92">
                  <c:v>0.31248565189864225</c:v>
                </c:pt>
                <c:pt idx="93">
                  <c:v>0.30192031556104204</c:v>
                </c:pt>
                <c:pt idx="94">
                  <c:v>0.29482335354162692</c:v>
                </c:pt>
                <c:pt idx="95">
                  <c:v>0.29083006814804802</c:v>
                </c:pt>
                <c:pt idx="96">
                  <c:v>0.2875253960447427</c:v>
                </c:pt>
                <c:pt idx="97">
                  <c:v>0.28740107119153657</c:v>
                </c:pt>
                <c:pt idx="98">
                  <c:v>0.28562743746511238</c:v>
                </c:pt>
                <c:pt idx="99">
                  <c:v>0.28611181503185146</c:v>
                </c:pt>
                <c:pt idx="100">
                  <c:v>0.28542607127695402</c:v>
                </c:pt>
                <c:pt idx="101">
                  <c:v>0.28631380589757793</c:v>
                </c:pt>
                <c:pt idx="102">
                  <c:v>0.28538708159089632</c:v>
                </c:pt>
                <c:pt idx="103">
                  <c:v>0.28320753406616644</c:v>
                </c:pt>
                <c:pt idx="104">
                  <c:v>0.28369216599604979</c:v>
                </c:pt>
                <c:pt idx="105">
                  <c:v>0.28171583793230831</c:v>
                </c:pt>
                <c:pt idx="106">
                  <c:v>0.28143444548803032</c:v>
                </c:pt>
                <c:pt idx="107">
                  <c:v>0.28046619471944556</c:v>
                </c:pt>
                <c:pt idx="108">
                  <c:v>0.2774024638568261</c:v>
                </c:pt>
                <c:pt idx="109">
                  <c:v>0.278934163729815</c:v>
                </c:pt>
                <c:pt idx="110">
                  <c:v>0.27703838931288577</c:v>
                </c:pt>
                <c:pt idx="111">
                  <c:v>0.27683680903607993</c:v>
                </c:pt>
                <c:pt idx="112">
                  <c:v>0.27526434324119869</c:v>
                </c:pt>
                <c:pt idx="113">
                  <c:v>0.27623312055039428</c:v>
                </c:pt>
                <c:pt idx="114">
                  <c:v>0.27615137728042738</c:v>
                </c:pt>
                <c:pt idx="115">
                  <c:v>0.27675637122777824</c:v>
                </c:pt>
                <c:pt idx="116">
                  <c:v>0.276433607811431</c:v>
                </c:pt>
                <c:pt idx="117">
                  <c:v>0.2769581663864491</c:v>
                </c:pt>
                <c:pt idx="118">
                  <c:v>0.2775627717512385</c:v>
                </c:pt>
                <c:pt idx="119">
                  <c:v>0.28038523071007199</c:v>
                </c:pt>
                <c:pt idx="120">
                  <c:v>0.28147419446775035</c:v>
                </c:pt>
                <c:pt idx="121">
                  <c:v>0.2836920296240244</c:v>
                </c:pt>
                <c:pt idx="122">
                  <c:v>0.28534653077763961</c:v>
                </c:pt>
                <c:pt idx="123">
                  <c:v>0.28873374758790793</c:v>
                </c:pt>
                <c:pt idx="124">
                  <c:v>0.29123285867045956</c:v>
                </c:pt>
                <c:pt idx="125">
                  <c:v>0.29635470221758919</c:v>
                </c:pt>
                <c:pt idx="126">
                  <c:v>0.29478268592646062</c:v>
                </c:pt>
                <c:pt idx="127">
                  <c:v>0.29901781054975068</c:v>
                </c:pt>
                <c:pt idx="128">
                  <c:v>0.30038888831919841</c:v>
                </c:pt>
                <c:pt idx="129">
                  <c:v>0.30147619439751139</c:v>
                </c:pt>
                <c:pt idx="130">
                  <c:v>0.30405640518101285</c:v>
                </c:pt>
                <c:pt idx="131">
                  <c:v>0.30462170846478182</c:v>
                </c:pt>
                <c:pt idx="132">
                  <c:v>0.3067583249653138</c:v>
                </c:pt>
                <c:pt idx="133">
                  <c:v>0.30857276437881892</c:v>
                </c:pt>
                <c:pt idx="134">
                  <c:v>0.30720279913894044</c:v>
                </c:pt>
                <c:pt idx="135">
                  <c:v>0.3096620802962371</c:v>
                </c:pt>
                <c:pt idx="136">
                  <c:v>0.3107917514333105</c:v>
                </c:pt>
                <c:pt idx="137">
                  <c:v>0.31470282385878223</c:v>
                </c:pt>
                <c:pt idx="138">
                  <c:v>0.31905827022449373</c:v>
                </c:pt>
                <c:pt idx="139">
                  <c:v>0.3236952072854421</c:v>
                </c:pt>
                <c:pt idx="140">
                  <c:v>0.33220456029791695</c:v>
                </c:pt>
                <c:pt idx="141">
                  <c:v>0.34414146452426264</c:v>
                </c:pt>
                <c:pt idx="142">
                  <c:v>0.35680401958011287</c:v>
                </c:pt>
                <c:pt idx="143">
                  <c:v>0.37624124293758243</c:v>
                </c:pt>
                <c:pt idx="144">
                  <c:v>0.40156477280358976</c:v>
                </c:pt>
                <c:pt idx="145">
                  <c:v>0.42906683636802456</c:v>
                </c:pt>
                <c:pt idx="146">
                  <c:v>0.46535954691257919</c:v>
                </c:pt>
                <c:pt idx="147">
                  <c:v>0.50786443131484227</c:v>
                </c:pt>
                <c:pt idx="148">
                  <c:v>0.55298908260536916</c:v>
                </c:pt>
                <c:pt idx="149">
                  <c:v>0.6066221872774169</c:v>
                </c:pt>
                <c:pt idx="150">
                  <c:v>0.66235225800418529</c:v>
                </c:pt>
                <c:pt idx="151">
                  <c:v>0.72219554620877358</c:v>
                </c:pt>
                <c:pt idx="152">
                  <c:v>0.78050676388558793</c:v>
                </c:pt>
                <c:pt idx="153">
                  <c:v>0.83692332001650072</c:v>
                </c:pt>
                <c:pt idx="154">
                  <c:v>0.88958839050062166</c:v>
                </c:pt>
                <c:pt idx="155">
                  <c:v>0.93459119562551696</c:v>
                </c:pt>
                <c:pt idx="156">
                  <c:v>0.96907182909604717</c:v>
                </c:pt>
                <c:pt idx="157">
                  <c:v>0.9911287584193551</c:v>
                </c:pt>
                <c:pt idx="158">
                  <c:v>1</c:v>
                </c:pt>
                <c:pt idx="159">
                  <c:v>0.99592725312652985</c:v>
                </c:pt>
                <c:pt idx="160">
                  <c:v>0.97882856094977677</c:v>
                </c:pt>
                <c:pt idx="161">
                  <c:v>0.94781915170541575</c:v>
                </c:pt>
                <c:pt idx="162">
                  <c:v>0.90922625666472912</c:v>
                </c:pt>
                <c:pt idx="163">
                  <c:v>0.86293187212595535</c:v>
                </c:pt>
                <c:pt idx="164">
                  <c:v>0.81175972801343166</c:v>
                </c:pt>
                <c:pt idx="165">
                  <c:v>0.75796572866410994</c:v>
                </c:pt>
                <c:pt idx="166">
                  <c:v>0.70727575787441688</c:v>
                </c:pt>
                <c:pt idx="167">
                  <c:v>0.6564652088823163</c:v>
                </c:pt>
                <c:pt idx="168">
                  <c:v>0.61146148636832331</c:v>
                </c:pt>
                <c:pt idx="169">
                  <c:v>0.5729494970211465</c:v>
                </c:pt>
                <c:pt idx="170">
                  <c:v>0.53697917731272693</c:v>
                </c:pt>
                <c:pt idx="171">
                  <c:v>0.51008267485042746</c:v>
                </c:pt>
                <c:pt idx="172">
                  <c:v>0.48701602774525288</c:v>
                </c:pt>
                <c:pt idx="173">
                  <c:v>0.47072463300427003</c:v>
                </c:pt>
                <c:pt idx="174">
                  <c:v>0.45721475669244904</c:v>
                </c:pt>
                <c:pt idx="175">
                  <c:v>0.44499362883483512</c:v>
                </c:pt>
                <c:pt idx="176">
                  <c:v>0.43745514187704093</c:v>
                </c:pt>
                <c:pt idx="177">
                  <c:v>0.43181067250000243</c:v>
                </c:pt>
                <c:pt idx="178">
                  <c:v>0.42862581681329404</c:v>
                </c:pt>
                <c:pt idx="179">
                  <c:v>0.42354185127081562</c:v>
                </c:pt>
                <c:pt idx="180">
                  <c:v>0.41749135084152794</c:v>
                </c:pt>
                <c:pt idx="181">
                  <c:v>0.41333973051778705</c:v>
                </c:pt>
                <c:pt idx="182">
                  <c:v>0.40967024278774139</c:v>
                </c:pt>
                <c:pt idx="183">
                  <c:v>0.40539472408751376</c:v>
                </c:pt>
                <c:pt idx="184">
                  <c:v>0.4017677577555957</c:v>
                </c:pt>
                <c:pt idx="185">
                  <c:v>0.39600032990930417</c:v>
                </c:pt>
                <c:pt idx="186">
                  <c:v>0.39120236174260348</c:v>
                </c:pt>
                <c:pt idx="187">
                  <c:v>0.38535346150073657</c:v>
                </c:pt>
                <c:pt idx="188">
                  <c:v>0.37995051912753042</c:v>
                </c:pt>
                <c:pt idx="189">
                  <c:v>0.37490831246060408</c:v>
                </c:pt>
                <c:pt idx="190">
                  <c:v>0.36954607525773159</c:v>
                </c:pt>
                <c:pt idx="191">
                  <c:v>0.36430328562946607</c:v>
                </c:pt>
                <c:pt idx="192">
                  <c:v>0.35885943960240313</c:v>
                </c:pt>
                <c:pt idx="193">
                  <c:v>0.35265064208065872</c:v>
                </c:pt>
                <c:pt idx="194">
                  <c:v>0.34813363676441222</c:v>
                </c:pt>
                <c:pt idx="195">
                  <c:v>0.34268889416526416</c:v>
                </c:pt>
                <c:pt idx="196">
                  <c:v>0.3380521711362357</c:v>
                </c:pt>
                <c:pt idx="197">
                  <c:v>0.33220303785864264</c:v>
                </c:pt>
                <c:pt idx="198">
                  <c:v>0.3271645006356132</c:v>
                </c:pt>
                <c:pt idx="199">
                  <c:v>0.32188215410950405</c:v>
                </c:pt>
                <c:pt idx="200">
                  <c:v>0.319461450915902</c:v>
                </c:pt>
                <c:pt idx="201">
                  <c:v>0.31474265248109895</c:v>
                </c:pt>
                <c:pt idx="202">
                  <c:v>0.30736322372208247</c:v>
                </c:pt>
                <c:pt idx="203">
                  <c:v>0.30308915082122284</c:v>
                </c:pt>
                <c:pt idx="204">
                  <c:v>0.29982280475402517</c:v>
                </c:pt>
                <c:pt idx="205">
                  <c:v>0.29623379216163781</c:v>
                </c:pt>
                <c:pt idx="206">
                  <c:v>0.2924833212487799</c:v>
                </c:pt>
                <c:pt idx="207">
                  <c:v>0.28812935874787227</c:v>
                </c:pt>
                <c:pt idx="208">
                  <c:v>0.28361071436117136</c:v>
                </c:pt>
                <c:pt idx="209">
                  <c:v>0.28062583992785539</c:v>
                </c:pt>
                <c:pt idx="210">
                  <c:v>0.27562564672584788</c:v>
                </c:pt>
                <c:pt idx="211">
                  <c:v>0.27308779998152943</c:v>
                </c:pt>
                <c:pt idx="212">
                  <c:v>0.26937588944385477</c:v>
                </c:pt>
                <c:pt idx="213">
                  <c:v>0.26582846179886715</c:v>
                </c:pt>
                <c:pt idx="214">
                  <c:v>0.26284360738975721</c:v>
                </c:pt>
                <c:pt idx="215">
                  <c:v>0.26042481674811069</c:v>
                </c:pt>
                <c:pt idx="216">
                  <c:v>0.25764144396926614</c:v>
                </c:pt>
                <c:pt idx="217">
                  <c:v>0.25268164512824259</c:v>
                </c:pt>
                <c:pt idx="218">
                  <c:v>0.25231967895717911</c:v>
                </c:pt>
                <c:pt idx="219">
                  <c:v>0.24909060459838187</c:v>
                </c:pt>
                <c:pt idx="220">
                  <c:v>0.24691581806102142</c:v>
                </c:pt>
                <c:pt idx="221">
                  <c:v>0.2441735623445063</c:v>
                </c:pt>
                <c:pt idx="222">
                  <c:v>0.24276039033396277</c:v>
                </c:pt>
                <c:pt idx="223">
                  <c:v>0.24143066181331146</c:v>
                </c:pt>
                <c:pt idx="224">
                  <c:v>0.23872813522194275</c:v>
                </c:pt>
                <c:pt idx="225">
                  <c:v>0.23582561007271707</c:v>
                </c:pt>
                <c:pt idx="226">
                  <c:v>0.23272056785587053</c:v>
                </c:pt>
                <c:pt idx="227">
                  <c:v>0.2335275338358708</c:v>
                </c:pt>
                <c:pt idx="228">
                  <c:v>0.23142994485923893</c:v>
                </c:pt>
                <c:pt idx="229">
                  <c:v>0.22739792334994061</c:v>
                </c:pt>
                <c:pt idx="230">
                  <c:v>0.22772014173159069</c:v>
                </c:pt>
                <c:pt idx="231">
                  <c:v>0.22679294846326006</c:v>
                </c:pt>
                <c:pt idx="232">
                  <c:v>0.22433284720415192</c:v>
                </c:pt>
                <c:pt idx="233">
                  <c:v>0.22187327106953711</c:v>
                </c:pt>
                <c:pt idx="234">
                  <c:v>0.22211555781975134</c:v>
                </c:pt>
                <c:pt idx="235">
                  <c:v>0.2207435428060838</c:v>
                </c:pt>
                <c:pt idx="236">
                  <c:v>0.21917109658200412</c:v>
                </c:pt>
                <c:pt idx="237">
                  <c:v>0.21937351653169704</c:v>
                </c:pt>
                <c:pt idx="238">
                  <c:v>0.21775972054827808</c:v>
                </c:pt>
                <c:pt idx="239">
                  <c:v>0.21695394515579014</c:v>
                </c:pt>
                <c:pt idx="240">
                  <c:v>0.21699326629830343</c:v>
                </c:pt>
                <c:pt idx="241">
                  <c:v>0.21522035255362051</c:v>
                </c:pt>
                <c:pt idx="242">
                  <c:v>0.21546135126008847</c:v>
                </c:pt>
                <c:pt idx="243">
                  <c:v>0.21392824631494778</c:v>
                </c:pt>
                <c:pt idx="244">
                  <c:v>0.21312042216879662</c:v>
                </c:pt>
                <c:pt idx="245">
                  <c:v>0.21207388178587974</c:v>
                </c:pt>
                <c:pt idx="246">
                  <c:v>0.21219555215493371</c:v>
                </c:pt>
                <c:pt idx="247">
                  <c:v>0.21070251005773158</c:v>
                </c:pt>
                <c:pt idx="248">
                  <c:v>0.20908892855963743</c:v>
                </c:pt>
                <c:pt idx="249">
                  <c:v>0.20751659919323412</c:v>
                </c:pt>
                <c:pt idx="250">
                  <c:v>0.20751669784032239</c:v>
                </c:pt>
                <c:pt idx="251">
                  <c:v>0.20723483683079891</c:v>
                </c:pt>
                <c:pt idx="252">
                  <c:v>0.20590356590298237</c:v>
                </c:pt>
                <c:pt idx="253">
                  <c:v>0.20558113467917011</c:v>
                </c:pt>
                <c:pt idx="254">
                  <c:v>0.20541961617345059</c:v>
                </c:pt>
                <c:pt idx="255">
                  <c:v>0.20352347132878107</c:v>
                </c:pt>
                <c:pt idx="256">
                  <c:v>0.20283948282348466</c:v>
                </c:pt>
                <c:pt idx="257">
                  <c:v>0.20090300272636485</c:v>
                </c:pt>
                <c:pt idx="258">
                  <c:v>0.20017713803484674</c:v>
                </c:pt>
                <c:pt idx="259">
                  <c:v>0.20029886632267624</c:v>
                </c:pt>
                <c:pt idx="260">
                  <c:v>0.19872659606549214</c:v>
                </c:pt>
                <c:pt idx="261">
                  <c:v>0.20122646785741255</c:v>
                </c:pt>
                <c:pt idx="262">
                  <c:v>0.19808032848898877</c:v>
                </c:pt>
                <c:pt idx="263">
                  <c:v>0.19876570294903978</c:v>
                </c:pt>
                <c:pt idx="264">
                  <c:v>0.19618603822022423</c:v>
                </c:pt>
                <c:pt idx="265">
                  <c:v>0.19751594361458022</c:v>
                </c:pt>
                <c:pt idx="266">
                  <c:v>0.19662881206088315</c:v>
                </c:pt>
                <c:pt idx="267">
                  <c:v>0.19779840876747201</c:v>
                </c:pt>
                <c:pt idx="268">
                  <c:v>0.19598381244815261</c:v>
                </c:pt>
                <c:pt idx="269">
                  <c:v>0.19763786630707597</c:v>
                </c:pt>
                <c:pt idx="270">
                  <c:v>0.19570191269411452</c:v>
                </c:pt>
                <c:pt idx="271">
                  <c:v>0.19602309529873299</c:v>
                </c:pt>
                <c:pt idx="272">
                  <c:v>0.19570062464995722</c:v>
                </c:pt>
                <c:pt idx="273">
                  <c:v>0.19513672604193674</c:v>
                </c:pt>
                <c:pt idx="274">
                  <c:v>0.19481546572055936</c:v>
                </c:pt>
                <c:pt idx="275">
                  <c:v>0.19509631318645598</c:v>
                </c:pt>
                <c:pt idx="276">
                  <c:v>0.19340243087525927</c:v>
                </c:pt>
                <c:pt idx="277">
                  <c:v>0.19465291370469318</c:v>
                </c:pt>
                <c:pt idx="278">
                  <c:v>0.19195048615681626</c:v>
                </c:pt>
                <c:pt idx="279">
                  <c:v>0.19166881898551147</c:v>
                </c:pt>
                <c:pt idx="280">
                  <c:v>0.19215278834229782</c:v>
                </c:pt>
                <c:pt idx="281">
                  <c:v>0.18880559580467485</c:v>
                </c:pt>
                <c:pt idx="282">
                  <c:v>0.18767537855536678</c:v>
                </c:pt>
                <c:pt idx="283">
                  <c:v>0.18674873168249451</c:v>
                </c:pt>
                <c:pt idx="284">
                  <c:v>0.18670831871355956</c:v>
                </c:pt>
                <c:pt idx="285">
                  <c:v>0.18461170600888516</c:v>
                </c:pt>
                <c:pt idx="286">
                  <c:v>0.18481314934749257</c:v>
                </c:pt>
                <c:pt idx="287">
                  <c:v>0.18344212762688694</c:v>
                </c:pt>
                <c:pt idx="288">
                  <c:v>0.18287686382412296</c:v>
                </c:pt>
                <c:pt idx="289">
                  <c:v>0.18074092890104254</c:v>
                </c:pt>
                <c:pt idx="290">
                  <c:v>0.1808212880297351</c:v>
                </c:pt>
                <c:pt idx="291">
                  <c:v>0.17868365588914564</c:v>
                </c:pt>
                <c:pt idx="292">
                  <c:v>0.17779623338080947</c:v>
                </c:pt>
                <c:pt idx="293">
                  <c:v>0.17674789826728604</c:v>
                </c:pt>
                <c:pt idx="294">
                  <c:v>0.1755781844191116</c:v>
                </c:pt>
                <c:pt idx="295">
                  <c:v>0.17517570657557185</c:v>
                </c:pt>
                <c:pt idx="296">
                  <c:v>0.1737627700374095</c:v>
                </c:pt>
                <c:pt idx="297">
                  <c:v>0.17489259609745811</c:v>
                </c:pt>
                <c:pt idx="298">
                  <c:v>0.17328010840889879</c:v>
                </c:pt>
                <c:pt idx="299">
                  <c:v>0.172514843442128</c:v>
                </c:pt>
                <c:pt idx="300">
                  <c:v>0.17219110454704153</c:v>
                </c:pt>
                <c:pt idx="301">
                  <c:v>0.17275629250243138</c:v>
                </c:pt>
                <c:pt idx="302">
                  <c:v>0.17223216250083695</c:v>
                </c:pt>
                <c:pt idx="303">
                  <c:v>0.17267556220964447</c:v>
                </c:pt>
                <c:pt idx="304">
                  <c:v>0.17271593682978303</c:v>
                </c:pt>
                <c:pt idx="305">
                  <c:v>0.17332036622808791</c:v>
                </c:pt>
                <c:pt idx="306">
                  <c:v>0.1751764091963956</c:v>
                </c:pt>
                <c:pt idx="307">
                  <c:v>0.17299848145550173</c:v>
                </c:pt>
                <c:pt idx="308">
                  <c:v>0.17428904534373682</c:v>
                </c:pt>
                <c:pt idx="309">
                  <c:v>0.17400648075053898</c:v>
                </c:pt>
                <c:pt idx="310">
                  <c:v>0.17606348022503032</c:v>
                </c:pt>
                <c:pt idx="311">
                  <c:v>0.1753368734311346</c:v>
                </c:pt>
                <c:pt idx="312">
                  <c:v>0.17618403993362602</c:v>
                </c:pt>
                <c:pt idx="313">
                  <c:v>0.17678956110121452</c:v>
                </c:pt>
                <c:pt idx="314">
                  <c:v>0.17844136942229225</c:v>
                </c:pt>
                <c:pt idx="315">
                  <c:v>0.17876426960775324</c:v>
                </c:pt>
                <c:pt idx="316">
                  <c:v>0.18110326736991705</c:v>
                </c:pt>
                <c:pt idx="317">
                  <c:v>0.17981274211329079</c:v>
                </c:pt>
                <c:pt idx="318">
                  <c:v>0.18186984051809385</c:v>
                </c:pt>
                <c:pt idx="319">
                  <c:v>0.1842494265922287</c:v>
                </c:pt>
                <c:pt idx="320">
                  <c:v>0.18388585856510475</c:v>
                </c:pt>
                <c:pt idx="321">
                  <c:v>0.18602294521690727</c:v>
                </c:pt>
                <c:pt idx="322">
                  <c:v>0.18743496464905821</c:v>
                </c:pt>
                <c:pt idx="323">
                  <c:v>0.1875153038672728</c:v>
                </c:pt>
                <c:pt idx="324">
                  <c:v>0.19122600538048667</c:v>
                </c:pt>
                <c:pt idx="325">
                  <c:v>0.19082155678230672</c:v>
                </c:pt>
                <c:pt idx="326">
                  <c:v>0.19122536135820251</c:v>
                </c:pt>
                <c:pt idx="327">
                  <c:v>0.19453268641581437</c:v>
                </c:pt>
                <c:pt idx="328">
                  <c:v>0.19574137003819789</c:v>
                </c:pt>
                <c:pt idx="329">
                  <c:v>0.19606440585933077</c:v>
                </c:pt>
                <c:pt idx="330">
                  <c:v>0.19828280709463342</c:v>
                </c:pt>
                <c:pt idx="331">
                  <c:v>0.19945115484194106</c:v>
                </c:pt>
                <c:pt idx="332">
                  <c:v>0.20098472846495891</c:v>
                </c:pt>
                <c:pt idx="333">
                  <c:v>0.20291931575096822</c:v>
                </c:pt>
                <c:pt idx="334">
                  <c:v>0.20404955183390164</c:v>
                </c:pt>
                <c:pt idx="335">
                  <c:v>0.20348459963439072</c:v>
                </c:pt>
                <c:pt idx="336">
                  <c:v>0.20582328511422318</c:v>
                </c:pt>
                <c:pt idx="337">
                  <c:v>0.20550028843455631</c:v>
                </c:pt>
                <c:pt idx="338">
                  <c:v>0.20759760325074536</c:v>
                </c:pt>
                <c:pt idx="339">
                  <c:v>0.20796019421269407</c:v>
                </c:pt>
                <c:pt idx="340">
                  <c:v>0.20735443870548143</c:v>
                </c:pt>
                <c:pt idx="341">
                  <c:v>0.20799978877888459</c:v>
                </c:pt>
                <c:pt idx="342">
                  <c:v>0.20719424715902557</c:v>
                </c:pt>
                <c:pt idx="343">
                  <c:v>0.2055407018000317</c:v>
                </c:pt>
                <c:pt idx="344">
                  <c:v>0.20477569017655373</c:v>
                </c:pt>
                <c:pt idx="345">
                  <c:v>0.20316156341658045</c:v>
                </c:pt>
                <c:pt idx="346">
                  <c:v>0.20207289157776226</c:v>
                </c:pt>
                <c:pt idx="347">
                  <c:v>0.19900754053476577</c:v>
                </c:pt>
                <c:pt idx="348">
                  <c:v>0.19678968620423082</c:v>
                </c:pt>
                <c:pt idx="349">
                  <c:v>0.19453126313280023</c:v>
                </c:pt>
                <c:pt idx="350">
                  <c:v>0.19344344895123511</c:v>
                </c:pt>
                <c:pt idx="351">
                  <c:v>0.18949194472292871</c:v>
                </c:pt>
                <c:pt idx="352">
                  <c:v>0.18626449014824187</c:v>
                </c:pt>
                <c:pt idx="353">
                  <c:v>0.18146609267148964</c:v>
                </c:pt>
                <c:pt idx="354">
                  <c:v>0.17904693069515676</c:v>
                </c:pt>
                <c:pt idx="355">
                  <c:v>0.17541836364062088</c:v>
                </c:pt>
                <c:pt idx="356">
                  <c:v>0.17126426326895505</c:v>
                </c:pt>
                <c:pt idx="357">
                  <c:v>0.16646438385378509</c:v>
                </c:pt>
                <c:pt idx="358">
                  <c:v>0.16291607875424619</c:v>
                </c:pt>
                <c:pt idx="359">
                  <c:v>0.15847611262642733</c:v>
                </c:pt>
                <c:pt idx="360">
                  <c:v>0.15416504460224748</c:v>
                </c:pt>
                <c:pt idx="361">
                  <c:v>0.15041118742060589</c:v>
                </c:pt>
                <c:pt idx="362">
                  <c:v>0.14652835731295721</c:v>
                </c:pt>
                <c:pt idx="363">
                  <c:v>0.14246317709938436</c:v>
                </c:pt>
                <c:pt idx="364">
                  <c:v>0.13799117090340959</c:v>
                </c:pt>
                <c:pt idx="365">
                  <c:v>0.13531310600400251</c:v>
                </c:pt>
                <c:pt idx="366">
                  <c:v>0.132139948981702</c:v>
                </c:pt>
                <c:pt idx="367">
                  <c:v>0.12874849083028175</c:v>
                </c:pt>
                <c:pt idx="368">
                  <c:v>0.12460212822540317</c:v>
                </c:pt>
                <c:pt idx="369">
                  <c:v>0.12191650625895664</c:v>
                </c:pt>
                <c:pt idx="370">
                  <c:v>0.1187033016631496</c:v>
                </c:pt>
                <c:pt idx="371">
                  <c:v>0.11554563513361069</c:v>
                </c:pt>
                <c:pt idx="372">
                  <c:v>0.11414649031829044</c:v>
                </c:pt>
                <c:pt idx="373">
                  <c:v>0.1114247651617801</c:v>
                </c:pt>
                <c:pt idx="374">
                  <c:v>0.10925080437701531</c:v>
                </c:pt>
                <c:pt idx="375">
                  <c:v>0.10667061339343049</c:v>
                </c:pt>
                <c:pt idx="376">
                  <c:v>0.10623787888936287</c:v>
                </c:pt>
                <c:pt idx="377">
                  <c:v>0.10449681880709637</c:v>
                </c:pt>
                <c:pt idx="378">
                  <c:v>0.10266203225491223</c:v>
                </c:pt>
                <c:pt idx="379">
                  <c:v>0.10160567376656272</c:v>
                </c:pt>
                <c:pt idx="380">
                  <c:v>9.9023985238547982E-2</c:v>
                </c:pt>
                <c:pt idx="381">
                  <c:v>9.9922759434532382E-2</c:v>
                </c:pt>
                <c:pt idx="382">
                  <c:v>9.7415714071244525E-2</c:v>
                </c:pt>
                <c:pt idx="383">
                  <c:v>9.6710180805229334E-2</c:v>
                </c:pt>
                <c:pt idx="384">
                  <c:v>9.6738691896599727E-2</c:v>
                </c:pt>
                <c:pt idx="385">
                  <c:v>9.5693178000946524E-2</c:v>
                </c:pt>
                <c:pt idx="386">
                  <c:v>9.4745726772650904E-2</c:v>
                </c:pt>
                <c:pt idx="387">
                  <c:v>9.3922641340436208E-2</c:v>
                </c:pt>
                <c:pt idx="388">
                  <c:v>9.4813395121576424E-2</c:v>
                </c:pt>
                <c:pt idx="389">
                  <c:v>9.3386086010654235E-2</c:v>
                </c:pt>
                <c:pt idx="390">
                  <c:v>9.3753618685955914E-2</c:v>
                </c:pt>
                <c:pt idx="391">
                  <c:v>9.308030261307243E-2</c:v>
                </c:pt>
                <c:pt idx="392">
                  <c:v>9.3205181072362045E-2</c:v>
                </c:pt>
                <c:pt idx="393">
                  <c:v>9.2939073004598305E-2</c:v>
                </c:pt>
                <c:pt idx="394">
                  <c:v>9.2559736815528287E-2</c:v>
                </c:pt>
                <c:pt idx="395">
                  <c:v>9.2987364847264775E-2</c:v>
                </c:pt>
                <c:pt idx="396">
                  <c:v>9.3418891660682249E-2</c:v>
                </c:pt>
                <c:pt idx="397">
                  <c:v>9.2688787197158548E-2</c:v>
                </c:pt>
                <c:pt idx="398">
                  <c:v>9.4092861676572964E-2</c:v>
                </c:pt>
                <c:pt idx="399">
                  <c:v>9.3418694211217818E-2</c:v>
                </c:pt>
                <c:pt idx="400">
                  <c:v>9.56567193789708E-2</c:v>
                </c:pt>
                <c:pt idx="401">
                  <c:v>9.5076736242784232E-2</c:v>
                </c:pt>
                <c:pt idx="402">
                  <c:v>9.5830551979664669E-2</c:v>
                </c:pt>
                <c:pt idx="403">
                  <c:v>9.5749716848780739E-2</c:v>
                </c:pt>
                <c:pt idx="404">
                  <c:v>9.7709859609897004E-2</c:v>
                </c:pt>
                <c:pt idx="405">
                  <c:v>9.9516276651203522E-2</c:v>
                </c:pt>
                <c:pt idx="406">
                  <c:v>0.10175433014209768</c:v>
                </c:pt>
                <c:pt idx="407">
                  <c:v>0.10159314903784611</c:v>
                </c:pt>
                <c:pt idx="408">
                  <c:v>0.10432303843335272</c:v>
                </c:pt>
                <c:pt idx="409">
                  <c:v>0.10584342387105573</c:v>
                </c:pt>
                <c:pt idx="410">
                  <c:v>0.10781147702045846</c:v>
                </c:pt>
                <c:pt idx="411">
                  <c:v>0.10957791434014419</c:v>
                </c:pt>
                <c:pt idx="412">
                  <c:v>0.11168965103507106</c:v>
                </c:pt>
                <c:pt idx="413">
                  <c:v>0.11567069494349994</c:v>
                </c:pt>
                <c:pt idx="414">
                  <c:v>0.11715536785574465</c:v>
                </c:pt>
                <c:pt idx="415">
                  <c:v>0.12117916880727325</c:v>
                </c:pt>
                <c:pt idx="416">
                  <c:v>0.12385286571424513</c:v>
                </c:pt>
                <c:pt idx="417">
                  <c:v>0.12808355552631656</c:v>
                </c:pt>
                <c:pt idx="418">
                  <c:v>0.13168872109377222</c:v>
                </c:pt>
                <c:pt idx="419">
                  <c:v>0.13503142921729955</c:v>
                </c:pt>
                <c:pt idx="420">
                  <c:v>0.13951984208579385</c:v>
                </c:pt>
                <c:pt idx="421">
                  <c:v>0.14220534306169078</c:v>
                </c:pt>
                <c:pt idx="422">
                  <c:v>0.14708861108917037</c:v>
                </c:pt>
                <c:pt idx="423">
                  <c:v>0.15058010879442743</c:v>
                </c:pt>
                <c:pt idx="424">
                  <c:v>0.15467047107062371</c:v>
                </c:pt>
                <c:pt idx="425">
                  <c:v>0.15897310656926184</c:v>
                </c:pt>
                <c:pt idx="426">
                  <c:v>0.16315912638455807</c:v>
                </c:pt>
                <c:pt idx="427">
                  <c:v>0.16670651415131515</c:v>
                </c:pt>
                <c:pt idx="428">
                  <c:v>0.17102191859969126</c:v>
                </c:pt>
                <c:pt idx="429">
                  <c:v>0.17255486748855153</c:v>
                </c:pt>
                <c:pt idx="430">
                  <c:v>0.17626470998443644</c:v>
                </c:pt>
                <c:pt idx="431">
                  <c:v>0.18041810756523441</c:v>
                </c:pt>
                <c:pt idx="432">
                  <c:v>0.1832406844015963</c:v>
                </c:pt>
                <c:pt idx="433">
                  <c:v>0.18388646423872992</c:v>
                </c:pt>
                <c:pt idx="434">
                  <c:v>0.18610398597936723</c:v>
                </c:pt>
                <c:pt idx="435">
                  <c:v>0.18876531790455289</c:v>
                </c:pt>
                <c:pt idx="436">
                  <c:v>0.18840364359534859</c:v>
                </c:pt>
                <c:pt idx="437">
                  <c:v>0.18973241632151591</c:v>
                </c:pt>
                <c:pt idx="438">
                  <c:v>0.19082266885956842</c:v>
                </c:pt>
                <c:pt idx="439">
                  <c:v>0.18961283492430667</c:v>
                </c:pt>
                <c:pt idx="440">
                  <c:v>0.18941064886069608</c:v>
                </c:pt>
                <c:pt idx="441">
                  <c:v>0.18872541184952338</c:v>
                </c:pt>
                <c:pt idx="442">
                  <c:v>0.1858623629350073</c:v>
                </c:pt>
                <c:pt idx="443">
                  <c:v>0.18432919922142013</c:v>
                </c:pt>
                <c:pt idx="444">
                  <c:v>0.1826760840221488</c:v>
                </c:pt>
                <c:pt idx="445">
                  <c:v>0.18029647701713622</c:v>
                </c:pt>
                <c:pt idx="446">
                  <c:v>0.17569936648276002</c:v>
                </c:pt>
                <c:pt idx="447">
                  <c:v>0.1741676478321873</c:v>
                </c:pt>
                <c:pt idx="448">
                  <c:v>0.16896513332730129</c:v>
                </c:pt>
                <c:pt idx="449">
                  <c:v>0.16505390626207772</c:v>
                </c:pt>
                <c:pt idx="450">
                  <c:v>0.1605742630764756</c:v>
                </c:pt>
                <c:pt idx="451">
                  <c:v>0.15694390418010634</c:v>
                </c:pt>
                <c:pt idx="452">
                  <c:v>0.15168977152792168</c:v>
                </c:pt>
                <c:pt idx="453">
                  <c:v>0.14722934514186165</c:v>
                </c:pt>
                <c:pt idx="454">
                  <c:v>0.14301650670008065</c:v>
                </c:pt>
                <c:pt idx="455">
                  <c:v>0.13871626359579697</c:v>
                </c:pt>
                <c:pt idx="456">
                  <c:v>0.13272075509551029</c:v>
                </c:pt>
                <c:pt idx="457">
                  <c:v>0.12878800225902856</c:v>
                </c:pt>
                <c:pt idx="458">
                  <c:v>0.12568067495838464</c:v>
                </c:pt>
                <c:pt idx="459">
                  <c:v>0.12135250824178737</c:v>
                </c:pt>
                <c:pt idx="460">
                  <c:v>0.11710234211863124</c:v>
                </c:pt>
                <c:pt idx="461">
                  <c:v>0.11390897091405576</c:v>
                </c:pt>
                <c:pt idx="462">
                  <c:v>0.111093591133105</c:v>
                </c:pt>
                <c:pt idx="463">
                  <c:v>0.10836377968427852</c:v>
                </c:pt>
                <c:pt idx="464">
                  <c:v>0.1043024735944653</c:v>
                </c:pt>
                <c:pt idx="465">
                  <c:v>0.100818619874668</c:v>
                </c:pt>
                <c:pt idx="466">
                  <c:v>9.9834805802663781E-2</c:v>
                </c:pt>
                <c:pt idx="467">
                  <c:v>9.7500524735127103E-2</c:v>
                </c:pt>
                <c:pt idx="468">
                  <c:v>9.6536117210842542E-2</c:v>
                </c:pt>
                <c:pt idx="469">
                  <c:v>9.4624969448149771E-2</c:v>
                </c:pt>
                <c:pt idx="470">
                  <c:v>9.38910792377044E-2</c:v>
                </c:pt>
                <c:pt idx="471">
                  <c:v>9.3169026689341766E-2</c:v>
                </c:pt>
                <c:pt idx="472">
                  <c:v>9.4068925282765198E-2</c:v>
                </c:pt>
                <c:pt idx="473">
                  <c:v>9.3689527959926744E-2</c:v>
                </c:pt>
                <c:pt idx="474">
                  <c:v>9.5092013515958695E-2</c:v>
                </c:pt>
                <c:pt idx="475">
                  <c:v>9.6656997032187442E-2</c:v>
                </c:pt>
                <c:pt idx="476">
                  <c:v>9.6890646846462619E-2</c:v>
                </c:pt>
                <c:pt idx="477">
                  <c:v>9.9136657678205869E-2</c:v>
                </c:pt>
                <c:pt idx="478">
                  <c:v>0.10118598739071161</c:v>
                </c:pt>
                <c:pt idx="479">
                  <c:v>0.10328656873453718</c:v>
                </c:pt>
                <c:pt idx="480">
                  <c:v>0.10633863216083141</c:v>
                </c:pt>
                <c:pt idx="481">
                  <c:v>0.10797726595928439</c:v>
                </c:pt>
                <c:pt idx="482">
                  <c:v>0.11246075190477539</c:v>
                </c:pt>
                <c:pt idx="483">
                  <c:v>0.11677593202036932</c:v>
                </c:pt>
                <c:pt idx="484">
                  <c:v>0.1211418915736639</c:v>
                </c:pt>
                <c:pt idx="485">
                  <c:v>0.12661066729350196</c:v>
                </c:pt>
                <c:pt idx="486">
                  <c:v>0.13127305524607355</c:v>
                </c:pt>
                <c:pt idx="487">
                  <c:v>0.13701089521627649</c:v>
                </c:pt>
                <c:pt idx="488">
                  <c:v>0.14170831731241967</c:v>
                </c:pt>
                <c:pt idx="489">
                  <c:v>0.14768493430720719</c:v>
                </c:pt>
                <c:pt idx="490">
                  <c:v>0.15438444691010492</c:v>
                </c:pt>
                <c:pt idx="491">
                  <c:v>0.16187952925723095</c:v>
                </c:pt>
                <c:pt idx="492">
                  <c:v>0.1682404584293927</c:v>
                </c:pt>
                <c:pt idx="493">
                  <c:v>0.1775548061007805</c:v>
                </c:pt>
                <c:pt idx="494">
                  <c:v>0.18295788507291966</c:v>
                </c:pt>
                <c:pt idx="495">
                  <c:v>0.19312053100790444</c:v>
                </c:pt>
                <c:pt idx="496">
                  <c:v>0.20178991809471097</c:v>
                </c:pt>
                <c:pt idx="497">
                  <c:v>0.21102527222814171</c:v>
                </c:pt>
                <c:pt idx="498">
                  <c:v>0.22074233264845522</c:v>
                </c:pt>
                <c:pt idx="499">
                  <c:v>0.23070370888976158</c:v>
                </c:pt>
                <c:pt idx="500">
                  <c:v>0.2395740709765633</c:v>
                </c:pt>
                <c:pt idx="501">
                  <c:v>0.24985875623590911</c:v>
                </c:pt>
                <c:pt idx="502">
                  <c:v>0.26014152973651677</c:v>
                </c:pt>
                <c:pt idx="503">
                  <c:v>0.27046508889972559</c:v>
                </c:pt>
                <c:pt idx="504">
                  <c:v>0.28127372672106221</c:v>
                </c:pt>
                <c:pt idx="505">
                  <c:v>0.29236387441066347</c:v>
                </c:pt>
                <c:pt idx="506">
                  <c:v>0.30264497122851108</c:v>
                </c:pt>
                <c:pt idx="507">
                  <c:v>0.31369427573300229</c:v>
                </c:pt>
                <c:pt idx="508">
                  <c:v>0.32518801657272906</c:v>
                </c:pt>
                <c:pt idx="509">
                  <c:v>0.33603568288150182</c:v>
                </c:pt>
                <c:pt idx="510">
                  <c:v>0</c:v>
                </c:pt>
                <c:pt idx="511">
                  <c:v>0</c:v>
                </c:pt>
              </c:numCache>
            </c:numRef>
          </c:yVal>
          <c:smooth val="1"/>
          <c:extLst>
            <c:ext xmlns:c16="http://schemas.microsoft.com/office/drawing/2014/chart" uri="{C3380CC4-5D6E-409C-BE32-E72D297353CC}">
              <c16:uniqueId val="{00000000-8874-4642-85AA-D71BCF856A6C}"/>
            </c:ext>
          </c:extLst>
        </c:ser>
        <c:ser>
          <c:idx val="4"/>
          <c:order val="1"/>
          <c:tx>
            <c:strRef>
              <c:f>'calib_(2)'!$C$7</c:f>
              <c:strCache>
                <c:ptCount val="1"/>
                <c:pt idx="0">
                  <c:v>primary</c:v>
                </c:pt>
              </c:strCache>
            </c:strRef>
          </c:tx>
          <c:spPr>
            <a:ln w="19050">
              <a:solidFill>
                <a:srgbClr val="FFC000"/>
              </a:solidFill>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'calib_(2)'!$C$8:$C$519</c:f>
              <c:numCache>
                <c:formatCode>General</c:formatCode>
                <c:ptCount val="512"/>
                <c:pt idx="0">
                  <c:v>3.3704245239124515E-3</c:v>
                </c:pt>
                <c:pt idx="1">
                  <c:v>1.1700571570608512E-2</c:v>
                </c:pt>
                <c:pt idx="2">
                  <c:v>8.9994764101472887E-3</c:v>
                </c:pt>
                <c:pt idx="3">
                  <c:v>3.2026759803947934E-3</c:v>
                </c:pt>
                <c:pt idx="4">
                  <c:v>2.2711373897304388E-3</c:v>
                </c:pt>
                <c:pt idx="5">
                  <c:v>2.0739444301201867E-3</c:v>
                </c:pt>
                <c:pt idx="6">
                  <c:v>1.9053817237024704E-3</c:v>
                </c:pt>
                <c:pt idx="7">
                  <c:v>1.7376251635375468E-3</c:v>
                </c:pt>
                <c:pt idx="8">
                  <c:v>1.5868754611709144E-3</c:v>
                </c:pt>
                <c:pt idx="9">
                  <c:v>1.426484956360661E-3</c:v>
                </c:pt>
                <c:pt idx="10">
                  <c:v>1.3035333111833579E-3</c:v>
                </c:pt>
                <c:pt idx="11">
                  <c:v>1.1477140016309829E-3</c:v>
                </c:pt>
                <c:pt idx="12">
                  <c:v>1.0219816813598452E-3</c:v>
                </c:pt>
                <c:pt idx="13">
                  <c:v>9.0516142905930808E-4</c:v>
                </c:pt>
                <c:pt idx="14">
                  <c:v>8.0110917387786148E-4</c:v>
                </c:pt>
                <c:pt idx="15">
                  <c:v>7.0825281995142201E-4</c:v>
                </c:pt>
                <c:pt idx="16">
                  <c:v>6.3544576766587423E-4</c:v>
                </c:pt>
                <c:pt idx="17">
                  <c:v>5.7676775992563604E-4</c:v>
                </c:pt>
                <c:pt idx="18">
                  <c:v>8.3862375895042587E-4</c:v>
                </c:pt>
                <c:pt idx="19">
                  <c:v>2.6074753977760345E-3</c:v>
                </c:pt>
                <c:pt idx="20">
                  <c:v>1.1304521691252439E-2</c:v>
                </c:pt>
                <c:pt idx="21">
                  <c:v>4.3144706646430664E-2</c:v>
                </c:pt>
                <c:pt idx="22">
                  <c:v>0.13399074544153017</c:v>
                </c:pt>
                <c:pt idx="23">
                  <c:v>0.3313979455726298</c:v>
                </c:pt>
                <c:pt idx="24">
                  <c:v>0.6510606840538079</c:v>
                </c:pt>
                <c:pt idx="25">
                  <c:v>1.0173006243874858</c:v>
                </c:pt>
                <c:pt idx="26">
                  <c:v>1.2713536420366851</c:v>
                </c:pt>
                <c:pt idx="27">
                  <c:v>1.2901861032924997</c:v>
                </c:pt>
                <c:pt idx="28">
                  <c:v>1.0897662110757729</c:v>
                </c:pt>
                <c:pt idx="29">
                  <c:v>0.80385515667231777</c:v>
                </c:pt>
                <c:pt idx="30">
                  <c:v>0.55460157040724523</c:v>
                </c:pt>
                <c:pt idx="31">
                  <c:v>0.37309481029077052</c:v>
                </c:pt>
                <c:pt idx="32">
                  <c:v>0.2417134596691434</c:v>
                </c:pt>
                <c:pt idx="33">
                  <c:v>0.14201950469190761</c:v>
                </c:pt>
                <c:pt idx="34">
                  <c:v>7.2163194127527072E-2</c:v>
                </c:pt>
                <c:pt idx="35">
                  <c:v>3.1183954105859484E-2</c:v>
                </c:pt>
                <c:pt idx="36">
                  <c:v>1.1520328761889629E-2</c:v>
                </c:pt>
                <c:pt idx="37">
                  <c:v>4.0983314452916033E-3</c:v>
                </c:pt>
                <c:pt idx="38">
                  <c:v>2.0755716923775312E-3</c:v>
                </c:pt>
                <c:pt idx="39">
                  <c:v>1.8255501700379297E-3</c:v>
                </c:pt>
                <c:pt idx="40">
                  <c:v>2.1421254862609945E-3</c:v>
                </c:pt>
                <c:pt idx="41">
                  <c:v>2.5691953860025388E-3</c:v>
                </c:pt>
                <c:pt idx="42">
                  <c:v>3.0651732546562809E-3</c:v>
                </c:pt>
                <c:pt idx="43">
                  <c:v>3.5583569098213749E-3</c:v>
                </c:pt>
                <c:pt idx="44">
                  <c:v>3.9942716210346115E-3</c:v>
                </c:pt>
                <c:pt idx="45">
                  <c:v>4.5322457426802097E-3</c:v>
                </c:pt>
                <c:pt idx="46">
                  <c:v>5.0322757282046035E-3</c:v>
                </c:pt>
                <c:pt idx="47">
                  <c:v>5.58071995631976E-3</c:v>
                </c:pt>
                <c:pt idx="48">
                  <c:v>6.1537250251708546E-3</c:v>
                </c:pt>
                <c:pt idx="49">
                  <c:v>6.7013927514770104E-3</c:v>
                </c:pt>
                <c:pt idx="50">
                  <c:v>7.3151022675437957E-3</c:v>
                </c:pt>
                <c:pt idx="51">
                  <c:v>7.8781081017891327E-3</c:v>
                </c:pt>
                <c:pt idx="52">
                  <c:v>8.4571797027648901E-3</c:v>
                </c:pt>
                <c:pt idx="53">
                  <c:v>8.9584325860734594E-3</c:v>
                </c:pt>
                <c:pt idx="54">
                  <c:v>9.3713507222751256E-3</c:v>
                </c:pt>
                <c:pt idx="55">
                  <c:v>9.5689720141518067E-3</c:v>
                </c:pt>
                <c:pt idx="56">
                  <c:v>9.503985216829984E-3</c:v>
                </c:pt>
                <c:pt idx="57">
                  <c:v>9.1543866554182549E-3</c:v>
                </c:pt>
                <c:pt idx="58">
                  <c:v>8.4627186228818964E-3</c:v>
                </c:pt>
                <c:pt idx="59">
                  <c:v>7.4647142384109896E-3</c:v>
                </c:pt>
                <c:pt idx="60">
                  <c:v>6.2638451449671204E-3</c:v>
                </c:pt>
                <c:pt idx="61">
                  <c:v>5.0290877133263232E-3</c:v>
                </c:pt>
                <c:pt idx="62">
                  <c:v>3.7688421042080204E-3</c:v>
                </c:pt>
                <c:pt idx="63">
                  <c:v>2.7510553849875675E-3</c:v>
                </c:pt>
                <c:pt idx="64">
                  <c:v>1.88643218168446E-3</c:v>
                </c:pt>
                <c:pt idx="65">
                  <c:v>1.2826111169168834E-3</c:v>
                </c:pt>
                <c:pt idx="66">
                  <c:v>8.554326161037025E-4</c:v>
                </c:pt>
                <c:pt idx="67">
                  <c:v>6.0465005179854135E-4</c:v>
                </c:pt>
                <c:pt idx="68">
                  <c:v>4.6044144353130074E-4</c:v>
                </c:pt>
                <c:pt idx="69">
                  <c:v>3.7692772352432177E-4</c:v>
                </c:pt>
                <c:pt idx="70">
                  <c:v>3.259953158782954E-4</c:v>
                </c:pt>
                <c:pt idx="71">
                  <c:v>3.0453432743416579E-4</c:v>
                </c:pt>
                <c:pt idx="72">
                  <c:v>2.8615823091987437E-4</c:v>
                </c:pt>
                <c:pt idx="73">
                  <c:v>2.6993947696039888E-4</c:v>
                </c:pt>
                <c:pt idx="74">
                  <c:v>2.6901659443823449E-4</c:v>
                </c:pt>
                <c:pt idx="75">
                  <c:v>2.6590314294639859E-4</c:v>
                </c:pt>
                <c:pt idx="76">
                  <c:v>2.56397031613465E-4</c:v>
                </c:pt>
                <c:pt idx="77">
                  <c:v>2.6410308848706274E-4</c:v>
                </c:pt>
                <c:pt idx="78">
                  <c:v>2.6034588175306291E-4</c:v>
                </c:pt>
                <c:pt idx="79">
                  <c:v>2.696118967315948E-4</c:v>
                </c:pt>
                <c:pt idx="80">
                  <c:v>2.8728128409085145E-4</c:v>
                </c:pt>
                <c:pt idx="81">
                  <c:v>2.9288195855456183E-4</c:v>
                </c:pt>
                <c:pt idx="82">
                  <c:v>3.1182991596082082E-4</c:v>
                </c:pt>
                <c:pt idx="83">
                  <c:v>3.3059070118150334E-4</c:v>
                </c:pt>
                <c:pt idx="84">
                  <c:v>3.4413284104772049E-4</c:v>
                </c:pt>
                <c:pt idx="85">
                  <c:v>3.5809306074434166E-4</c:v>
                </c:pt>
                <c:pt idx="86">
                  <c:v>3.7225933738056218E-4</c:v>
                </c:pt>
                <c:pt idx="87">
                  <c:v>4.0535702397449986E-4</c:v>
                </c:pt>
                <c:pt idx="88">
                  <c:v>4.1442849981489498E-4</c:v>
                </c:pt>
                <c:pt idx="89">
                  <c:v>4.5934600330691216E-4</c:v>
                </c:pt>
                <c:pt idx="90">
                  <c:v>4.7491861720126249E-4</c:v>
                </c:pt>
                <c:pt idx="91">
                  <c:v>5.0980769648115382E-4</c:v>
                </c:pt>
                <c:pt idx="92">
                  <c:v>5.1685855874819791E-4</c:v>
                </c:pt>
                <c:pt idx="93">
                  <c:v>5.4388724605619143E-4</c:v>
                </c:pt>
                <c:pt idx="94">
                  <c:v>5.4476112736402292E-4</c:v>
                </c:pt>
                <c:pt idx="95">
                  <c:v>5.6784349824391136E-4</c:v>
                </c:pt>
                <c:pt idx="96">
                  <c:v>5.6040942574827528E-4</c:v>
                </c:pt>
                <c:pt idx="97">
                  <c:v>5.5581482922633068E-4</c:v>
                </c:pt>
                <c:pt idx="98">
                  <c:v>5.4900221995985115E-4</c:v>
                </c:pt>
                <c:pt idx="99">
                  <c:v>5.4980274328021651E-4</c:v>
                </c:pt>
                <c:pt idx="100">
                  <c:v>5.2294733326759945E-4</c:v>
                </c:pt>
                <c:pt idx="101">
                  <c:v>5.1500404730699416E-4</c:v>
                </c:pt>
                <c:pt idx="102">
                  <c:v>5.0435242851036186E-4</c:v>
                </c:pt>
                <c:pt idx="103">
                  <c:v>4.9076597829388394E-4</c:v>
                </c:pt>
                <c:pt idx="104">
                  <c:v>4.733525760723282E-4</c:v>
                </c:pt>
                <c:pt idx="105">
                  <c:v>4.711303922181804E-4</c:v>
                </c:pt>
                <c:pt idx="106">
                  <c:v>4.6660735630886269E-4</c:v>
                </c:pt>
                <c:pt idx="107">
                  <c:v>4.7273135387438379E-4</c:v>
                </c:pt>
                <c:pt idx="108">
                  <c:v>4.9085936995160045E-4</c:v>
                </c:pt>
                <c:pt idx="109">
                  <c:v>5.1815430590903318E-4</c:v>
                </c:pt>
                <c:pt idx="110">
                  <c:v>5.8006370452039007E-4</c:v>
                </c:pt>
                <c:pt idx="111">
                  <c:v>6.6582978200012129E-4</c:v>
                </c:pt>
                <c:pt idx="112">
                  <c:v>7.8362509560198621E-4</c:v>
                </c:pt>
                <c:pt idx="113">
                  <c:v>9.5899542215284797E-4</c:v>
                </c:pt>
                <c:pt idx="114">
                  <c:v>1.2263496772840369E-3</c:v>
                </c:pt>
                <c:pt idx="115">
                  <c:v>1.5490836873109763E-3</c:v>
                </c:pt>
                <c:pt idx="116">
                  <c:v>1.9707318628448319E-3</c:v>
                </c:pt>
                <c:pt idx="117">
                  <c:v>2.5054260944603257E-3</c:v>
                </c:pt>
                <c:pt idx="118">
                  <c:v>3.1490781836680673E-3</c:v>
                </c:pt>
                <c:pt idx="119">
                  <c:v>3.9115884603156291E-3</c:v>
                </c:pt>
                <c:pt idx="120">
                  <c:v>4.7769949574084578E-3</c:v>
                </c:pt>
                <c:pt idx="121">
                  <c:v>5.7871618299169441E-3</c:v>
                </c:pt>
                <c:pt idx="122">
                  <c:v>6.780773348979207E-3</c:v>
                </c:pt>
                <c:pt idx="123">
                  <c:v>7.8284867089158834E-3</c:v>
                </c:pt>
                <c:pt idx="124">
                  <c:v>8.7991254647099768E-3</c:v>
                </c:pt>
                <c:pt idx="125">
                  <c:v>9.7890689202726772E-3</c:v>
                </c:pt>
                <c:pt idx="126">
                  <c:v>1.0533128232845454E-2</c:v>
                </c:pt>
                <c:pt idx="127">
                  <c:v>1.1179964976475658E-2</c:v>
                </c:pt>
                <c:pt idx="128">
                  <c:v>1.1594152321197338E-2</c:v>
                </c:pt>
                <c:pt idx="129">
                  <c:v>1.1931196105584282E-2</c:v>
                </c:pt>
                <c:pt idx="130">
                  <c:v>1.1926027046839321E-2</c:v>
                </c:pt>
                <c:pt idx="131">
                  <c:v>1.1849717005189098E-2</c:v>
                </c:pt>
                <c:pt idx="132">
                  <c:v>1.1659060852252982E-2</c:v>
                </c:pt>
                <c:pt idx="133">
                  <c:v>1.1373947397048346E-2</c:v>
                </c:pt>
                <c:pt idx="134">
                  <c:v>1.1145650849665673E-2</c:v>
                </c:pt>
                <c:pt idx="135">
                  <c:v>1.1248523853992422E-2</c:v>
                </c:pt>
                <c:pt idx="136">
                  <c:v>1.1623538773048137E-2</c:v>
                </c:pt>
                <c:pt idx="137">
                  <c:v>1.2755901315694387E-2</c:v>
                </c:pt>
                <c:pt idx="138">
                  <c:v>1.4598790102386412E-2</c:v>
                </c:pt>
                <c:pt idx="139">
                  <c:v>1.7614300081372981E-2</c:v>
                </c:pt>
                <c:pt idx="140">
                  <c:v>2.2320362500493306E-2</c:v>
                </c:pt>
                <c:pt idx="141">
                  <c:v>2.8994315272297535E-2</c:v>
                </c:pt>
                <c:pt idx="142">
                  <c:v>3.8079694284774319E-2</c:v>
                </c:pt>
                <c:pt idx="143">
                  <c:v>5.0451616482170919E-2</c:v>
                </c:pt>
                <c:pt idx="144">
                  <c:v>6.636014134776777E-2</c:v>
                </c:pt>
                <c:pt idx="145">
                  <c:v>8.6240844650166432E-2</c:v>
                </c:pt>
                <c:pt idx="146">
                  <c:v>0.11047673339605572</c:v>
                </c:pt>
                <c:pt idx="147">
                  <c:v>0.13951928953081535</c:v>
                </c:pt>
                <c:pt idx="148">
                  <c:v>0.17263495313656521</c:v>
                </c:pt>
                <c:pt idx="149">
                  <c:v>0.20985585160176567</c:v>
                </c:pt>
                <c:pt idx="150">
                  <c:v>0.24989959987442356</c:v>
                </c:pt>
                <c:pt idx="151">
                  <c:v>0.29167707751795402</c:v>
                </c:pt>
                <c:pt idx="152">
                  <c:v>0.33409963192411574</c:v>
                </c:pt>
                <c:pt idx="153">
                  <c:v>0.37446587013299065</c:v>
                </c:pt>
                <c:pt idx="154">
                  <c:v>0.41128329564879468</c:v>
                </c:pt>
                <c:pt idx="155">
                  <c:v>0.44197130695313053</c:v>
                </c:pt>
                <c:pt idx="156">
                  <c:v>0.46511856715373884</c:v>
                </c:pt>
                <c:pt idx="157">
                  <c:v>0.47995842634935582</c:v>
                </c:pt>
                <c:pt idx="158">
                  <c:v>0.4837893541879128</c:v>
                </c:pt>
                <c:pt idx="159">
                  <c:v>0.47842621882651915</c:v>
                </c:pt>
                <c:pt idx="160">
                  <c:v>0.46282004158249768</c:v>
                </c:pt>
                <c:pt idx="161">
                  <c:v>0.43826173714470679</c:v>
                </c:pt>
                <c:pt idx="162">
                  <c:v>0.40688763015209312</c:v>
                </c:pt>
                <c:pt idx="163">
                  <c:v>0.36946524847060236</c:v>
                </c:pt>
                <c:pt idx="164">
                  <c:v>0.32784934764810725</c:v>
                </c:pt>
                <c:pt idx="165">
                  <c:v>0.2856280028075131</c:v>
                </c:pt>
                <c:pt idx="166">
                  <c:v>0.24348766111748443</c:v>
                </c:pt>
                <c:pt idx="167">
                  <c:v>0.20300041590573373</c:v>
                </c:pt>
                <c:pt idx="168">
                  <c:v>0.16541675039796072</c:v>
                </c:pt>
                <c:pt idx="169">
                  <c:v>0.13247059202297551</c:v>
                </c:pt>
                <c:pt idx="170">
                  <c:v>0.10373037942568333</c:v>
                </c:pt>
                <c:pt idx="171">
                  <c:v>7.951859253014304E-2</c:v>
                </c:pt>
                <c:pt idx="172">
                  <c:v>5.9625878241378591E-2</c:v>
                </c:pt>
                <c:pt idx="173">
                  <c:v>4.3822183120258228E-2</c:v>
                </c:pt>
                <c:pt idx="174">
                  <c:v>3.1506625392730782E-2</c:v>
                </c:pt>
                <c:pt idx="175">
                  <c:v>2.223572988549561E-2</c:v>
                </c:pt>
                <c:pt idx="176">
                  <c:v>1.5329849153639679E-2</c:v>
                </c:pt>
                <c:pt idx="177">
                  <c:v>1.0457708003087788E-2</c:v>
                </c:pt>
                <c:pt idx="178">
                  <c:v>6.9364657222994756E-3</c:v>
                </c:pt>
                <c:pt idx="179">
                  <c:v>4.5160820168711549E-3</c:v>
                </c:pt>
                <c:pt idx="180">
                  <c:v>2.9151647770522993E-3</c:v>
                </c:pt>
                <c:pt idx="181">
                  <c:v>1.903374700579866E-3</c:v>
                </c:pt>
                <c:pt idx="182">
                  <c:v>1.2121566657042691E-3</c:v>
                </c:pt>
                <c:pt idx="183">
                  <c:v>7.8514368420536562E-4</c:v>
                </c:pt>
                <c:pt idx="184">
                  <c:v>5.2773551294793563E-4</c:v>
                </c:pt>
                <c:pt idx="185">
                  <c:v>3.7644438473867557E-4</c:v>
                </c:pt>
                <c:pt idx="186">
                  <c:v>2.894590242493941E-4</c:v>
                </c:pt>
                <c:pt idx="187">
                  <c:v>2.4146884858884269E-4</c:v>
                </c:pt>
                <c:pt idx="188">
                  <c:v>2.0498203013532374E-4</c:v>
                </c:pt>
                <c:pt idx="189">
                  <c:v>1.9630175780843643E-4</c:v>
                </c:pt>
                <c:pt idx="190">
                  <c:v>1.8380120401214627E-4</c:v>
                </c:pt>
                <c:pt idx="191">
                  <c:v>1.7106934149375822E-4</c:v>
                </c:pt>
                <c:pt idx="192">
                  <c:v>1.5912474494102972E-4</c:v>
                </c:pt>
                <c:pt idx="193">
                  <c:v>1.5608012987698567E-4</c:v>
                </c:pt>
                <c:pt idx="194">
                  <c:v>1.4201809417932755E-4</c:v>
                </c:pt>
                <c:pt idx="195">
                  <c:v>1.3790822410771135E-4</c:v>
                </c:pt>
                <c:pt idx="196">
                  <c:v>1.2951831152661377E-4</c:v>
                </c:pt>
                <c:pt idx="197">
                  <c:v>1.2696675444144297E-4</c:v>
                </c:pt>
                <c:pt idx="198">
                  <c:v>1.1570399174457362E-4</c:v>
                </c:pt>
                <c:pt idx="199">
                  <c:v>1.0725048064923144E-4</c:v>
                </c:pt>
                <c:pt idx="200">
                  <c:v>9.8771913082720632E-5</c:v>
                </c:pt>
                <c:pt idx="201">
                  <c:v>9.6915816033724944E-5</c:v>
                </c:pt>
                <c:pt idx="202">
                  <c:v>8.4300385045618371E-5</c:v>
                </c:pt>
                <c:pt idx="203">
                  <c:v>7.2350748354478697E-5</c:v>
                </c:pt>
                <c:pt idx="204">
                  <c:v>7.2598773810234014E-5</c:v>
                </c:pt>
                <c:pt idx="205">
                  <c:v>6.773704513121145E-5</c:v>
                </c:pt>
                <c:pt idx="206">
                  <c:v>6.3665762471818831E-5</c:v>
                </c:pt>
                <c:pt idx="207">
                  <c:v>5.7377434177690101E-5</c:v>
                </c:pt>
                <c:pt idx="208">
                  <c:v>5.5142385490557649E-5</c:v>
                </c:pt>
                <c:pt idx="209">
                  <c:v>5.4040608248764104E-5</c:v>
                </c:pt>
                <c:pt idx="210">
                  <c:v>4.4569038929620405E-5</c:v>
                </c:pt>
                <c:pt idx="211">
                  <c:v>4.5487920844457754E-5</c:v>
                </c:pt>
                <c:pt idx="212">
                  <c:v>4.4268282357027005E-5</c:v>
                </c:pt>
                <c:pt idx="213">
                  <c:v>4.1592122634248111E-5</c:v>
                </c:pt>
                <c:pt idx="214">
                  <c:v>4.2769478015207654E-5</c:v>
                </c:pt>
                <c:pt idx="215">
                  <c:v>3.923680252874115E-5</c:v>
                </c:pt>
                <c:pt idx="216">
                  <c:v>3.5108035178063184E-5</c:v>
                </c:pt>
                <c:pt idx="217">
                  <c:v>3.5633072429972179E-5</c:v>
                </c:pt>
                <c:pt idx="218">
                  <c:v>3.5498572585530264E-5</c:v>
                </c:pt>
                <c:pt idx="219">
                  <c:v>3.1510158279882102E-5</c:v>
                </c:pt>
                <c:pt idx="220">
                  <c:v>3.8107370036347395E-5</c:v>
                </c:pt>
                <c:pt idx="221">
                  <c:v>4.0429866122062636E-5</c:v>
                </c:pt>
                <c:pt idx="222">
                  <c:v>3.9801775597319666E-5</c:v>
                </c:pt>
                <c:pt idx="223">
                  <c:v>4.222907683212411E-5</c:v>
                </c:pt>
                <c:pt idx="224">
                  <c:v>4.256101197812242E-5</c:v>
                </c:pt>
                <c:pt idx="225">
                  <c:v>4.4318549080673193E-5</c:v>
                </c:pt>
                <c:pt idx="226">
                  <c:v>4.6304395409844376E-5</c:v>
                </c:pt>
                <c:pt idx="227">
                  <c:v>5.0602889199787418E-5</c:v>
                </c:pt>
                <c:pt idx="228">
                  <c:v>5.9532258268674776E-5</c:v>
                </c:pt>
                <c:pt idx="229">
                  <c:v>6.5268560295954516E-5</c:v>
                </c:pt>
                <c:pt idx="230">
                  <c:v>6.8249377357574052E-5</c:v>
                </c:pt>
                <c:pt idx="231">
                  <c:v>7.3013011285289652E-5</c:v>
                </c:pt>
                <c:pt idx="232">
                  <c:v>8.1649421230408698E-5</c:v>
                </c:pt>
                <c:pt idx="233">
                  <c:v>9.5162336641505234E-5</c:v>
                </c:pt>
                <c:pt idx="234">
                  <c:v>1.0013812655242632E-4</c:v>
                </c:pt>
                <c:pt idx="235">
                  <c:v>1.1482687575831938E-4</c:v>
                </c:pt>
                <c:pt idx="236">
                  <c:v>1.2459479743681242E-4</c:v>
                </c:pt>
                <c:pt idx="237">
                  <c:v>1.3083810611431404E-4</c:v>
                </c:pt>
                <c:pt idx="238">
                  <c:v>1.4787630927106521E-4</c:v>
                </c:pt>
                <c:pt idx="239">
                  <c:v>1.5428513956610202E-4</c:v>
                </c:pt>
                <c:pt idx="240">
                  <c:v>1.6023471662689751E-4</c:v>
                </c:pt>
                <c:pt idx="241">
                  <c:v>1.7824595628158679E-4</c:v>
                </c:pt>
                <c:pt idx="242">
                  <c:v>1.9554123148025763E-4</c:v>
                </c:pt>
                <c:pt idx="243">
                  <c:v>1.8981437764731602E-4</c:v>
                </c:pt>
                <c:pt idx="244">
                  <c:v>2.0038059143795921E-4</c:v>
                </c:pt>
                <c:pt idx="245">
                  <c:v>1.9916833543246853E-4</c:v>
                </c:pt>
                <c:pt idx="246">
                  <c:v>2.013910256328407E-4</c:v>
                </c:pt>
                <c:pt idx="247">
                  <c:v>2.1009314744489086E-4</c:v>
                </c:pt>
                <c:pt idx="248">
                  <c:v>2.0864397089554235E-4</c:v>
                </c:pt>
                <c:pt idx="249">
                  <c:v>2.057430205506084E-4</c:v>
                </c:pt>
                <c:pt idx="250">
                  <c:v>2.0150855940845848E-4</c:v>
                </c:pt>
                <c:pt idx="251">
                  <c:v>2.0122578310777478E-4</c:v>
                </c:pt>
                <c:pt idx="252">
                  <c:v>1.963058743753361E-4</c:v>
                </c:pt>
                <c:pt idx="253">
                  <c:v>1.963480610902887E-4</c:v>
                </c:pt>
                <c:pt idx="254">
                  <c:v>1.905005289863873E-4</c:v>
                </c:pt>
                <c:pt idx="255">
                  <c:v>1.8654960961455636E-4</c:v>
                </c:pt>
                <c:pt idx="256">
                  <c:v>1.7481342772563657E-4</c:v>
                </c:pt>
                <c:pt idx="257">
                  <c:v>1.7015046220733395E-4</c:v>
                </c:pt>
                <c:pt idx="258">
                  <c:v>1.6430872866280446E-4</c:v>
                </c:pt>
                <c:pt idx="259">
                  <c:v>1.54858703650641E-4</c:v>
                </c:pt>
                <c:pt idx="260">
                  <c:v>1.5686971819021088E-4</c:v>
                </c:pt>
                <c:pt idx="261">
                  <c:v>1.5753363681245142E-4</c:v>
                </c:pt>
                <c:pt idx="262">
                  <c:v>1.5368441570662368E-4</c:v>
                </c:pt>
                <c:pt idx="263">
                  <c:v>1.4748939251344473E-4</c:v>
                </c:pt>
                <c:pt idx="264">
                  <c:v>1.5650976615076971E-4</c:v>
                </c:pt>
                <c:pt idx="265">
                  <c:v>1.4644000703658411E-4</c:v>
                </c:pt>
                <c:pt idx="266">
                  <c:v>1.5550358751886194E-4</c:v>
                </c:pt>
                <c:pt idx="267">
                  <c:v>1.5137221713692347E-4</c:v>
                </c:pt>
                <c:pt idx="268">
                  <c:v>1.6453827980238424E-4</c:v>
                </c:pt>
                <c:pt idx="269">
                  <c:v>1.7275558620011262E-4</c:v>
                </c:pt>
                <c:pt idx="270">
                  <c:v>1.760590285152451E-4</c:v>
                </c:pt>
                <c:pt idx="271">
                  <c:v>1.8275490453985885E-4</c:v>
                </c:pt>
                <c:pt idx="272">
                  <c:v>1.877605959014398E-4</c:v>
                </c:pt>
                <c:pt idx="273">
                  <c:v>1.8831953418958156E-4</c:v>
                </c:pt>
                <c:pt idx="274">
                  <c:v>1.9799490039704599E-4</c:v>
                </c:pt>
                <c:pt idx="275">
                  <c:v>1.9912811652852342E-4</c:v>
                </c:pt>
                <c:pt idx="276">
                  <c:v>2.0429710812636006E-4</c:v>
                </c:pt>
                <c:pt idx="277">
                  <c:v>2.0086342234671266E-4</c:v>
                </c:pt>
                <c:pt idx="278">
                  <c:v>2.0473724348549015E-4</c:v>
                </c:pt>
                <c:pt idx="279">
                  <c:v>2.140884409797413E-4</c:v>
                </c:pt>
                <c:pt idx="280">
                  <c:v>2.1836403841370047E-4</c:v>
                </c:pt>
                <c:pt idx="281">
                  <c:v>2.0675020603545466E-4</c:v>
                </c:pt>
                <c:pt idx="282">
                  <c:v>2.1110580103498859E-4</c:v>
                </c:pt>
                <c:pt idx="283">
                  <c:v>2.0783924943394775E-4</c:v>
                </c:pt>
                <c:pt idx="284">
                  <c:v>2.0569548720270549E-4</c:v>
                </c:pt>
                <c:pt idx="285">
                  <c:v>2.0813005033943726E-4</c:v>
                </c:pt>
                <c:pt idx="286">
                  <c:v>2.0311980595824278E-4</c:v>
                </c:pt>
                <c:pt idx="287">
                  <c:v>1.9888346998866277E-4</c:v>
                </c:pt>
                <c:pt idx="288">
                  <c:v>1.8444516705366779E-4</c:v>
                </c:pt>
                <c:pt idx="289">
                  <c:v>1.8131101767233378E-4</c:v>
                </c:pt>
                <c:pt idx="290">
                  <c:v>1.8057705445872306E-4</c:v>
                </c:pt>
                <c:pt idx="291">
                  <c:v>1.7095204380063926E-4</c:v>
                </c:pt>
                <c:pt idx="292">
                  <c:v>1.6167482038285629E-4</c:v>
                </c:pt>
                <c:pt idx="293">
                  <c:v>1.5946707864271243E-4</c:v>
                </c:pt>
                <c:pt idx="294">
                  <c:v>1.4898580593864869E-4</c:v>
                </c:pt>
                <c:pt idx="295">
                  <c:v>1.4872330230672931E-4</c:v>
                </c:pt>
                <c:pt idx="296">
                  <c:v>1.4037553265387694E-4</c:v>
                </c:pt>
                <c:pt idx="297">
                  <c:v>1.3241066939940186E-4</c:v>
                </c:pt>
                <c:pt idx="298">
                  <c:v>1.3018520237635098E-4</c:v>
                </c:pt>
                <c:pt idx="299">
                  <c:v>1.2431586743110828E-4</c:v>
                </c:pt>
                <c:pt idx="300">
                  <c:v>1.2572363345081332E-4</c:v>
                </c:pt>
                <c:pt idx="301">
                  <c:v>1.270032894711255E-4</c:v>
                </c:pt>
                <c:pt idx="302">
                  <c:v>1.2611287215459524E-4</c:v>
                </c:pt>
                <c:pt idx="303">
                  <c:v>1.2659890710207283E-4</c:v>
                </c:pt>
                <c:pt idx="304">
                  <c:v>1.2343704242531896E-4</c:v>
                </c:pt>
                <c:pt idx="305">
                  <c:v>1.1941657395181077E-4</c:v>
                </c:pt>
                <c:pt idx="306">
                  <c:v>1.2440597411730934E-4</c:v>
                </c:pt>
                <c:pt idx="307">
                  <c:v>1.2219278139709552E-4</c:v>
                </c:pt>
                <c:pt idx="308">
                  <c:v>1.1969163133368832E-4</c:v>
                </c:pt>
                <c:pt idx="309">
                  <c:v>1.3268370167499979E-4</c:v>
                </c:pt>
                <c:pt idx="310">
                  <c:v>1.2603844625825797E-4</c:v>
                </c:pt>
                <c:pt idx="311">
                  <c:v>1.3778673796689599E-4</c:v>
                </c:pt>
                <c:pt idx="312">
                  <c:v>1.3914577746851833E-4</c:v>
                </c:pt>
                <c:pt idx="313">
                  <c:v>1.4398162637087688E-4</c:v>
                </c:pt>
                <c:pt idx="314">
                  <c:v>1.4706176555131438E-4</c:v>
                </c:pt>
                <c:pt idx="315">
                  <c:v>1.3886289725149154E-4</c:v>
                </c:pt>
                <c:pt idx="316">
                  <c:v>1.4953881517954673E-4</c:v>
                </c:pt>
                <c:pt idx="317">
                  <c:v>1.4886872142155582E-4</c:v>
                </c:pt>
                <c:pt idx="318">
                  <c:v>1.6304300497655799E-4</c:v>
                </c:pt>
                <c:pt idx="319">
                  <c:v>1.6601737007727605E-4</c:v>
                </c:pt>
                <c:pt idx="320">
                  <c:v>1.6950589137809785E-4</c:v>
                </c:pt>
                <c:pt idx="321">
                  <c:v>1.68412800639645E-4</c:v>
                </c:pt>
                <c:pt idx="322">
                  <c:v>1.7543916490016164E-4</c:v>
                </c:pt>
                <c:pt idx="323">
                  <c:v>1.8707566805672778E-4</c:v>
                </c:pt>
                <c:pt idx="324">
                  <c:v>1.9215663148620553E-4</c:v>
                </c:pt>
                <c:pt idx="325">
                  <c:v>1.9074117706159035E-4</c:v>
                </c:pt>
                <c:pt idx="326">
                  <c:v>2.0045977785292985E-4</c:v>
                </c:pt>
                <c:pt idx="327">
                  <c:v>2.0158923206583024E-4</c:v>
                </c:pt>
                <c:pt idx="328">
                  <c:v>2.1481376216490026E-4</c:v>
                </c:pt>
                <c:pt idx="329">
                  <c:v>2.2642846650327037E-4</c:v>
                </c:pt>
                <c:pt idx="330">
                  <c:v>2.3010066912989956E-4</c:v>
                </c:pt>
                <c:pt idx="331">
                  <c:v>2.3582986227611109E-4</c:v>
                </c:pt>
                <c:pt idx="332">
                  <c:v>2.4494325185762174E-4</c:v>
                </c:pt>
                <c:pt idx="333">
                  <c:v>2.3990442679431553E-4</c:v>
                </c:pt>
                <c:pt idx="334">
                  <c:v>2.4671202776306822E-4</c:v>
                </c:pt>
                <c:pt idx="335">
                  <c:v>2.6321053626158673E-4</c:v>
                </c:pt>
                <c:pt idx="336">
                  <c:v>2.6787736184431983E-4</c:v>
                </c:pt>
                <c:pt idx="337">
                  <c:v>2.6444797018901665E-4</c:v>
                </c:pt>
                <c:pt idx="338">
                  <c:v>2.6740691406174397E-4</c:v>
                </c:pt>
                <c:pt idx="339">
                  <c:v>2.6526144065185439E-4</c:v>
                </c:pt>
                <c:pt idx="340">
                  <c:v>2.7332257272480508E-4</c:v>
                </c:pt>
                <c:pt idx="341">
                  <c:v>2.7767745986818443E-4</c:v>
                </c:pt>
                <c:pt idx="342">
                  <c:v>2.8029892612629166E-4</c:v>
                </c:pt>
                <c:pt idx="343">
                  <c:v>2.7788941603999469E-4</c:v>
                </c:pt>
                <c:pt idx="344">
                  <c:v>2.7845536560964286E-4</c:v>
                </c:pt>
                <c:pt idx="345">
                  <c:v>2.7749279848669008E-4</c:v>
                </c:pt>
                <c:pt idx="346">
                  <c:v>2.7211795551693028E-4</c:v>
                </c:pt>
                <c:pt idx="347">
                  <c:v>2.6982670632297757E-4</c:v>
                </c:pt>
                <c:pt idx="348">
                  <c:v>2.6735705700418682E-4</c:v>
                </c:pt>
                <c:pt idx="349">
                  <c:v>2.6748548457701998E-4</c:v>
                </c:pt>
                <c:pt idx="350">
                  <c:v>2.4683171324520301E-4</c:v>
                </c:pt>
                <c:pt idx="351">
                  <c:v>2.3703146177093379E-4</c:v>
                </c:pt>
                <c:pt idx="352">
                  <c:v>2.4135155243478759E-4</c:v>
                </c:pt>
                <c:pt idx="353">
                  <c:v>2.2360674896677613E-4</c:v>
                </c:pt>
                <c:pt idx="354">
                  <c:v>2.2808662370609153E-4</c:v>
                </c:pt>
                <c:pt idx="355">
                  <c:v>2.0723086934824688E-4</c:v>
                </c:pt>
                <c:pt idx="356">
                  <c:v>1.941754415239334E-4</c:v>
                </c:pt>
                <c:pt idx="357">
                  <c:v>1.946071343009856E-4</c:v>
                </c:pt>
                <c:pt idx="358">
                  <c:v>1.8622506803516541E-4</c:v>
                </c:pt>
                <c:pt idx="359">
                  <c:v>1.6012228931854426E-4</c:v>
                </c:pt>
                <c:pt idx="360">
                  <c:v>1.6115902776967213E-4</c:v>
                </c:pt>
                <c:pt idx="361">
                  <c:v>1.4876720850909086E-4</c:v>
                </c:pt>
                <c:pt idx="362">
                  <c:v>1.4294626108413963E-4</c:v>
                </c:pt>
                <c:pt idx="363">
                  <c:v>1.26924901551931E-4</c:v>
                </c:pt>
                <c:pt idx="364">
                  <c:v>1.1822918041729019E-4</c:v>
                </c:pt>
                <c:pt idx="365">
                  <c:v>1.1057933753414165E-4</c:v>
                </c:pt>
                <c:pt idx="366">
                  <c:v>1.0200447663113172E-4</c:v>
                </c:pt>
                <c:pt idx="367">
                  <c:v>9.4895973524406358E-5</c:v>
                </c:pt>
                <c:pt idx="368">
                  <c:v>8.9989322548110544E-5</c:v>
                </c:pt>
                <c:pt idx="369">
                  <c:v>8.5992391743180429E-5</c:v>
                </c:pt>
                <c:pt idx="370">
                  <c:v>7.2426584786391119E-5</c:v>
                </c:pt>
                <c:pt idx="371">
                  <c:v>6.9794016319364239E-5</c:v>
                </c:pt>
                <c:pt idx="372">
                  <c:v>6.3628048282942946E-5</c:v>
                </c:pt>
                <c:pt idx="373">
                  <c:v>5.9410951043959347E-5</c:v>
                </c:pt>
                <c:pt idx="374">
                  <c:v>5.4604519597849021E-5</c:v>
                </c:pt>
                <c:pt idx="375">
                  <c:v>5.1785113803898427E-5</c:v>
                </c:pt>
                <c:pt idx="376">
                  <c:v>4.8206862248694867E-5</c:v>
                </c:pt>
                <c:pt idx="377">
                  <c:v>3.9548279944982663E-5</c:v>
                </c:pt>
                <c:pt idx="378">
                  <c:v>4.4398522588993588E-5</c:v>
                </c:pt>
                <c:pt idx="379">
                  <c:v>3.650938297949939E-5</c:v>
                </c:pt>
                <c:pt idx="380">
                  <c:v>3.4498470311096919E-5</c:v>
                </c:pt>
                <c:pt idx="381">
                  <c:v>3.7398395831747415E-5</c:v>
                </c:pt>
                <c:pt idx="382">
                  <c:v>3.4963081863022543E-5</c:v>
                </c:pt>
                <c:pt idx="383">
                  <c:v>3.0218038308533186E-5</c:v>
                </c:pt>
                <c:pt idx="384">
                  <c:v>3.07806453917159E-5</c:v>
                </c:pt>
                <c:pt idx="385">
                  <c:v>2.92518948509728E-5</c:v>
                </c:pt>
                <c:pt idx="386">
                  <c:v>2.6486142940262783E-5</c:v>
                </c:pt>
                <c:pt idx="387">
                  <c:v>2.5083712518768101E-5</c:v>
                </c:pt>
                <c:pt idx="388">
                  <c:v>2.6788381006360842E-5</c:v>
                </c:pt>
                <c:pt idx="389">
                  <c:v>2.5988516730546839E-5</c:v>
                </c:pt>
                <c:pt idx="390">
                  <c:v>2.7155546403886075E-5</c:v>
                </c:pt>
                <c:pt idx="391">
                  <c:v>2.5393178667443374E-5</c:v>
                </c:pt>
                <c:pt idx="392">
                  <c:v>2.6385682292741144E-5</c:v>
                </c:pt>
                <c:pt idx="393">
                  <c:v>2.7381510665608132E-5</c:v>
                </c:pt>
                <c:pt idx="394">
                  <c:v>2.6836515517486547E-5</c:v>
                </c:pt>
                <c:pt idx="395">
                  <c:v>2.7498490062150569E-5</c:v>
                </c:pt>
                <c:pt idx="396">
                  <c:v>2.5306791227257624E-5</c:v>
                </c:pt>
                <c:pt idx="397">
                  <c:v>2.5836493836486055E-5</c:v>
                </c:pt>
                <c:pt idx="398">
                  <c:v>3.1762838512939955E-5</c:v>
                </c:pt>
                <c:pt idx="399">
                  <c:v>2.9659004075667001E-5</c:v>
                </c:pt>
                <c:pt idx="400">
                  <c:v>3.2873492963347113E-5</c:v>
                </c:pt>
                <c:pt idx="401">
                  <c:v>3.0052044445943551E-5</c:v>
                </c:pt>
                <c:pt idx="402">
                  <c:v>3.4584876679344997E-5</c:v>
                </c:pt>
                <c:pt idx="403">
                  <c:v>3.3270871029477601E-5</c:v>
                </c:pt>
                <c:pt idx="404">
                  <c:v>4.069501617753736E-5</c:v>
                </c:pt>
                <c:pt idx="405">
                  <c:v>4.1625667846187568E-5</c:v>
                </c:pt>
                <c:pt idx="406">
                  <c:v>4.5595194468486276E-5</c:v>
                </c:pt>
                <c:pt idx="407">
                  <c:v>4.4521227765717178E-5</c:v>
                </c:pt>
                <c:pt idx="408">
                  <c:v>5.1131636428158636E-5</c:v>
                </c:pt>
                <c:pt idx="409">
                  <c:v>5.8254258111883858E-5</c:v>
                </c:pt>
                <c:pt idx="410">
                  <c:v>5.768180553036468E-5</c:v>
                </c:pt>
                <c:pt idx="411">
                  <c:v>6.9567254795585692E-5</c:v>
                </c:pt>
                <c:pt idx="412">
                  <c:v>7.4316238805906688E-5</c:v>
                </c:pt>
                <c:pt idx="413">
                  <c:v>7.5802196427627206E-5</c:v>
                </c:pt>
                <c:pt idx="414">
                  <c:v>8.589978178877674E-5</c:v>
                </c:pt>
                <c:pt idx="415">
                  <c:v>8.9089201059660214E-5</c:v>
                </c:pt>
                <c:pt idx="416">
                  <c:v>1.0144360716131345E-4</c:v>
                </c:pt>
                <c:pt idx="417">
                  <c:v>1.0456321366961489E-4</c:v>
                </c:pt>
                <c:pt idx="418">
                  <c:v>1.1401940926634062E-4</c:v>
                </c:pt>
                <c:pt idx="419">
                  <c:v>1.2298701331598717E-4</c:v>
                </c:pt>
                <c:pt idx="420">
                  <c:v>1.2407396058191915E-4</c:v>
                </c:pt>
                <c:pt idx="421">
                  <c:v>1.4100197308424407E-4</c:v>
                </c:pt>
                <c:pt idx="422">
                  <c:v>1.4904266277717765E-4</c:v>
                </c:pt>
                <c:pt idx="423">
                  <c:v>1.468787541791328E-4</c:v>
                </c:pt>
                <c:pt idx="424">
                  <c:v>1.7078324065526913E-4</c:v>
                </c:pt>
                <c:pt idx="425">
                  <c:v>1.665952746291551E-4</c:v>
                </c:pt>
                <c:pt idx="426">
                  <c:v>1.7492961565246081E-4</c:v>
                </c:pt>
                <c:pt idx="427">
                  <c:v>1.8808326055765588E-4</c:v>
                </c:pt>
                <c:pt idx="428">
                  <c:v>1.898957714767357E-4</c:v>
                </c:pt>
                <c:pt idx="429">
                  <c:v>2.061509787432382E-4</c:v>
                </c:pt>
                <c:pt idx="430">
                  <c:v>2.0651051109158426E-4</c:v>
                </c:pt>
                <c:pt idx="431">
                  <c:v>2.1727415148995919E-4</c:v>
                </c:pt>
                <c:pt idx="432">
                  <c:v>2.3037438782740703E-4</c:v>
                </c:pt>
                <c:pt idx="433">
                  <c:v>2.2485990296398361E-4</c:v>
                </c:pt>
                <c:pt idx="434">
                  <c:v>2.2558650884915092E-4</c:v>
                </c:pt>
                <c:pt idx="435">
                  <c:v>2.4441689769985912E-4</c:v>
                </c:pt>
                <c:pt idx="436">
                  <c:v>2.4002131581252911E-4</c:v>
                </c:pt>
                <c:pt idx="437">
                  <c:v>2.4280022218587814E-4</c:v>
                </c:pt>
                <c:pt idx="438">
                  <c:v>2.4489494106178384E-4</c:v>
                </c:pt>
                <c:pt idx="439">
                  <c:v>2.4445967397112515E-4</c:v>
                </c:pt>
                <c:pt idx="440">
                  <c:v>2.4917270461803702E-4</c:v>
                </c:pt>
                <c:pt idx="441">
                  <c:v>2.5095084581780848E-4</c:v>
                </c:pt>
                <c:pt idx="442">
                  <c:v>2.3530729476206635E-4</c:v>
                </c:pt>
                <c:pt idx="443">
                  <c:v>2.3408632507539192E-4</c:v>
                </c:pt>
                <c:pt idx="444">
                  <c:v>2.2755708036598706E-4</c:v>
                </c:pt>
                <c:pt idx="445">
                  <c:v>2.2606833222171417E-4</c:v>
                </c:pt>
                <c:pt idx="446">
                  <c:v>2.2328261831625637E-4</c:v>
                </c:pt>
                <c:pt idx="447">
                  <c:v>2.1704255857949546E-4</c:v>
                </c:pt>
                <c:pt idx="448">
                  <c:v>2.0324597569732533E-4</c:v>
                </c:pt>
                <c:pt idx="449">
                  <c:v>2.0606008862844122E-4</c:v>
                </c:pt>
                <c:pt idx="450">
                  <c:v>1.9485851490605698E-4</c:v>
                </c:pt>
                <c:pt idx="451">
                  <c:v>1.9130496238381348E-4</c:v>
                </c:pt>
                <c:pt idx="452">
                  <c:v>1.7388560519074879E-4</c:v>
                </c:pt>
                <c:pt idx="453">
                  <c:v>1.6888379764521015E-4</c:v>
                </c:pt>
                <c:pt idx="454">
                  <c:v>1.6154687956902286E-4</c:v>
                </c:pt>
                <c:pt idx="455">
                  <c:v>1.4862611143757852E-4</c:v>
                </c:pt>
                <c:pt idx="456">
                  <c:v>1.4061831814476513E-4</c:v>
                </c:pt>
                <c:pt idx="457">
                  <c:v>1.3662622625813892E-4</c:v>
                </c:pt>
                <c:pt idx="458">
                  <c:v>1.2510428360866505E-4</c:v>
                </c:pt>
                <c:pt idx="459">
                  <c:v>1.1639986002161766E-4</c:v>
                </c:pt>
                <c:pt idx="460">
                  <c:v>1.1157202113329869E-4</c:v>
                </c:pt>
                <c:pt idx="461">
                  <c:v>1.1026177362409378E-4</c:v>
                </c:pt>
                <c:pt idx="462">
                  <c:v>9.9839914290828082E-5</c:v>
                </c:pt>
                <c:pt idx="463">
                  <c:v>9.2612361529024464E-5</c:v>
                </c:pt>
                <c:pt idx="464">
                  <c:v>8.6829093195323412E-5</c:v>
                </c:pt>
                <c:pt idx="465">
                  <c:v>7.9203726779645086E-5</c:v>
                </c:pt>
                <c:pt idx="466">
                  <c:v>8.0127949673566986E-5</c:v>
                </c:pt>
                <c:pt idx="467">
                  <c:v>7.4727052071158303E-5</c:v>
                </c:pt>
                <c:pt idx="468">
                  <c:v>7.3818085379037313E-5</c:v>
                </c:pt>
                <c:pt idx="469">
                  <c:v>6.7155065726544165E-5</c:v>
                </c:pt>
                <c:pt idx="470">
                  <c:v>6.7410449398891276E-5</c:v>
                </c:pt>
                <c:pt idx="471">
                  <c:v>6.6107491943649956E-5</c:v>
                </c:pt>
                <c:pt idx="472">
                  <c:v>6.3257815701539606E-5</c:v>
                </c:pt>
                <c:pt idx="473">
                  <c:v>6.0693944934667808E-5</c:v>
                </c:pt>
                <c:pt idx="474">
                  <c:v>6.0450406040160518E-5</c:v>
                </c:pt>
                <c:pt idx="475">
                  <c:v>6.5021863671299205E-5</c:v>
                </c:pt>
                <c:pt idx="476">
                  <c:v>6.9594131382895718E-5</c:v>
                </c:pt>
                <c:pt idx="477">
                  <c:v>6.8291699439070085E-5</c:v>
                </c:pt>
                <c:pt idx="478">
                  <c:v>7.2276672982028134E-5</c:v>
                </c:pt>
                <c:pt idx="479">
                  <c:v>7.3508197129649045E-5</c:v>
                </c:pt>
                <c:pt idx="480">
                  <c:v>7.9766925896269887E-5</c:v>
                </c:pt>
                <c:pt idx="481">
                  <c:v>8.8816226081448658E-5</c:v>
                </c:pt>
                <c:pt idx="482">
                  <c:v>9.161392708765753E-5</c:v>
                </c:pt>
                <c:pt idx="483">
                  <c:v>9.3572564058555185E-5</c:v>
                </c:pt>
                <c:pt idx="484">
                  <c:v>1.0273467384087296E-4</c:v>
                </c:pt>
                <c:pt idx="485">
                  <c:v>1.0549509237633787E-4</c:v>
                </c:pt>
                <c:pt idx="486">
                  <c:v>1.1450639495223043E-4</c:v>
                </c:pt>
                <c:pt idx="487">
                  <c:v>1.1786875662761618E-4</c:v>
                </c:pt>
                <c:pt idx="488">
                  <c:v>1.3604094243565827E-4</c:v>
                </c:pt>
                <c:pt idx="489">
                  <c:v>1.4519991362040889E-4</c:v>
                </c:pt>
                <c:pt idx="490">
                  <c:v>1.5507900412429574E-4</c:v>
                </c:pt>
                <c:pt idx="491">
                  <c:v>1.5736150682638827E-4</c:v>
                </c:pt>
                <c:pt idx="492">
                  <c:v>1.7497055703166614E-4</c:v>
                </c:pt>
                <c:pt idx="493">
                  <c:v>1.7949249306851804E-4</c:v>
                </c:pt>
                <c:pt idx="494">
                  <c:v>1.9481158116898596E-4</c:v>
                </c:pt>
                <c:pt idx="495">
                  <c:v>2.0654103533939713E-4</c:v>
                </c:pt>
                <c:pt idx="496">
                  <c:v>2.1864411531152665E-4</c:v>
                </c:pt>
                <c:pt idx="497">
                  <c:v>2.3526421170618584E-4</c:v>
                </c:pt>
                <c:pt idx="498">
                  <c:v>2.4594815328235476E-4</c:v>
                </c:pt>
                <c:pt idx="499">
                  <c:v>2.5957698251763444E-4</c:v>
                </c:pt>
                <c:pt idx="500">
                  <c:v>2.7820387035760118E-4</c:v>
                </c:pt>
                <c:pt idx="501">
                  <c:v>2.8869554135804514E-4</c:v>
                </c:pt>
                <c:pt idx="502">
                  <c:v>3.0817319878002479E-4</c:v>
                </c:pt>
                <c:pt idx="503">
                  <c:v>3.3203981078193346E-4</c:v>
                </c:pt>
                <c:pt idx="504">
                  <c:v>3.4026856593468021E-4</c:v>
                </c:pt>
                <c:pt idx="505">
                  <c:v>3.4088161716485646E-4</c:v>
                </c:pt>
                <c:pt idx="506">
                  <c:v>3.6530679220455275E-4</c:v>
                </c:pt>
                <c:pt idx="507">
                  <c:v>3.8934600631945315E-4</c:v>
                </c:pt>
                <c:pt idx="508">
                  <c:v>4.0127572556277347E-4</c:v>
                </c:pt>
                <c:pt idx="509">
                  <c:v>4.279754761733008E-4</c:v>
                </c:pt>
                <c:pt idx="510">
                  <c:v>0</c:v>
                </c:pt>
                <c:pt idx="511">
                  <c:v>0</c:v>
                </c:pt>
              </c:numCache>
            </c:numRef>
          </c:yVal>
          <c:smooth val="1"/>
          <c:extLst>
            <c:ext xmlns:c16="http://schemas.microsoft.com/office/drawing/2014/chart" uri="{C3380CC4-5D6E-409C-BE32-E72D297353CC}">
              <c16:uniqueId val="{00000001-8874-4642-85AA-D71BCF856A6C}"/>
            </c:ext>
          </c:extLst>
        </c:ser>
        <c:ser>
          <c:idx val="1"/>
          <c:order val="2"/>
          <c:tx>
            <c:strRef>
              <c:f>'calib_(2)'!$H$7</c:f>
              <c:strCache>
                <c:ptCount val="1"/>
                <c:pt idx="0">
                  <c:v>secondary</c:v>
                </c:pt>
              </c:strCache>
            </c:strRef>
          </c:tx>
          <c:spPr>
            <a:ln w="19046" cap="rnd">
              <a:solidFill>
                <a:schemeClr val="accent6"/>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'calib_(2)'!$H$8:$H$519</c:f>
              <c:numCache>
                <c:formatCode>General</c:formatCode>
                <c:ptCount val="512"/>
                <c:pt idx="0">
                  <c:v>0.15613666573137239</c:v>
                </c:pt>
                <c:pt idx="1">
                  <c:v>0.17370296510521249</c:v>
                </c:pt>
                <c:pt idx="2">
                  <c:v>0.18125313524097492</c:v>
                </c:pt>
                <c:pt idx="3">
                  <c:v>0.18656648887083743</c:v>
                </c:pt>
                <c:pt idx="4">
                  <c:v>0.18989351533117349</c:v>
                </c:pt>
                <c:pt idx="5">
                  <c:v>0.19249391688209661</c:v>
                </c:pt>
                <c:pt idx="6">
                  <c:v>0.19381637676421709</c:v>
                </c:pt>
                <c:pt idx="7">
                  <c:v>0.19215179880115466</c:v>
                </c:pt>
                <c:pt idx="8">
                  <c:v>0.19546774659468799</c:v>
                </c:pt>
                <c:pt idx="9">
                  <c:v>0.19598175036520868</c:v>
                </c:pt>
                <c:pt idx="10">
                  <c:v>0.19603471960446339</c:v>
                </c:pt>
                <c:pt idx="11">
                  <c:v>0.19682691764926186</c:v>
                </c:pt>
                <c:pt idx="12">
                  <c:v>0.19531355424897298</c:v>
                </c:pt>
                <c:pt idx="13">
                  <c:v>0.19467657722123291</c:v>
                </c:pt>
                <c:pt idx="14">
                  <c:v>0.19551143118231534</c:v>
                </c:pt>
                <c:pt idx="15">
                  <c:v>0.19392881858457495</c:v>
                </c:pt>
                <c:pt idx="16">
                  <c:v>0.19421580188936843</c:v>
                </c:pt>
                <c:pt idx="17">
                  <c:v>0.19256053340357429</c:v>
                </c:pt>
                <c:pt idx="18">
                  <c:v>0.19247773895688169</c:v>
                </c:pt>
                <c:pt idx="19">
                  <c:v>0.18992249360201569</c:v>
                </c:pt>
                <c:pt idx="20">
                  <c:v>0.19028623882712775</c:v>
                </c:pt>
                <c:pt idx="21">
                  <c:v>0.18986815505406812</c:v>
                </c:pt>
                <c:pt idx="22">
                  <c:v>0.18918303699268332</c:v>
                </c:pt>
                <c:pt idx="23">
                  <c:v>0.19359819233454204</c:v>
                </c:pt>
                <c:pt idx="24">
                  <c:v>0.19839879694814577</c:v>
                </c:pt>
                <c:pt idx="25">
                  <c:v>0.20517276801486348</c:v>
                </c:pt>
                <c:pt idx="26">
                  <c:v>0.20865559232210346</c:v>
                </c:pt>
                <c:pt idx="27">
                  <c:v>0.20991109350558715</c:v>
                </c:pt>
                <c:pt idx="28">
                  <c:v>0.20719035751632653</c:v>
                </c:pt>
                <c:pt idx="29">
                  <c:v>0.19979630565702461</c:v>
                </c:pt>
                <c:pt idx="30">
                  <c:v>0.19553222781018909</c:v>
                </c:pt>
                <c:pt idx="31">
                  <c:v>0.19291793122369619</c:v>
                </c:pt>
                <c:pt idx="32">
                  <c:v>0.18960834661798953</c:v>
                </c:pt>
                <c:pt idx="33">
                  <c:v>0.18659876116742463</c:v>
                </c:pt>
                <c:pt idx="34">
                  <c:v>0.18580643822881271</c:v>
                </c:pt>
                <c:pt idx="35">
                  <c:v>0.18582595579538194</c:v>
                </c:pt>
                <c:pt idx="36">
                  <c:v>0.18647809764762663</c:v>
                </c:pt>
                <c:pt idx="37">
                  <c:v>0.18841445073926896</c:v>
                </c:pt>
                <c:pt idx="38">
                  <c:v>0.19210894845210733</c:v>
                </c:pt>
                <c:pt idx="39">
                  <c:v>0.19690735085584293</c:v>
                </c:pt>
                <c:pt idx="40">
                  <c:v>0.20401734833015739</c:v>
                </c:pt>
                <c:pt idx="41">
                  <c:v>0.21135079625643466</c:v>
                </c:pt>
                <c:pt idx="42">
                  <c:v>0.21669150112684368</c:v>
                </c:pt>
                <c:pt idx="43">
                  <c:v>0.22385155292179834</c:v>
                </c:pt>
                <c:pt idx="44">
                  <c:v>0.22541289083201441</c:v>
                </c:pt>
                <c:pt idx="45">
                  <c:v>0.22636651380568079</c:v>
                </c:pt>
                <c:pt idx="46">
                  <c:v>0.22227200832944316</c:v>
                </c:pt>
                <c:pt idx="47">
                  <c:v>0.21721498812703557</c:v>
                </c:pt>
                <c:pt idx="48">
                  <c:v>0.21331606009736692</c:v>
                </c:pt>
                <c:pt idx="49">
                  <c:v>0.20965833145829268</c:v>
                </c:pt>
                <c:pt idx="50">
                  <c:v>0.207718292566269</c:v>
                </c:pt>
                <c:pt idx="51">
                  <c:v>0.20867291795285298</c:v>
                </c:pt>
                <c:pt idx="52">
                  <c:v>0.21268772541671141</c:v>
                </c:pt>
                <c:pt idx="53">
                  <c:v>0.21564498619111971</c:v>
                </c:pt>
                <c:pt idx="54">
                  <c:v>0.2180600576196213</c:v>
                </c:pt>
                <c:pt idx="55">
                  <c:v>0.22269869873470127</c:v>
                </c:pt>
                <c:pt idx="56">
                  <c:v>0.22581783400972236</c:v>
                </c:pt>
                <c:pt idx="57">
                  <c:v>0.2288733983469346</c:v>
                </c:pt>
                <c:pt idx="58">
                  <c:v>0.2313245937825171</c:v>
                </c:pt>
                <c:pt idx="59">
                  <c:v>0.23215867241448043</c:v>
                </c:pt>
                <c:pt idx="60">
                  <c:v>0.23467500101293737</c:v>
                </c:pt>
                <c:pt idx="61">
                  <c:v>0.23870113950668748</c:v>
                </c:pt>
                <c:pt idx="62">
                  <c:v>0.24618903230202363</c:v>
                </c:pt>
                <c:pt idx="63">
                  <c:v>0.25662096756025871</c:v>
                </c:pt>
                <c:pt idx="64">
                  <c:v>0.27244295257433776</c:v>
                </c:pt>
                <c:pt idx="65">
                  <c:v>0.29321346893356315</c:v>
                </c:pt>
                <c:pt idx="66">
                  <c:v>0.32392600431885155</c:v>
                </c:pt>
                <c:pt idx="67">
                  <c:v>0.36529583859651571</c:v>
                </c:pt>
                <c:pt idx="68">
                  <c:v>0.41418140254016433</c:v>
                </c:pt>
                <c:pt idx="69">
                  <c:v>0.46725064147808371</c:v>
                </c:pt>
                <c:pt idx="70">
                  <c:v>0.5203226156252464</c:v>
                </c:pt>
                <c:pt idx="71">
                  <c:v>0.57029458684202616</c:v>
                </c:pt>
                <c:pt idx="72">
                  <c:v>0.60590843912058312</c:v>
                </c:pt>
                <c:pt idx="73">
                  <c:v>0.62492495482321997</c:v>
                </c:pt>
                <c:pt idx="74">
                  <c:v>0.62274712571858726</c:v>
                </c:pt>
                <c:pt idx="75">
                  <c:v>0.60827061991568976</c:v>
                </c:pt>
                <c:pt idx="76">
                  <c:v>0.57734801166906746</c:v>
                </c:pt>
                <c:pt idx="77">
                  <c:v>0.5399298295809134</c:v>
                </c:pt>
                <c:pt idx="78">
                  <c:v>0.50568628709577368</c:v>
                </c:pt>
                <c:pt idx="79">
                  <c:v>0.47875296154725011</c:v>
                </c:pt>
                <c:pt idx="80">
                  <c:v>0.45884770787020174</c:v>
                </c:pt>
                <c:pt idx="81">
                  <c:v>0.44854201533359017</c:v>
                </c:pt>
                <c:pt idx="82">
                  <c:v>0.44344386942697156</c:v>
                </c:pt>
                <c:pt idx="83">
                  <c:v>0.44259259044622101</c:v>
                </c:pt>
                <c:pt idx="84">
                  <c:v>0.43716808494692933</c:v>
                </c:pt>
                <c:pt idx="85">
                  <c:v>0.42769020948584757</c:v>
                </c:pt>
                <c:pt idx="86">
                  <c:v>0.41717739715970331</c:v>
                </c:pt>
                <c:pt idx="87">
                  <c:v>0.40080029196542816</c:v>
                </c:pt>
                <c:pt idx="88">
                  <c:v>0.38169426230306391</c:v>
                </c:pt>
                <c:pt idx="89">
                  <c:v>0.36082383647360916</c:v>
                </c:pt>
                <c:pt idx="90">
                  <c:v>0.34277612046391559</c:v>
                </c:pt>
                <c:pt idx="91">
                  <c:v>0.32532593787566733</c:v>
                </c:pt>
                <c:pt idx="92">
                  <c:v>0.31199288426485555</c:v>
                </c:pt>
                <c:pt idx="93">
                  <c:v>0.30134891516965201</c:v>
                </c:pt>
                <c:pt idx="94">
                  <c:v>0.29433374759852138</c:v>
                </c:pt>
                <c:pt idx="95">
                  <c:v>0.29022918482014859</c:v>
                </c:pt>
                <c:pt idx="96">
                  <c:v>0.28694877385495599</c:v>
                </c:pt>
                <c:pt idx="97">
                  <c:v>0.28682563996497984</c:v>
                </c:pt>
                <c:pt idx="98">
                  <c:v>0.28511861422534407</c:v>
                </c:pt>
                <c:pt idx="99">
                  <c:v>0.28553012565201574</c:v>
                </c:pt>
                <c:pt idx="100">
                  <c:v>0.28495012787027585</c:v>
                </c:pt>
                <c:pt idx="101">
                  <c:v>0.28578520420458031</c:v>
                </c:pt>
                <c:pt idx="102">
                  <c:v>0.28488281464030474</c:v>
                </c:pt>
                <c:pt idx="103">
                  <c:v>0.28265831367285787</c:v>
                </c:pt>
                <c:pt idx="104">
                  <c:v>0.2832808563148988</c:v>
                </c:pt>
                <c:pt idx="105">
                  <c:v>0.28129169538633636</c:v>
                </c:pt>
                <c:pt idx="106">
                  <c:v>0.28099780707151689</c:v>
                </c:pt>
                <c:pt idx="107">
                  <c:v>0.28001093924359788</c:v>
                </c:pt>
                <c:pt idx="108">
                  <c:v>0.27691620495184965</c:v>
                </c:pt>
                <c:pt idx="109">
                  <c:v>0.27841674065385702</c:v>
                </c:pt>
                <c:pt idx="110">
                  <c:v>0.27645404444446064</c:v>
                </c:pt>
                <c:pt idx="111">
                  <c:v>0.27617063923940444</c:v>
                </c:pt>
                <c:pt idx="112">
                  <c:v>0.27446706765580425</c:v>
                </c:pt>
                <c:pt idx="113">
                  <c:v>0.27528462756498773</c:v>
                </c:pt>
                <c:pt idx="114">
                  <c:v>0.274907767829561</c:v>
                </c:pt>
                <c:pt idx="115">
                  <c:v>0.27523006684341089</c:v>
                </c:pt>
                <c:pt idx="116">
                  <c:v>0.27448828526701557</c:v>
                </c:pt>
                <c:pt idx="117">
                  <c:v>0.27446200073798888</c:v>
                </c:pt>
                <c:pt idx="118">
                  <c:v>0.27437941630992613</c:v>
                </c:pt>
                <c:pt idx="119">
                  <c:v>0.27647081816891689</c:v>
                </c:pt>
                <c:pt idx="120">
                  <c:v>0.27668186901969927</c:v>
                </c:pt>
                <c:pt idx="121">
                  <c:v>0.27795291204932676</c:v>
                </c:pt>
                <c:pt idx="122">
                  <c:v>0.27849238249573016</c:v>
                </c:pt>
                <c:pt idx="123">
                  <c:v>0.28087665867452416</c:v>
                </c:pt>
                <c:pt idx="124">
                  <c:v>0.28247810611294405</c:v>
                </c:pt>
                <c:pt idx="125">
                  <c:v>0.28656159018469451</c:v>
                </c:pt>
                <c:pt idx="126">
                  <c:v>0.28427134577162883</c:v>
                </c:pt>
                <c:pt idx="127">
                  <c:v>0.28785875822940488</c:v>
                </c:pt>
                <c:pt idx="128">
                  <c:v>0.28879153294309157</c:v>
                </c:pt>
                <c:pt idx="129">
                  <c:v>0.28961638861350136</c:v>
                </c:pt>
                <c:pt idx="130">
                  <c:v>0.29214168125007878</c:v>
                </c:pt>
                <c:pt idx="131">
                  <c:v>0.29276195749160183</c:v>
                </c:pt>
                <c:pt idx="132">
                  <c:v>0.29507263073167761</c:v>
                </c:pt>
                <c:pt idx="133">
                  <c:v>0.29717666475928861</c:v>
                </c:pt>
                <c:pt idx="134">
                  <c:v>0.29606235094682021</c:v>
                </c:pt>
                <c:pt idx="135">
                  <c:v>0.29835187396553087</c:v>
                </c:pt>
                <c:pt idx="136">
                  <c:v>0.29911567368066649</c:v>
                </c:pt>
                <c:pt idx="137">
                  <c:v>0.30203281883788846</c:v>
                </c:pt>
                <c:pt idx="138">
                  <c:v>0.30446182730856514</c:v>
                </c:pt>
                <c:pt idx="139">
                  <c:v>0.30606018100247068</c:v>
                </c:pt>
                <c:pt idx="140">
                  <c:v>0.3098828380782544</c:v>
                </c:pt>
                <c:pt idx="141">
                  <c:v>0.31514096271326975</c:v>
                </c:pt>
                <c:pt idx="142">
                  <c:v>0.3187373684843261</c:v>
                </c:pt>
                <c:pt idx="143">
                  <c:v>0.32576604329748315</c:v>
                </c:pt>
                <c:pt idx="144">
                  <c:v>0.33521242896809383</c:v>
                </c:pt>
                <c:pt idx="145">
                  <c:v>0.34288120037048392</c:v>
                </c:pt>
                <c:pt idx="146">
                  <c:v>0.35495550598261078</c:v>
                </c:pt>
                <c:pt idx="147">
                  <c:v>0.36838689394688895</c:v>
                </c:pt>
                <c:pt idx="148">
                  <c:v>0.38047267880912294</c:v>
                </c:pt>
                <c:pt idx="149">
                  <c:v>0.39677025328449889</c:v>
                </c:pt>
                <c:pt idx="150">
                  <c:v>0.41259495056866874</c:v>
                </c:pt>
                <c:pt idx="151">
                  <c:v>0.43066633990533398</c:v>
                </c:pt>
                <c:pt idx="152">
                  <c:v>0.44654519953084887</c:v>
                </c:pt>
                <c:pt idx="153">
                  <c:v>0.46262921429994475</c:v>
                </c:pt>
                <c:pt idx="154">
                  <c:v>0.47864030515991918</c:v>
                </c:pt>
                <c:pt idx="155">
                  <c:v>0.49302909789849514</c:v>
                </c:pt>
                <c:pt idx="156">
                  <c:v>0.5044674087472083</c:v>
                </c:pt>
                <c:pt idx="157">
                  <c:v>0.51174734608559824</c:v>
                </c:pt>
                <c:pt idx="158">
                  <c:v>0.51675054258759867</c:v>
                </c:pt>
                <c:pt idx="159">
                  <c:v>0.51799230239295957</c:v>
                </c:pt>
                <c:pt idx="160">
                  <c:v>0.51649652744204122</c:v>
                </c:pt>
                <c:pt idx="161">
                  <c:v>0.50996819344891442</c:v>
                </c:pt>
                <c:pt idx="162">
                  <c:v>0.50271128344575455</c:v>
                </c:pt>
                <c:pt idx="163">
                  <c:v>0.49365283265321996</c:v>
                </c:pt>
                <c:pt idx="164">
                  <c:v>0.48409187256314334</c:v>
                </c:pt>
                <c:pt idx="165">
                  <c:v>0.47248373444449188</c:v>
                </c:pt>
                <c:pt idx="166">
                  <c:v>0.46389692998378051</c:v>
                </c:pt>
                <c:pt idx="167">
                  <c:v>0.45354733265408242</c:v>
                </c:pt>
                <c:pt idx="168">
                  <c:v>0.4461580344806364</c:v>
                </c:pt>
                <c:pt idx="169">
                  <c:v>0.44054066783905654</c:v>
                </c:pt>
                <c:pt idx="170">
                  <c:v>0.43326378592951531</c:v>
                </c:pt>
                <c:pt idx="171">
                  <c:v>0.43060630748963319</c:v>
                </c:pt>
                <c:pt idx="172">
                  <c:v>0.42742338602362151</c:v>
                </c:pt>
                <c:pt idx="173">
                  <c:v>0.42696812377757559</c:v>
                </c:pt>
                <c:pt idx="174">
                  <c:v>0.42580046935611593</c:v>
                </c:pt>
                <c:pt idx="175">
                  <c:v>0.42274506701262987</c:v>
                </c:pt>
                <c:pt idx="176">
                  <c:v>0.42215183227172992</c:v>
                </c:pt>
                <c:pt idx="177">
                  <c:v>0.42135992924887711</c:v>
                </c:pt>
                <c:pt idx="178">
                  <c:v>0.42166381658796881</c:v>
                </c:pt>
                <c:pt idx="179">
                  <c:v>0.41901489168274331</c:v>
                </c:pt>
                <c:pt idx="180">
                  <c:v>0.41461565493936209</c:v>
                </c:pt>
                <c:pt idx="181">
                  <c:v>0.41139960630253392</c:v>
                </c:pt>
                <c:pt idx="182">
                  <c:v>0.40846584424740195</c:v>
                </c:pt>
                <c:pt idx="183">
                  <c:v>0.40463457725536423</c:v>
                </c:pt>
                <c:pt idx="184">
                  <c:v>0.40117075415927567</c:v>
                </c:pt>
                <c:pt idx="185">
                  <c:v>0.39561010589591977</c:v>
                </c:pt>
                <c:pt idx="186">
                  <c:v>0.39095473460476177</c:v>
                </c:pt>
                <c:pt idx="187">
                  <c:v>0.38507213599372359</c:v>
                </c:pt>
                <c:pt idx="188">
                  <c:v>0.3797905666198359</c:v>
                </c:pt>
                <c:pt idx="189">
                  <c:v>0.37466726022732438</c:v>
                </c:pt>
                <c:pt idx="190">
                  <c:v>0.36933127922623332</c:v>
                </c:pt>
                <c:pt idx="191">
                  <c:v>0.36418129553133866</c:v>
                </c:pt>
                <c:pt idx="192">
                  <c:v>0.3587488552233461</c:v>
                </c:pt>
                <c:pt idx="193">
                  <c:v>0.35252555063889512</c:v>
                </c:pt>
                <c:pt idx="194">
                  <c:v>0.34792835909107478</c:v>
                </c:pt>
                <c:pt idx="195">
                  <c:v>0.34249440000773546</c:v>
                </c:pt>
                <c:pt idx="196">
                  <c:v>0.33789083340010156</c:v>
                </c:pt>
                <c:pt idx="197">
                  <c:v>0.33207355697288315</c:v>
                </c:pt>
                <c:pt idx="198">
                  <c:v>0.32703491892984271</c:v>
                </c:pt>
                <c:pt idx="199">
                  <c:v>0.3218307704393481</c:v>
                </c:pt>
                <c:pt idx="200">
                  <c:v>0.31940498925709188</c:v>
                </c:pt>
                <c:pt idx="201">
                  <c:v>0.31458715805878334</c:v>
                </c:pt>
                <c:pt idx="202">
                  <c:v>0.30719393386101446</c:v>
                </c:pt>
                <c:pt idx="203">
                  <c:v>0.30301188574897542</c:v>
                </c:pt>
                <c:pt idx="204">
                  <c:v>0.29973821069254869</c:v>
                </c:pt>
                <c:pt idx="205">
                  <c:v>0.29622815000186031</c:v>
                </c:pt>
                <c:pt idx="206">
                  <c:v>0.29240330295961536</c:v>
                </c:pt>
                <c:pt idx="207">
                  <c:v>0.28801686764131906</c:v>
                </c:pt>
                <c:pt idx="208">
                  <c:v>0.2835393067274421</c:v>
                </c:pt>
                <c:pt idx="209">
                  <c:v>0.280630474105724</c:v>
                </c:pt>
                <c:pt idx="210">
                  <c:v>0.27554104305711669</c:v>
                </c:pt>
                <c:pt idx="211">
                  <c:v>0.2730694718220239</c:v>
                </c:pt>
                <c:pt idx="212">
                  <c:v>0.26932123827151033</c:v>
                </c:pt>
                <c:pt idx="213">
                  <c:v>0.26580767860773968</c:v>
                </c:pt>
                <c:pt idx="214">
                  <c:v>0.26280216319566962</c:v>
                </c:pt>
                <c:pt idx="215">
                  <c:v>0.26040079699682894</c:v>
                </c:pt>
                <c:pt idx="216">
                  <c:v>0.25755886566931696</c:v>
                </c:pt>
                <c:pt idx="217">
                  <c:v>0.25268881167109081</c:v>
                </c:pt>
                <c:pt idx="218">
                  <c:v>0.25227908056347204</c:v>
                </c:pt>
                <c:pt idx="219">
                  <c:v>0.24906181734483465</c:v>
                </c:pt>
                <c:pt idx="220">
                  <c:v>0.24689430179826868</c:v>
                </c:pt>
                <c:pt idx="221">
                  <c:v>0.24409000777639892</c:v>
                </c:pt>
                <c:pt idx="222">
                  <c:v>0.24267394014195043</c:v>
                </c:pt>
                <c:pt idx="223">
                  <c:v>0.24133825916866267</c:v>
                </c:pt>
                <c:pt idx="224">
                  <c:v>0.23867760175623054</c:v>
                </c:pt>
                <c:pt idx="225">
                  <c:v>0.23575268853631703</c:v>
                </c:pt>
                <c:pt idx="226">
                  <c:v>0.23266929604683576</c:v>
                </c:pt>
                <c:pt idx="227">
                  <c:v>0.23349420192946155</c:v>
                </c:pt>
                <c:pt idx="228">
                  <c:v>0.23137538103990157</c:v>
                </c:pt>
                <c:pt idx="229">
                  <c:v>0.22737047460363066</c:v>
                </c:pt>
                <c:pt idx="230">
                  <c:v>0.22767252152709483</c:v>
                </c:pt>
                <c:pt idx="231">
                  <c:v>0.22668893705580473</c:v>
                </c:pt>
                <c:pt idx="232">
                  <c:v>0.22426961326274836</c:v>
                </c:pt>
                <c:pt idx="233">
                  <c:v>0.22180707657896107</c:v>
                </c:pt>
                <c:pt idx="234">
                  <c:v>0.22202840610828717</c:v>
                </c:pt>
                <c:pt idx="235">
                  <c:v>0.220663197611116</c:v>
                </c:pt>
                <c:pt idx="236">
                  <c:v>0.21907962714133444</c:v>
                </c:pt>
                <c:pt idx="237">
                  <c:v>0.21924113542937973</c:v>
                </c:pt>
                <c:pt idx="238">
                  <c:v>0.21766281695261766</c:v>
                </c:pt>
                <c:pt idx="239">
                  <c:v>0.2168079628563894</c:v>
                </c:pt>
                <c:pt idx="240">
                  <c:v>0.21683143169780045</c:v>
                </c:pt>
                <c:pt idx="241">
                  <c:v>0.21505223960814629</c:v>
                </c:pt>
                <c:pt idx="242">
                  <c:v>0.21525094632715486</c:v>
                </c:pt>
                <c:pt idx="243">
                  <c:v>0.21378784999934786</c:v>
                </c:pt>
                <c:pt idx="244">
                  <c:v>0.21293181885424581</c:v>
                </c:pt>
                <c:pt idx="245">
                  <c:v>0.21183385537976424</c:v>
                </c:pt>
                <c:pt idx="246">
                  <c:v>0.21200431571206368</c:v>
                </c:pt>
                <c:pt idx="247">
                  <c:v>0.21048386423817503</c:v>
                </c:pt>
                <c:pt idx="248">
                  <c:v>0.20892112842851393</c:v>
                </c:pt>
                <c:pt idx="249">
                  <c:v>0.20732124967060711</c:v>
                </c:pt>
                <c:pt idx="250">
                  <c:v>0.20733310200575336</c:v>
                </c:pt>
                <c:pt idx="251">
                  <c:v>0.2070483072997647</c:v>
                </c:pt>
                <c:pt idx="252">
                  <c:v>0.20572107473669671</c:v>
                </c:pt>
                <c:pt idx="253">
                  <c:v>0.20541298647074133</c:v>
                </c:pt>
                <c:pt idx="254">
                  <c:v>0.20523478470829179</c:v>
                </c:pt>
                <c:pt idx="255">
                  <c:v>0.20333496964008665</c:v>
                </c:pt>
                <c:pt idx="256">
                  <c:v>0.20267418112438268</c:v>
                </c:pt>
                <c:pt idx="257">
                  <c:v>0.20073887430373127</c:v>
                </c:pt>
                <c:pt idx="258">
                  <c:v>0.20005514755680837</c:v>
                </c:pt>
                <c:pt idx="259">
                  <c:v>0.20010259464940663</c:v>
                </c:pt>
                <c:pt idx="260">
                  <c:v>0.19861079343265173</c:v>
                </c:pt>
                <c:pt idx="261">
                  <c:v>0.20108690539737287</c:v>
                </c:pt>
                <c:pt idx="262">
                  <c:v>0.19794225145978453</c:v>
                </c:pt>
                <c:pt idx="263">
                  <c:v>0.19858255945115116</c:v>
                </c:pt>
                <c:pt idx="264">
                  <c:v>0.19602868914577004</c:v>
                </c:pt>
                <c:pt idx="265">
                  <c:v>0.19738149037388192</c:v>
                </c:pt>
                <c:pt idx="266">
                  <c:v>0.1964766204380749</c:v>
                </c:pt>
                <c:pt idx="267">
                  <c:v>0.19769568302820922</c:v>
                </c:pt>
                <c:pt idx="268">
                  <c:v>0.19586227438155265</c:v>
                </c:pt>
                <c:pt idx="269">
                  <c:v>0.19745928766802029</c:v>
                </c:pt>
                <c:pt idx="270">
                  <c:v>0.19552921109463212</c:v>
                </c:pt>
                <c:pt idx="271">
                  <c:v>0.19588243865769922</c:v>
                </c:pt>
                <c:pt idx="272">
                  <c:v>0.19553038715708831</c:v>
                </c:pt>
                <c:pt idx="273">
                  <c:v>0.19493578824905552</c:v>
                </c:pt>
                <c:pt idx="274">
                  <c:v>0.19461405614912969</c:v>
                </c:pt>
                <c:pt idx="275">
                  <c:v>0.19492014680010944</c:v>
                </c:pt>
                <c:pt idx="276">
                  <c:v>0.19315969149825318</c:v>
                </c:pt>
                <c:pt idx="277">
                  <c:v>0.19445895116960699</c:v>
                </c:pt>
                <c:pt idx="278">
                  <c:v>0.19176567055695548</c:v>
                </c:pt>
                <c:pt idx="279">
                  <c:v>0.19150765003740211</c:v>
                </c:pt>
                <c:pt idx="280">
                  <c:v>0.19192833349278438</c:v>
                </c:pt>
                <c:pt idx="281">
                  <c:v>0.18857664461523177</c:v>
                </c:pt>
                <c:pt idx="282">
                  <c:v>0.18745757532822688</c:v>
                </c:pt>
                <c:pt idx="283">
                  <c:v>0.18653804418798819</c:v>
                </c:pt>
                <c:pt idx="284">
                  <c:v>0.18646939225899767</c:v>
                </c:pt>
                <c:pt idx="285">
                  <c:v>0.18438302962584729</c:v>
                </c:pt>
                <c:pt idx="286">
                  <c:v>0.18463621110418887</c:v>
                </c:pt>
                <c:pt idx="287">
                  <c:v>0.18321911751439141</c:v>
                </c:pt>
                <c:pt idx="288">
                  <c:v>0.18268033867689037</c:v>
                </c:pt>
                <c:pt idx="289">
                  <c:v>0.1805673968186724</c:v>
                </c:pt>
                <c:pt idx="290">
                  <c:v>0.18064390203197211</c:v>
                </c:pt>
                <c:pt idx="291">
                  <c:v>0.17850638176639411</c:v>
                </c:pt>
                <c:pt idx="292">
                  <c:v>0.17759355285044104</c:v>
                </c:pt>
                <c:pt idx="293">
                  <c:v>0.17657302422463997</c:v>
                </c:pt>
                <c:pt idx="294">
                  <c:v>0.17548165225130571</c:v>
                </c:pt>
                <c:pt idx="295">
                  <c:v>0.17502097282961004</c:v>
                </c:pt>
                <c:pt idx="296">
                  <c:v>0.17359201262702562</c:v>
                </c:pt>
                <c:pt idx="297">
                  <c:v>0.17474412007403861</c:v>
                </c:pt>
                <c:pt idx="298">
                  <c:v>0.17315070209257161</c:v>
                </c:pt>
                <c:pt idx="299">
                  <c:v>0.17236129062029329</c:v>
                </c:pt>
                <c:pt idx="300">
                  <c:v>0.17206456910625353</c:v>
                </c:pt>
                <c:pt idx="301">
                  <c:v>0.17265654609376416</c:v>
                </c:pt>
                <c:pt idx="302">
                  <c:v>0.17206460922325736</c:v>
                </c:pt>
                <c:pt idx="303">
                  <c:v>0.17257653488763633</c:v>
                </c:pt>
                <c:pt idx="304">
                  <c:v>0.172591524563391</c:v>
                </c:pt>
                <c:pt idx="305">
                  <c:v>0.1731954851364986</c:v>
                </c:pt>
                <c:pt idx="306">
                  <c:v>0.17506914001733759</c:v>
                </c:pt>
                <c:pt idx="307">
                  <c:v>0.17290579219736477</c:v>
                </c:pt>
                <c:pt idx="308">
                  <c:v>0.17414763514793802</c:v>
                </c:pt>
                <c:pt idx="309">
                  <c:v>0.17388569924684438</c:v>
                </c:pt>
                <c:pt idx="310">
                  <c:v>0.17588497211685949</c:v>
                </c:pt>
                <c:pt idx="311">
                  <c:v>0.17517146073068526</c:v>
                </c:pt>
                <c:pt idx="312">
                  <c:v>0.17607976618692145</c:v>
                </c:pt>
                <c:pt idx="313">
                  <c:v>0.17667909161465789</c:v>
                </c:pt>
                <c:pt idx="314">
                  <c:v>0.17829961147809964</c:v>
                </c:pt>
                <c:pt idx="315">
                  <c:v>0.17861827388060936</c:v>
                </c:pt>
                <c:pt idx="316">
                  <c:v>0.1809519908849718</c:v>
                </c:pt>
                <c:pt idx="317">
                  <c:v>0.17969728318735498</c:v>
                </c:pt>
                <c:pt idx="318">
                  <c:v>0.18172634379365821</c:v>
                </c:pt>
                <c:pt idx="319">
                  <c:v>0.18404955414678925</c:v>
                </c:pt>
                <c:pt idx="320">
                  <c:v>0.18365907136693127</c:v>
                </c:pt>
                <c:pt idx="321">
                  <c:v>0.18582913614157276</c:v>
                </c:pt>
                <c:pt idx="322">
                  <c:v>0.18724732753334639</c:v>
                </c:pt>
                <c:pt idx="323">
                  <c:v>0.18733044023885298</c:v>
                </c:pt>
                <c:pt idx="324">
                  <c:v>0.19104984289312307</c:v>
                </c:pt>
                <c:pt idx="325">
                  <c:v>0.19061828684106413</c:v>
                </c:pt>
                <c:pt idx="326">
                  <c:v>0.19098845186672703</c:v>
                </c:pt>
                <c:pt idx="327">
                  <c:v>0.19434037069151777</c:v>
                </c:pt>
                <c:pt idx="328">
                  <c:v>0.19553223438276779</c:v>
                </c:pt>
                <c:pt idx="329">
                  <c:v>0.19587058471907162</c:v>
                </c:pt>
                <c:pt idx="330">
                  <c:v>0.19802322438488767</c:v>
                </c:pt>
                <c:pt idx="331">
                  <c:v>0.19918000525306406</c:v>
                </c:pt>
                <c:pt idx="332">
                  <c:v>0.20076657498501299</c:v>
                </c:pt>
                <c:pt idx="333">
                  <c:v>0.20268622444741763</c:v>
                </c:pt>
                <c:pt idx="334">
                  <c:v>0.20378930931754063</c:v>
                </c:pt>
                <c:pt idx="335">
                  <c:v>0.20318622775634443</c:v>
                </c:pt>
                <c:pt idx="336">
                  <c:v>0.2055846188320776</c:v>
                </c:pt>
                <c:pt idx="337">
                  <c:v>0.20523375634195826</c:v>
                </c:pt>
                <c:pt idx="338">
                  <c:v>0.20734547093518743</c:v>
                </c:pt>
                <c:pt idx="339">
                  <c:v>0.20772216040083791</c:v>
                </c:pt>
                <c:pt idx="340">
                  <c:v>0.20709639778420891</c:v>
                </c:pt>
                <c:pt idx="341">
                  <c:v>0.2077268896042215</c:v>
                </c:pt>
                <c:pt idx="342">
                  <c:v>0.20690337175095821</c:v>
                </c:pt>
                <c:pt idx="343">
                  <c:v>0.20527059478867274</c:v>
                </c:pt>
                <c:pt idx="344">
                  <c:v>0.20452079882204044</c:v>
                </c:pt>
                <c:pt idx="345">
                  <c:v>0.20290985010217297</c:v>
                </c:pt>
                <c:pt idx="346">
                  <c:v>0.20177416120514047</c:v>
                </c:pt>
                <c:pt idx="347">
                  <c:v>0.1987375269904158</c:v>
                </c:pt>
                <c:pt idx="348">
                  <c:v>0.19653447095795959</c:v>
                </c:pt>
                <c:pt idx="349">
                  <c:v>0.19427924238263802</c:v>
                </c:pt>
                <c:pt idx="350">
                  <c:v>0.1932414415733319</c:v>
                </c:pt>
                <c:pt idx="351">
                  <c:v>0.18926938676786814</c:v>
                </c:pt>
                <c:pt idx="352">
                  <c:v>0.18602186888986522</c:v>
                </c:pt>
                <c:pt idx="353">
                  <c:v>0.18122130456245422</c:v>
                </c:pt>
                <c:pt idx="354">
                  <c:v>0.17885969474378657</c:v>
                </c:pt>
                <c:pt idx="355">
                  <c:v>0.17519424913083376</c:v>
                </c:pt>
                <c:pt idx="356">
                  <c:v>0.17107820482658834</c:v>
                </c:pt>
                <c:pt idx="357">
                  <c:v>0.16627092675754426</c:v>
                </c:pt>
                <c:pt idx="358">
                  <c:v>0.16272470401098271</c:v>
                </c:pt>
                <c:pt idx="359">
                  <c:v>0.15831692206465919</c:v>
                </c:pt>
                <c:pt idx="360">
                  <c:v>0.15401087004641451</c:v>
                </c:pt>
                <c:pt idx="361">
                  <c:v>0.15026367889017833</c:v>
                </c:pt>
                <c:pt idx="362">
                  <c:v>0.14637883908637817</c:v>
                </c:pt>
                <c:pt idx="363">
                  <c:v>0.14233831340407943</c:v>
                </c:pt>
                <c:pt idx="364">
                  <c:v>0.13787956910877289</c:v>
                </c:pt>
                <c:pt idx="365">
                  <c:v>0.135203753999557</c:v>
                </c:pt>
                <c:pt idx="366">
                  <c:v>0.13203688536082173</c:v>
                </c:pt>
                <c:pt idx="367">
                  <c:v>0.12865396052053063</c:v>
                </c:pt>
                <c:pt idx="368">
                  <c:v>0.12450608332884497</c:v>
                </c:pt>
                <c:pt idx="369">
                  <c:v>0.12182541747935263</c:v>
                </c:pt>
                <c:pt idx="370">
                  <c:v>0.11863180469819073</c:v>
                </c:pt>
                <c:pt idx="371">
                  <c:v>0.11548125992252802</c:v>
                </c:pt>
                <c:pt idx="372">
                  <c:v>0.11407897563364974</c:v>
                </c:pt>
                <c:pt idx="373">
                  <c:v>0.11137059677377037</c:v>
                </c:pt>
                <c:pt idx="374">
                  <c:v>0.10919916826370724</c:v>
                </c:pt>
                <c:pt idx="375">
                  <c:v>0.10661878324465716</c:v>
                </c:pt>
                <c:pt idx="376">
                  <c:v>0.10618228536514067</c:v>
                </c:pt>
                <c:pt idx="377">
                  <c:v>0.10445373153081039</c:v>
                </c:pt>
                <c:pt idx="378">
                  <c:v>0.10261141380841204</c:v>
                </c:pt>
                <c:pt idx="379">
                  <c:v>0.10157464407079819</c:v>
                </c:pt>
                <c:pt idx="380">
                  <c:v>9.8982355754675372E-2</c:v>
                </c:pt>
                <c:pt idx="381">
                  <c:v>9.9889912024512736E-2</c:v>
                </c:pt>
                <c:pt idx="382">
                  <c:v>9.7373404154333848E-2</c:v>
                </c:pt>
                <c:pt idx="383">
                  <c:v>9.668609923823919E-2</c:v>
                </c:pt>
                <c:pt idx="384">
                  <c:v>9.6713449435386775E-2</c:v>
                </c:pt>
                <c:pt idx="385">
                  <c:v>9.5663286173394743E-2</c:v>
                </c:pt>
                <c:pt idx="386">
                  <c:v>9.4715742888544202E-2</c:v>
                </c:pt>
                <c:pt idx="387">
                  <c:v>9.3894533962387422E-2</c:v>
                </c:pt>
                <c:pt idx="388">
                  <c:v>9.4785887436663441E-2</c:v>
                </c:pt>
                <c:pt idx="389">
                  <c:v>9.3353955958555848E-2</c:v>
                </c:pt>
                <c:pt idx="390">
                  <c:v>9.3726881555092206E-2</c:v>
                </c:pt>
                <c:pt idx="391">
                  <c:v>9.3052759624476483E-2</c:v>
                </c:pt>
                <c:pt idx="392">
                  <c:v>9.3186485618155179E-2</c:v>
                </c:pt>
                <c:pt idx="393">
                  <c:v>9.2916912766136242E-2</c:v>
                </c:pt>
                <c:pt idx="394">
                  <c:v>9.2537483845357024E-2</c:v>
                </c:pt>
                <c:pt idx="395">
                  <c:v>9.2962189461441552E-2</c:v>
                </c:pt>
                <c:pt idx="396">
                  <c:v>9.3383753707877479E-2</c:v>
                </c:pt>
                <c:pt idx="397">
                  <c:v>9.2653740166589463E-2</c:v>
                </c:pt>
                <c:pt idx="398">
                  <c:v>9.4064765407421397E-2</c:v>
                </c:pt>
                <c:pt idx="399">
                  <c:v>9.3381376394693724E-2</c:v>
                </c:pt>
                <c:pt idx="400">
                  <c:v>9.5627274290620415E-2</c:v>
                </c:pt>
                <c:pt idx="401">
                  <c:v>9.5051727825197607E-2</c:v>
                </c:pt>
                <c:pt idx="402">
                  <c:v>9.579710097655883E-2</c:v>
                </c:pt>
                <c:pt idx="403">
                  <c:v>9.5715506584992241E-2</c:v>
                </c:pt>
                <c:pt idx="404">
                  <c:v>9.7668269741876521E-2</c:v>
                </c:pt>
                <c:pt idx="405">
                  <c:v>9.9481317135611202E-2</c:v>
                </c:pt>
                <c:pt idx="406">
                  <c:v>0.10170856270641707</c:v>
                </c:pt>
                <c:pt idx="407">
                  <c:v>0.10155194196068916</c:v>
                </c:pt>
                <c:pt idx="408">
                  <c:v>0.10426965055513424</c:v>
                </c:pt>
                <c:pt idx="409">
                  <c:v>0.10578087730061043</c:v>
                </c:pt>
                <c:pt idx="410">
                  <c:v>0.10774974570867044</c:v>
                </c:pt>
                <c:pt idx="411">
                  <c:v>0.10950323056016635</c:v>
                </c:pt>
                <c:pt idx="412">
                  <c:v>0.11161757205620056</c:v>
                </c:pt>
                <c:pt idx="413">
                  <c:v>0.11559680257067415</c:v>
                </c:pt>
                <c:pt idx="414">
                  <c:v>0.11706868898666568</c:v>
                </c:pt>
                <c:pt idx="415">
                  <c:v>0.12108621372309966</c:v>
                </c:pt>
                <c:pt idx="416">
                  <c:v>0.12375640200290693</c:v>
                </c:pt>
                <c:pt idx="417">
                  <c:v>0.12798077399740765</c:v>
                </c:pt>
                <c:pt idx="418">
                  <c:v>0.13157434587251737</c:v>
                </c:pt>
                <c:pt idx="419">
                  <c:v>0.13490104925779067</c:v>
                </c:pt>
                <c:pt idx="420">
                  <c:v>0.13939919650052437</c:v>
                </c:pt>
                <c:pt idx="421">
                  <c:v>0.14206607558433368</c:v>
                </c:pt>
                <c:pt idx="422">
                  <c:v>0.14693898135447761</c:v>
                </c:pt>
                <c:pt idx="423">
                  <c:v>0.15043673855169065</c:v>
                </c:pt>
                <c:pt idx="424">
                  <c:v>0.15449374305076746</c:v>
                </c:pt>
                <c:pt idx="425">
                  <c:v>0.15882013472763973</c:v>
                </c:pt>
                <c:pt idx="426">
                  <c:v>0.16301093732552996</c:v>
                </c:pt>
                <c:pt idx="427">
                  <c:v>0.16654109192624642</c:v>
                </c:pt>
                <c:pt idx="428">
                  <c:v>0.17083980920460135</c:v>
                </c:pt>
                <c:pt idx="429">
                  <c:v>0.17236891133703644</c:v>
                </c:pt>
                <c:pt idx="430">
                  <c:v>0.17604415161102144</c:v>
                </c:pt>
                <c:pt idx="431">
                  <c:v>0.18021194077618677</c:v>
                </c:pt>
                <c:pt idx="432">
                  <c:v>0.18300778666116363</c:v>
                </c:pt>
                <c:pt idx="433">
                  <c:v>0.18363034863593092</c:v>
                </c:pt>
                <c:pt idx="434">
                  <c:v>0.18587530948063996</c:v>
                </c:pt>
                <c:pt idx="435">
                  <c:v>0.18846393570789127</c:v>
                </c:pt>
                <c:pt idx="436">
                  <c:v>0.18816965575522338</c:v>
                </c:pt>
                <c:pt idx="437">
                  <c:v>0.18947345707531782</c:v>
                </c:pt>
                <c:pt idx="438">
                  <c:v>0.19058495636493575</c:v>
                </c:pt>
                <c:pt idx="439">
                  <c:v>0.1893657126628705</c:v>
                </c:pt>
                <c:pt idx="440">
                  <c:v>0.18918832885289816</c:v>
                </c:pt>
                <c:pt idx="441">
                  <c:v>0.18847357898028017</c:v>
                </c:pt>
                <c:pt idx="442">
                  <c:v>0.1856215903767148</c:v>
                </c:pt>
                <c:pt idx="443">
                  <c:v>0.18408061027902248</c:v>
                </c:pt>
                <c:pt idx="444">
                  <c:v>0.18242701541244449</c:v>
                </c:pt>
                <c:pt idx="445">
                  <c:v>0.18010549430462208</c:v>
                </c:pt>
                <c:pt idx="446">
                  <c:v>0.17547509368252825</c:v>
                </c:pt>
                <c:pt idx="447">
                  <c:v>0.17396645803342509</c:v>
                </c:pt>
                <c:pt idx="448">
                  <c:v>0.16874631388517825</c:v>
                </c:pt>
                <c:pt idx="449">
                  <c:v>0.16487770918475422</c:v>
                </c:pt>
                <c:pt idx="450">
                  <c:v>0.16036540855381207</c:v>
                </c:pt>
                <c:pt idx="451">
                  <c:v>0.15674770575980429</c:v>
                </c:pt>
                <c:pt idx="452">
                  <c:v>0.15151296499966788</c:v>
                </c:pt>
                <c:pt idx="453">
                  <c:v>0.14705925742854833</c:v>
                </c:pt>
                <c:pt idx="454">
                  <c:v>0.14285683918825773</c:v>
                </c:pt>
                <c:pt idx="455">
                  <c:v>0.13856284788631551</c:v>
                </c:pt>
                <c:pt idx="456">
                  <c:v>0.13258274901093639</c:v>
                </c:pt>
                <c:pt idx="457">
                  <c:v>0.12865660288934866</c:v>
                </c:pt>
                <c:pt idx="458">
                  <c:v>0.12555060284347136</c:v>
                </c:pt>
                <c:pt idx="459">
                  <c:v>0.12123073815156667</c:v>
                </c:pt>
                <c:pt idx="460">
                  <c:v>0.11699313276252946</c:v>
                </c:pt>
                <c:pt idx="461">
                  <c:v>0.11379968700223625</c:v>
                </c:pt>
                <c:pt idx="462">
                  <c:v>0.1109950320547621</c:v>
                </c:pt>
                <c:pt idx="463">
                  <c:v>0.10827615156379927</c:v>
                </c:pt>
                <c:pt idx="464">
                  <c:v>0.10422153488327851</c:v>
                </c:pt>
                <c:pt idx="465">
                  <c:v>0.10073271271643316</c:v>
                </c:pt>
                <c:pt idx="466">
                  <c:v>9.9758559989670537E-2</c:v>
                </c:pt>
                <c:pt idx="467">
                  <c:v>9.7429284146497847E-2</c:v>
                </c:pt>
                <c:pt idx="468">
                  <c:v>9.6463326189825602E-2</c:v>
                </c:pt>
                <c:pt idx="469">
                  <c:v>9.4550197546365386E-2</c:v>
                </c:pt>
                <c:pt idx="470">
                  <c:v>9.3830068073397055E-2</c:v>
                </c:pt>
                <c:pt idx="471">
                  <c:v>9.3107149976507347E-2</c:v>
                </c:pt>
                <c:pt idx="472">
                  <c:v>9.4009374126245965E-2</c:v>
                </c:pt>
                <c:pt idx="473">
                  <c:v>9.3625505061444389E-2</c:v>
                </c:pt>
                <c:pt idx="474">
                  <c:v>9.5025710226935567E-2</c:v>
                </c:pt>
                <c:pt idx="475">
                  <c:v>9.6595482544271555E-2</c:v>
                </c:pt>
                <c:pt idx="476">
                  <c:v>9.6825981012416004E-2</c:v>
                </c:pt>
                <c:pt idx="477">
                  <c:v>9.9071718538342318E-2</c:v>
                </c:pt>
                <c:pt idx="478">
                  <c:v>0.1011086906490757</c:v>
                </c:pt>
                <c:pt idx="479">
                  <c:v>0.10321217969421875</c:v>
                </c:pt>
                <c:pt idx="480">
                  <c:v>0.10626165438067343</c:v>
                </c:pt>
                <c:pt idx="481">
                  <c:v>0.10788405597566811</c:v>
                </c:pt>
                <c:pt idx="482">
                  <c:v>0.11236745288794986</c:v>
                </c:pt>
                <c:pt idx="483">
                  <c:v>0.1166831097953155</c:v>
                </c:pt>
                <c:pt idx="484">
                  <c:v>0.1210411856114689</c:v>
                </c:pt>
                <c:pt idx="485">
                  <c:v>0.12650368144474305</c:v>
                </c:pt>
                <c:pt idx="486">
                  <c:v>0.13115734043943819</c:v>
                </c:pt>
                <c:pt idx="487">
                  <c:v>0.13689408218680887</c:v>
                </c:pt>
                <c:pt idx="488">
                  <c:v>0.14157849629132616</c:v>
                </c:pt>
                <c:pt idx="489">
                  <c:v>0.14753605362249461</c:v>
                </c:pt>
                <c:pt idx="490">
                  <c:v>0.15423300485859462</c:v>
                </c:pt>
                <c:pt idx="491">
                  <c:v>0.16170106305250612</c:v>
                </c:pt>
                <c:pt idx="492">
                  <c:v>0.16805336361321349</c:v>
                </c:pt>
                <c:pt idx="493">
                  <c:v>0.17734050091853576</c:v>
                </c:pt>
                <c:pt idx="494">
                  <c:v>0.18275093053621619</c:v>
                </c:pt>
                <c:pt idx="495">
                  <c:v>0.19290003935428038</c:v>
                </c:pt>
                <c:pt idx="496">
                  <c:v>0.2015954863739278</c:v>
                </c:pt>
                <c:pt idx="497">
                  <c:v>0.21079163390220179</c:v>
                </c:pt>
                <c:pt idx="498">
                  <c:v>0.22049810215638954</c:v>
                </c:pt>
                <c:pt idx="499">
                  <c:v>0.23044387008552905</c:v>
                </c:pt>
                <c:pt idx="500">
                  <c:v>0.23936064443394917</c:v>
                </c:pt>
                <c:pt idx="501">
                  <c:v>0.24962144440523959</c:v>
                </c:pt>
                <c:pt idx="502">
                  <c:v>0.25989326523789641</c:v>
                </c:pt>
                <c:pt idx="503">
                  <c:v>0.27018966344382767</c:v>
                </c:pt>
                <c:pt idx="504">
                  <c:v>0.28092015396083336</c:v>
                </c:pt>
                <c:pt idx="505">
                  <c:v>0.29203777693869892</c:v>
                </c:pt>
                <c:pt idx="506">
                  <c:v>0.30223856995945991</c:v>
                </c:pt>
                <c:pt idx="507">
                  <c:v>0.31331993958517534</c:v>
                </c:pt>
                <c:pt idx="508">
                  <c:v>0.32482192325519305</c:v>
                </c:pt>
                <c:pt idx="509">
                  <c:v>0.33561672453237973</c:v>
                </c:pt>
                <c:pt idx="510">
                  <c:v>0</c:v>
                </c:pt>
                <c:pt idx="511">
                  <c:v>0</c:v>
                </c:pt>
              </c:numCache>
            </c:numRef>
          </c:yVal>
          <c:smooth val="1"/>
          <c:extLst>
            <c:ext xmlns:c16="http://schemas.microsoft.com/office/drawing/2014/chart" uri="{C3380CC4-5D6E-409C-BE32-E72D297353CC}">
              <c16:uniqueId val="{00000002-8874-4642-85AA-D71BCF856A6C}"/>
            </c:ext>
          </c:extLst>
        </c:ser>
        <c:ser>
          <c:idx val="2"/>
          <c:order val="3"/>
          <c:tx>
            <c:strRef>
              <c:f>'calib_(2)'!$D$7</c:f>
              <c:strCache>
                <c:ptCount val="1"/>
                <c:pt idx="0">
                  <c:v>penetration</c:v>
                </c:pt>
              </c:strCache>
            </c:strRef>
          </c:tx>
          <c:spPr>
            <a:ln w="19046" cap="rnd">
              <a:solidFill>
                <a:schemeClr val="accent6"/>
              </a:solidFill>
              <a:prstDash val="dash"/>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'calib_(2)'!$D$8:$D$519</c:f>
              <c:numCache>
                <c:formatCode>General</c:formatCode>
                <c:ptCount val="512"/>
                <c:pt idx="0">
                  <c:v>3.0897797623661342E-2</c:v>
                </c:pt>
                <c:pt idx="1">
                  <c:v>3.4212437274727857E-2</c:v>
                </c:pt>
                <c:pt idx="2">
                  <c:v>3.6398069880277752E-2</c:v>
                </c:pt>
                <c:pt idx="3">
                  <c:v>3.7535157540029757E-2</c:v>
                </c:pt>
                <c:pt idx="4">
                  <c:v>3.8103794200830134E-2</c:v>
                </c:pt>
                <c:pt idx="5">
                  <c:v>3.8619881132285171E-2</c:v>
                </c:pt>
                <c:pt idx="6">
                  <c:v>3.8874335372740584E-2</c:v>
                </c:pt>
                <c:pt idx="7">
                  <c:v>3.8539090758891149E-2</c:v>
                </c:pt>
                <c:pt idx="8">
                  <c:v>3.9720662986533699E-2</c:v>
                </c:pt>
                <c:pt idx="9">
                  <c:v>3.9938360515342754E-2</c:v>
                </c:pt>
                <c:pt idx="10">
                  <c:v>3.9930510207485601E-2</c:v>
                </c:pt>
                <c:pt idx="11">
                  <c:v>3.9664410149335687E-2</c:v>
                </c:pt>
                <c:pt idx="12">
                  <c:v>3.9132495023875412E-2</c:v>
                </c:pt>
                <c:pt idx="13">
                  <c:v>3.9305834752917476E-2</c:v>
                </c:pt>
                <c:pt idx="14">
                  <c:v>3.9514801060810609E-2</c:v>
                </c:pt>
                <c:pt idx="15">
                  <c:v>3.9519502353450676E-2</c:v>
                </c:pt>
                <c:pt idx="16">
                  <c:v>3.9507272854557136E-2</c:v>
                </c:pt>
                <c:pt idx="17">
                  <c:v>3.9422509766959782E-2</c:v>
                </c:pt>
                <c:pt idx="18">
                  <c:v>3.9301672638586124E-2</c:v>
                </c:pt>
                <c:pt idx="19">
                  <c:v>3.9201646835337077E-2</c:v>
                </c:pt>
                <c:pt idx="20">
                  <c:v>3.9051618737416811E-2</c:v>
                </c:pt>
                <c:pt idx="21">
                  <c:v>3.9007264931022204E-2</c:v>
                </c:pt>
                <c:pt idx="22">
                  <c:v>3.9055465040739451E-2</c:v>
                </c:pt>
                <c:pt idx="23">
                  <c:v>4.1059966372355441E-2</c:v>
                </c:pt>
                <c:pt idx="24">
                  <c:v>4.3116447963674497E-2</c:v>
                </c:pt>
                <c:pt idx="25">
                  <c:v>4.5789933373667484E-2</c:v>
                </c:pt>
                <c:pt idx="26">
                  <c:v>4.7289765958903787E-2</c:v>
                </c:pt>
                <c:pt idx="27">
                  <c:v>4.7443670294141461E-2</c:v>
                </c:pt>
                <c:pt idx="28">
                  <c:v>4.568553415433748E-2</c:v>
                </c:pt>
                <c:pt idx="29">
                  <c:v>4.2548002796213312E-2</c:v>
                </c:pt>
                <c:pt idx="30">
                  <c:v>4.1365952331419285E-2</c:v>
                </c:pt>
                <c:pt idx="31">
                  <c:v>4.0322081483548343E-2</c:v>
                </c:pt>
                <c:pt idx="32">
                  <c:v>3.9434783950215102E-2</c:v>
                </c:pt>
                <c:pt idx="33">
                  <c:v>3.761202589041903E-2</c:v>
                </c:pt>
                <c:pt idx="34">
                  <c:v>3.7664594436741611E-2</c:v>
                </c:pt>
                <c:pt idx="35">
                  <c:v>3.7358110278788485E-2</c:v>
                </c:pt>
                <c:pt idx="36">
                  <c:v>3.6902182766265515E-2</c:v>
                </c:pt>
                <c:pt idx="37">
                  <c:v>3.6695884330756434E-2</c:v>
                </c:pt>
                <c:pt idx="38">
                  <c:v>3.6248995636779621E-2</c:v>
                </c:pt>
                <c:pt idx="39">
                  <c:v>3.6486531298083887E-2</c:v>
                </c:pt>
                <c:pt idx="40">
                  <c:v>3.6482860213779604E-2</c:v>
                </c:pt>
                <c:pt idx="41">
                  <c:v>3.6656533809706751E-2</c:v>
                </c:pt>
                <c:pt idx="42">
                  <c:v>3.5914296106611523E-2</c:v>
                </c:pt>
                <c:pt idx="43">
                  <c:v>3.653516783219516E-2</c:v>
                </c:pt>
                <c:pt idx="44">
                  <c:v>3.5869932820826414E-2</c:v>
                </c:pt>
                <c:pt idx="45">
                  <c:v>3.6777762984630133E-2</c:v>
                </c:pt>
                <c:pt idx="46">
                  <c:v>3.657550011069944E-2</c:v>
                </c:pt>
                <c:pt idx="47">
                  <c:v>3.6531081562331522E-2</c:v>
                </c:pt>
                <c:pt idx="48">
                  <c:v>3.6366164266912943E-2</c:v>
                </c:pt>
                <c:pt idx="49">
                  <c:v>3.632955146683977E-2</c:v>
                </c:pt>
                <c:pt idx="50">
                  <c:v>3.6486747479531081E-2</c:v>
                </c:pt>
                <c:pt idx="51">
                  <c:v>3.6664439029125043E-2</c:v>
                </c:pt>
                <c:pt idx="52">
                  <c:v>3.6680231672782532E-2</c:v>
                </c:pt>
                <c:pt idx="53">
                  <c:v>3.6240548163368295E-2</c:v>
                </c:pt>
                <c:pt idx="54">
                  <c:v>3.6639546619721304E-2</c:v>
                </c:pt>
                <c:pt idx="55">
                  <c:v>3.6947092594012396E-2</c:v>
                </c:pt>
                <c:pt idx="56">
                  <c:v>3.6607732677289923E-2</c:v>
                </c:pt>
                <c:pt idx="57">
                  <c:v>3.5531329864163366E-2</c:v>
                </c:pt>
                <c:pt idx="58">
                  <c:v>3.5825541898008684E-2</c:v>
                </c:pt>
                <c:pt idx="59">
                  <c:v>3.534976279134E-2</c:v>
                </c:pt>
                <c:pt idx="60">
                  <c:v>3.4579559814074484E-2</c:v>
                </c:pt>
                <c:pt idx="61">
                  <c:v>3.4579403633145142E-2</c:v>
                </c:pt>
                <c:pt idx="62">
                  <c:v>3.4119614676174526E-2</c:v>
                </c:pt>
                <c:pt idx="63">
                  <c:v>3.4014913741786446E-2</c:v>
                </c:pt>
                <c:pt idx="64">
                  <c:v>3.3179817980416186E-2</c:v>
                </c:pt>
                <c:pt idx="65">
                  <c:v>3.3034910133586601E-2</c:v>
                </c:pt>
                <c:pt idx="66">
                  <c:v>3.2688170504556968E-2</c:v>
                </c:pt>
                <c:pt idx="67">
                  <c:v>3.2728388927255297E-2</c:v>
                </c:pt>
                <c:pt idx="68">
                  <c:v>3.2010916383891738E-2</c:v>
                </c:pt>
                <c:pt idx="69">
                  <c:v>3.2228348232130027E-2</c:v>
                </c:pt>
                <c:pt idx="70">
                  <c:v>3.1906100361584866E-2</c:v>
                </c:pt>
                <c:pt idx="71">
                  <c:v>3.187362109581305E-2</c:v>
                </c:pt>
                <c:pt idx="72">
                  <c:v>3.154689460864029E-2</c:v>
                </c:pt>
                <c:pt idx="73">
                  <c:v>3.1296901325942539E-2</c:v>
                </c:pt>
                <c:pt idx="74">
                  <c:v>3.2155609433974032E-2</c:v>
                </c:pt>
                <c:pt idx="75">
                  <c:v>3.1446305210427641E-2</c:v>
                </c:pt>
                <c:pt idx="76">
                  <c:v>3.1474372456694981E-2</c:v>
                </c:pt>
                <c:pt idx="77">
                  <c:v>3.1683700347567151E-2</c:v>
                </c:pt>
                <c:pt idx="78">
                  <c:v>3.075645345974783E-2</c:v>
                </c:pt>
                <c:pt idx="79">
                  <c:v>3.0482190454523123E-2</c:v>
                </c:pt>
                <c:pt idx="80">
                  <c:v>3.0381878394326583E-2</c:v>
                </c:pt>
                <c:pt idx="81">
                  <c:v>3.0328737671430184E-2</c:v>
                </c:pt>
                <c:pt idx="82">
                  <c:v>3.070841759160059E-2</c:v>
                </c:pt>
                <c:pt idx="83">
                  <c:v>3.0038323245935878E-2</c:v>
                </c:pt>
                <c:pt idx="84">
                  <c:v>3.0054504135313336E-2</c:v>
                </c:pt>
                <c:pt idx="85">
                  <c:v>2.9865516115766148E-2</c:v>
                </c:pt>
                <c:pt idx="86">
                  <c:v>2.9938162885992749E-2</c:v>
                </c:pt>
                <c:pt idx="87">
                  <c:v>2.9756707723569562E-2</c:v>
                </c:pt>
                <c:pt idx="88">
                  <c:v>3.0204011115911894E-2</c:v>
                </c:pt>
                <c:pt idx="89">
                  <c:v>2.9647615832891175E-2</c:v>
                </c:pt>
                <c:pt idx="90">
                  <c:v>2.9506552269794747E-2</c:v>
                </c:pt>
                <c:pt idx="91">
                  <c:v>2.8921840203455663E-2</c:v>
                </c:pt>
                <c:pt idx="92">
                  <c:v>2.9538537681277087E-2</c:v>
                </c:pt>
                <c:pt idx="93">
                  <c:v>2.8728231244583589E-2</c:v>
                </c:pt>
                <c:pt idx="94">
                  <c:v>2.9377634720029959E-2</c:v>
                </c:pt>
                <c:pt idx="95">
                  <c:v>2.9167768092510551E-2</c:v>
                </c:pt>
                <c:pt idx="96">
                  <c:v>2.8619621114225946E-2</c:v>
                </c:pt>
                <c:pt idx="97">
                  <c:v>2.8582883888537448E-2</c:v>
                </c:pt>
                <c:pt idx="98">
                  <c:v>2.8336836770838297E-2</c:v>
                </c:pt>
                <c:pt idx="99">
                  <c:v>2.8554705819917134E-2</c:v>
                </c:pt>
                <c:pt idx="100">
                  <c:v>2.9046687122938841E-2</c:v>
                </c:pt>
                <c:pt idx="101">
                  <c:v>2.8772533753459145E-2</c:v>
                </c:pt>
                <c:pt idx="102">
                  <c:v>2.868774878671166E-2</c:v>
                </c:pt>
                <c:pt idx="103">
                  <c:v>2.8659412620010052E-2</c:v>
                </c:pt>
                <c:pt idx="104">
                  <c:v>2.8442004183057059E-2</c:v>
                </c:pt>
                <c:pt idx="105">
                  <c:v>2.8417763941188987E-2</c:v>
                </c:pt>
                <c:pt idx="106">
                  <c:v>2.8458052433070563E-2</c:v>
                </c:pt>
                <c:pt idx="107">
                  <c:v>2.8203811360997092E-2</c:v>
                </c:pt>
                <c:pt idx="108">
                  <c:v>2.8300782396997803E-2</c:v>
                </c:pt>
                <c:pt idx="109">
                  <c:v>2.7978425751805848E-2</c:v>
                </c:pt>
                <c:pt idx="110">
                  <c:v>2.8429534411132419E-2</c:v>
                </c:pt>
                <c:pt idx="111">
                  <c:v>2.8776343087368976E-2</c:v>
                </c:pt>
                <c:pt idx="112">
                  <c:v>2.8554826903697525E-2</c:v>
                </c:pt>
                <c:pt idx="113">
                  <c:v>2.7905271184296296E-2</c:v>
                </c:pt>
                <c:pt idx="114">
                  <c:v>2.8074936566644348E-2</c:v>
                </c:pt>
                <c:pt idx="115">
                  <c:v>2.8684191456721693E-2</c:v>
                </c:pt>
                <c:pt idx="116">
                  <c:v>2.8377205395389491E-2</c:v>
                </c:pt>
                <c:pt idx="117">
                  <c:v>2.8514401608994638E-2</c:v>
                </c:pt>
                <c:pt idx="118">
                  <c:v>2.88490094113516E-2</c:v>
                </c:pt>
                <c:pt idx="119">
                  <c:v>2.9050796849359687E-2</c:v>
                </c:pt>
                <c:pt idx="120">
                  <c:v>2.8764349306783933E-2</c:v>
                </c:pt>
                <c:pt idx="121">
                  <c:v>2.9087204541787606E-2</c:v>
                </c:pt>
                <c:pt idx="122">
                  <c:v>2.9224044754634561E-2</c:v>
                </c:pt>
                <c:pt idx="123">
                  <c:v>2.9833079282432881E-2</c:v>
                </c:pt>
                <c:pt idx="124">
                  <c:v>2.9728273634829105E-2</c:v>
                </c:pt>
                <c:pt idx="125">
                  <c:v>3.011133689834445E-2</c:v>
                </c:pt>
                <c:pt idx="126">
                  <c:v>3.0353342940083645E-2</c:v>
                </c:pt>
                <c:pt idx="127">
                  <c:v>3.0070829735031064E-2</c:v>
                </c:pt>
                <c:pt idx="128">
                  <c:v>3.1022978222720952E-2</c:v>
                </c:pt>
                <c:pt idx="129">
                  <c:v>3.067609424047044E-2</c:v>
                </c:pt>
                <c:pt idx="130">
                  <c:v>3.0832774797670541E-2</c:v>
                </c:pt>
                <c:pt idx="131">
                  <c:v>3.0821702416943961E-2</c:v>
                </c:pt>
                <c:pt idx="132">
                  <c:v>3.0570948429878429E-2</c:v>
                </c:pt>
                <c:pt idx="133">
                  <c:v>3.0695994835090848E-2</c:v>
                </c:pt>
                <c:pt idx="134">
                  <c:v>3.0296849359788484E-2</c:v>
                </c:pt>
                <c:pt idx="135">
                  <c:v>3.0591202184195913E-2</c:v>
                </c:pt>
                <c:pt idx="136">
                  <c:v>3.0631371526892152E-2</c:v>
                </c:pt>
                <c:pt idx="137">
                  <c:v>3.0873352359115043E-2</c:v>
                </c:pt>
                <c:pt idx="138">
                  <c:v>3.1301020849068439E-2</c:v>
                </c:pt>
                <c:pt idx="139">
                  <c:v>3.178492162880979E-2</c:v>
                </c:pt>
                <c:pt idx="140">
                  <c:v>3.3107498401188706E-2</c:v>
                </c:pt>
                <c:pt idx="141">
                  <c:v>3.4946843725196415E-2</c:v>
                </c:pt>
                <c:pt idx="142">
                  <c:v>3.7172601272551058E-2</c:v>
                </c:pt>
                <c:pt idx="143">
                  <c:v>4.0572320388931167E-2</c:v>
                </c:pt>
                <c:pt idx="144">
                  <c:v>4.5455156973726811E-2</c:v>
                </c:pt>
                <c:pt idx="145">
                  <c:v>5.0374881162040711E-2</c:v>
                </c:pt>
                <c:pt idx="146">
                  <c:v>5.6802897853663645E-2</c:v>
                </c:pt>
                <c:pt idx="147">
                  <c:v>6.4271614754267237E-2</c:v>
                </c:pt>
                <c:pt idx="148">
                  <c:v>7.2574603824789294E-2</c:v>
                </c:pt>
                <c:pt idx="149">
                  <c:v>8.3571965197208775E-2</c:v>
                </c:pt>
                <c:pt idx="150">
                  <c:v>9.4257750950010613E-2</c:v>
                </c:pt>
                <c:pt idx="151">
                  <c:v>0.10524994769320734</c:v>
                </c:pt>
                <c:pt idx="152">
                  <c:v>0.11696137453710027</c:v>
                </c:pt>
                <c:pt idx="153">
                  <c:v>0.12713575798613183</c:v>
                </c:pt>
                <c:pt idx="154">
                  <c:v>0.13651491766324086</c:v>
                </c:pt>
                <c:pt idx="155">
                  <c:v>0.14504394050579952</c:v>
                </c:pt>
                <c:pt idx="156">
                  <c:v>0.15150436503730458</c:v>
                </c:pt>
                <c:pt idx="157">
                  <c:v>0.15548867820630957</c:v>
                </c:pt>
                <c:pt idx="158">
                  <c:v>0.15667001293418392</c:v>
                </c:pt>
                <c:pt idx="159">
                  <c:v>0.15537518317841725</c:v>
                </c:pt>
                <c:pt idx="160">
                  <c:v>0.15138306071749194</c:v>
                </c:pt>
                <c:pt idx="161">
                  <c:v>0.14475383372335804</c:v>
                </c:pt>
                <c:pt idx="162">
                  <c:v>0.13631786071559629</c:v>
                </c:pt>
                <c:pt idx="163">
                  <c:v>0.12638914911305535</c:v>
                </c:pt>
                <c:pt idx="164">
                  <c:v>0.11557819430517152</c:v>
                </c:pt>
                <c:pt idx="165">
                  <c:v>0.10444825959272416</c:v>
                </c:pt>
                <c:pt idx="166">
                  <c:v>9.3624766770326787E-2</c:v>
                </c:pt>
                <c:pt idx="167">
                  <c:v>8.2228272135522085E-2</c:v>
                </c:pt>
                <c:pt idx="168">
                  <c:v>7.2844512803276862E-2</c:v>
                </c:pt>
                <c:pt idx="169">
                  <c:v>6.3876233849890232E-2</c:v>
                </c:pt>
                <c:pt idx="170">
                  <c:v>5.6117489430139132E-2</c:v>
                </c:pt>
                <c:pt idx="171">
                  <c:v>4.9697710866791957E-2</c:v>
                </c:pt>
                <c:pt idx="172">
                  <c:v>4.4462836375928655E-2</c:v>
                </c:pt>
                <c:pt idx="173">
                  <c:v>4.1237368399228834E-2</c:v>
                </c:pt>
                <c:pt idx="174">
                  <c:v>3.7922590707843359E-2</c:v>
                </c:pt>
                <c:pt idx="175">
                  <c:v>3.5207999074425726E-2</c:v>
                </c:pt>
                <c:pt idx="176">
                  <c:v>3.3740406934949195E-2</c:v>
                </c:pt>
                <c:pt idx="177">
                  <c:v>3.2329941835903264E-2</c:v>
                </c:pt>
                <c:pt idx="178">
                  <c:v>3.1583659227627396E-2</c:v>
                </c:pt>
                <c:pt idx="179">
                  <c:v>3.0740422001517928E-2</c:v>
                </c:pt>
                <c:pt idx="180">
                  <c:v>3.0889332054815581E-2</c:v>
                </c:pt>
                <c:pt idx="181">
                  <c:v>3.0595285941877701E-2</c:v>
                </c:pt>
                <c:pt idx="182">
                  <c:v>3.0639832960548067E-2</c:v>
                </c:pt>
                <c:pt idx="183">
                  <c:v>3.1405998974489722E-2</c:v>
                </c:pt>
                <c:pt idx="184">
                  <c:v>3.1829478302422595E-2</c:v>
                </c:pt>
                <c:pt idx="185">
                  <c:v>3.114740600821523E-2</c:v>
                </c:pt>
                <c:pt idx="186">
                  <c:v>3.1797020490979343E-2</c:v>
                </c:pt>
                <c:pt idx="187">
                  <c:v>3.1796965551191853E-2</c:v>
                </c:pt>
                <c:pt idx="188">
                  <c:v>3.2188515826111132E-2</c:v>
                </c:pt>
                <c:pt idx="189">
                  <c:v>3.236934518668938E-2</c:v>
                </c:pt>
                <c:pt idx="190">
                  <c:v>3.2212057746373701E-2</c:v>
                </c:pt>
                <c:pt idx="191">
                  <c:v>3.2203701898678758E-2</c:v>
                </c:pt>
                <c:pt idx="192">
                  <c:v>3.3224891913793984E-2</c:v>
                </c:pt>
                <c:pt idx="193">
                  <c:v>3.278065746633034E-2</c:v>
                </c:pt>
                <c:pt idx="194">
                  <c:v>3.3397579452650747E-2</c:v>
                </c:pt>
                <c:pt idx="195">
                  <c:v>3.3043032361774624E-2</c:v>
                </c:pt>
                <c:pt idx="196">
                  <c:v>3.3071526836447269E-2</c:v>
                </c:pt>
                <c:pt idx="197">
                  <c:v>3.3386003721431801E-2</c:v>
                </c:pt>
                <c:pt idx="198">
                  <c:v>3.3438393638952145E-2</c:v>
                </c:pt>
                <c:pt idx="199">
                  <c:v>3.3833494806077898E-2</c:v>
                </c:pt>
                <c:pt idx="200">
                  <c:v>3.3817175638608046E-2</c:v>
                </c:pt>
                <c:pt idx="201">
                  <c:v>3.4385626864330471E-2</c:v>
                </c:pt>
                <c:pt idx="202">
                  <c:v>3.3864936193727185E-2</c:v>
                </c:pt>
                <c:pt idx="203">
                  <c:v>3.3256666794163468E-2</c:v>
                </c:pt>
                <c:pt idx="204">
                  <c:v>3.3394281846982926E-2</c:v>
                </c:pt>
                <c:pt idx="205">
                  <c:v>3.4450641765564817E-2</c:v>
                </c:pt>
                <c:pt idx="206">
                  <c:v>3.4418380944454041E-2</c:v>
                </c:pt>
                <c:pt idx="207">
                  <c:v>3.4035467690454485E-2</c:v>
                </c:pt>
                <c:pt idx="208">
                  <c:v>3.4676169878856272E-2</c:v>
                </c:pt>
                <c:pt idx="209">
                  <c:v>3.447827359813771E-2</c:v>
                </c:pt>
                <c:pt idx="210">
                  <c:v>3.4945922603039553E-2</c:v>
                </c:pt>
                <c:pt idx="211">
                  <c:v>3.4837797136202941E-2</c:v>
                </c:pt>
                <c:pt idx="212">
                  <c:v>3.5736352870549354E-2</c:v>
                </c:pt>
                <c:pt idx="213">
                  <c:v>3.5624175879688441E-2</c:v>
                </c:pt>
                <c:pt idx="214">
                  <c:v>3.5402357657875728E-2</c:v>
                </c:pt>
                <c:pt idx="215">
                  <c:v>3.587859698583E-2</c:v>
                </c:pt>
                <c:pt idx="216">
                  <c:v>3.6470833196868169E-2</c:v>
                </c:pt>
                <c:pt idx="217">
                  <c:v>3.6547256535210348E-2</c:v>
                </c:pt>
                <c:pt idx="218">
                  <c:v>3.64384834608769E-2</c:v>
                </c:pt>
                <c:pt idx="219">
                  <c:v>3.7268532490161523E-2</c:v>
                </c:pt>
                <c:pt idx="220">
                  <c:v>3.6757121239397894E-2</c:v>
                </c:pt>
                <c:pt idx="221">
                  <c:v>3.8003546525871346E-2</c:v>
                </c:pt>
                <c:pt idx="222">
                  <c:v>3.8035276410360544E-2</c:v>
                </c:pt>
                <c:pt idx="223">
                  <c:v>3.9027064142957535E-2</c:v>
                </c:pt>
                <c:pt idx="224">
                  <c:v>3.8950625601296328E-2</c:v>
                </c:pt>
                <c:pt idx="225">
                  <c:v>3.8688953389239888E-2</c:v>
                </c:pt>
                <c:pt idx="226">
                  <c:v>3.9878674365760952E-2</c:v>
                </c:pt>
                <c:pt idx="227">
                  <c:v>4.0338532041484208E-2</c:v>
                </c:pt>
                <c:pt idx="228">
                  <c:v>4.0083605735290843E-2</c:v>
                </c:pt>
                <c:pt idx="229">
                  <c:v>4.076950862504311E-2</c:v>
                </c:pt>
                <c:pt idx="230">
                  <c:v>4.1487260321945989E-2</c:v>
                </c:pt>
                <c:pt idx="231">
                  <c:v>4.1491711392235502E-2</c:v>
                </c:pt>
                <c:pt idx="232">
                  <c:v>4.2427043108568784E-2</c:v>
                </c:pt>
                <c:pt idx="233">
                  <c:v>4.2995669581563395E-2</c:v>
                </c:pt>
                <c:pt idx="234">
                  <c:v>4.337851439482731E-2</c:v>
                </c:pt>
                <c:pt idx="235">
                  <c:v>4.4076559253237745E-2</c:v>
                </c:pt>
                <c:pt idx="236">
                  <c:v>4.4527832227728603E-2</c:v>
                </c:pt>
                <c:pt idx="237">
                  <c:v>4.5515912133502603E-2</c:v>
                </c:pt>
                <c:pt idx="238">
                  <c:v>4.5801918663172396E-2</c:v>
                </c:pt>
                <c:pt idx="239">
                  <c:v>4.6632869278108981E-2</c:v>
                </c:pt>
                <c:pt idx="240">
                  <c:v>4.776607210506556E-2</c:v>
                </c:pt>
                <c:pt idx="241">
                  <c:v>4.7939591057939754E-2</c:v>
                </c:pt>
                <c:pt idx="242">
                  <c:v>4.8919524483241952E-2</c:v>
                </c:pt>
                <c:pt idx="243">
                  <c:v>4.9641225534254201E-2</c:v>
                </c:pt>
                <c:pt idx="244">
                  <c:v>4.9922964811377112E-2</c:v>
                </c:pt>
                <c:pt idx="245">
                  <c:v>4.975834729088599E-2</c:v>
                </c:pt>
                <c:pt idx="246">
                  <c:v>5.1088950542207516E-2</c:v>
                </c:pt>
                <c:pt idx="247">
                  <c:v>5.1208915480840361E-2</c:v>
                </c:pt>
                <c:pt idx="248">
                  <c:v>5.1459772665977101E-2</c:v>
                </c:pt>
                <c:pt idx="249">
                  <c:v>5.2214362812651099E-2</c:v>
                </c:pt>
                <c:pt idx="250">
                  <c:v>5.276215897337666E-2</c:v>
                </c:pt>
                <c:pt idx="251">
                  <c:v>5.2730458031394201E-2</c:v>
                </c:pt>
                <c:pt idx="252">
                  <c:v>5.3136989248545048E-2</c:v>
                </c:pt>
                <c:pt idx="253">
                  <c:v>5.3730117707305639E-2</c:v>
                </c:pt>
                <c:pt idx="254">
                  <c:v>5.504864990886401E-2</c:v>
                </c:pt>
                <c:pt idx="255">
                  <c:v>5.4266550698640684E-2</c:v>
                </c:pt>
                <c:pt idx="256">
                  <c:v>5.4742561275399108E-2</c:v>
                </c:pt>
                <c:pt idx="257">
                  <c:v>5.4959874433090465E-2</c:v>
                </c:pt>
                <c:pt idx="258">
                  <c:v>5.5463543088766526E-2</c:v>
                </c:pt>
                <c:pt idx="259">
                  <c:v>5.6239059824173016E-2</c:v>
                </c:pt>
                <c:pt idx="260">
                  <c:v>5.6888147748924076E-2</c:v>
                </c:pt>
                <c:pt idx="261">
                  <c:v>5.7625867790073712E-2</c:v>
                </c:pt>
                <c:pt idx="262">
                  <c:v>5.7242790543924532E-2</c:v>
                </c:pt>
                <c:pt idx="263">
                  <c:v>5.8133637726417213E-2</c:v>
                </c:pt>
                <c:pt idx="264">
                  <c:v>5.7637904467723725E-2</c:v>
                </c:pt>
                <c:pt idx="265">
                  <c:v>5.8831528757820467E-2</c:v>
                </c:pt>
                <c:pt idx="266">
                  <c:v>5.9077547892973419E-2</c:v>
                </c:pt>
                <c:pt idx="267">
                  <c:v>5.9835574398995561E-2</c:v>
                </c:pt>
                <c:pt idx="268">
                  <c:v>6.0618155613451845E-2</c:v>
                </c:pt>
                <c:pt idx="269">
                  <c:v>6.1142559885764974E-2</c:v>
                </c:pt>
                <c:pt idx="270">
                  <c:v>6.1065383671498955E-2</c:v>
                </c:pt>
                <c:pt idx="271">
                  <c:v>6.2105635044610391E-2</c:v>
                </c:pt>
                <c:pt idx="272">
                  <c:v>6.2411631344382358E-2</c:v>
                </c:pt>
                <c:pt idx="273">
                  <c:v>6.276650115455544E-2</c:v>
                </c:pt>
                <c:pt idx="274">
                  <c:v>6.2820394708172356E-2</c:v>
                </c:pt>
                <c:pt idx="275">
                  <c:v>6.3468633458146892E-2</c:v>
                </c:pt>
                <c:pt idx="276">
                  <c:v>6.3319444075757916E-2</c:v>
                </c:pt>
                <c:pt idx="277">
                  <c:v>6.4364049407451898E-2</c:v>
                </c:pt>
                <c:pt idx="278">
                  <c:v>6.3988600444643801E-2</c:v>
                </c:pt>
                <c:pt idx="279">
                  <c:v>6.3735332638889919E-2</c:v>
                </c:pt>
                <c:pt idx="280">
                  <c:v>6.4335892345592907E-2</c:v>
                </c:pt>
                <c:pt idx="281">
                  <c:v>6.3238808254790779E-2</c:v>
                </c:pt>
                <c:pt idx="282">
                  <c:v>6.3153791551857741E-2</c:v>
                </c:pt>
                <c:pt idx="283">
                  <c:v>6.3186244633478841E-2</c:v>
                </c:pt>
                <c:pt idx="284">
                  <c:v>6.2751672529996416E-2</c:v>
                </c:pt>
                <c:pt idx="285">
                  <c:v>6.2432447376830263E-2</c:v>
                </c:pt>
                <c:pt idx="286">
                  <c:v>6.2210462809480463E-2</c:v>
                </c:pt>
                <c:pt idx="287">
                  <c:v>6.2351287495933834E-2</c:v>
                </c:pt>
                <c:pt idx="288">
                  <c:v>6.1678438772886014E-2</c:v>
                </c:pt>
                <c:pt idx="289">
                  <c:v>6.1275288879723694E-2</c:v>
                </c:pt>
                <c:pt idx="290">
                  <c:v>6.1477060224827601E-2</c:v>
                </c:pt>
                <c:pt idx="291">
                  <c:v>6.0521096605403495E-2</c:v>
                </c:pt>
                <c:pt idx="292">
                  <c:v>6.0859810254180552E-2</c:v>
                </c:pt>
                <c:pt idx="293">
                  <c:v>6.0053162462336475E-2</c:v>
                </c:pt>
                <c:pt idx="294">
                  <c:v>5.9625501415111172E-2</c:v>
                </c:pt>
                <c:pt idx="295">
                  <c:v>6.0529604776416238E-2</c:v>
                </c:pt>
                <c:pt idx="296">
                  <c:v>5.956910214290876E-2</c:v>
                </c:pt>
                <c:pt idx="297">
                  <c:v>6.0782940263861177E-2</c:v>
                </c:pt>
                <c:pt idx="298">
                  <c:v>6.0585633666136417E-2</c:v>
                </c:pt>
                <c:pt idx="299">
                  <c:v>6.0590229067120541E-2</c:v>
                </c:pt>
                <c:pt idx="300">
                  <c:v>6.0460624456682585E-2</c:v>
                </c:pt>
                <c:pt idx="301">
                  <c:v>6.0836138399593814E-2</c:v>
                </c:pt>
                <c:pt idx="302">
                  <c:v>6.1231019601378459E-2</c:v>
                </c:pt>
                <c:pt idx="303">
                  <c:v>6.1694408780046617E-2</c:v>
                </c:pt>
                <c:pt idx="304">
                  <c:v>6.2799788371922849E-2</c:v>
                </c:pt>
                <c:pt idx="305">
                  <c:v>6.398970662812499E-2</c:v>
                </c:pt>
                <c:pt idx="306">
                  <c:v>6.5122364558105675E-2</c:v>
                </c:pt>
                <c:pt idx="307">
                  <c:v>6.5138868127208316E-2</c:v>
                </c:pt>
                <c:pt idx="308">
                  <c:v>6.593318495236962E-2</c:v>
                </c:pt>
                <c:pt idx="309">
                  <c:v>6.598497719462941E-2</c:v>
                </c:pt>
                <c:pt idx="310">
                  <c:v>6.709851332433861E-2</c:v>
                </c:pt>
                <c:pt idx="311">
                  <c:v>6.8287943512689214E-2</c:v>
                </c:pt>
                <c:pt idx="312">
                  <c:v>6.9961617115885957E-2</c:v>
                </c:pt>
                <c:pt idx="313">
                  <c:v>7.1135515973585139E-2</c:v>
                </c:pt>
                <c:pt idx="314">
                  <c:v>7.2239587185922258E-2</c:v>
                </c:pt>
                <c:pt idx="315">
                  <c:v>7.3013631598336404E-2</c:v>
                </c:pt>
                <c:pt idx="316">
                  <c:v>7.5332753890702944E-2</c:v>
                </c:pt>
                <c:pt idx="317">
                  <c:v>7.6002186696811497E-2</c:v>
                </c:pt>
                <c:pt idx="318">
                  <c:v>7.6981861196723206E-2</c:v>
                </c:pt>
                <c:pt idx="319">
                  <c:v>7.9462349892000211E-2</c:v>
                </c:pt>
                <c:pt idx="320">
                  <c:v>8.0405792402271775E-2</c:v>
                </c:pt>
                <c:pt idx="321">
                  <c:v>8.22769558152735E-2</c:v>
                </c:pt>
                <c:pt idx="322">
                  <c:v>8.337341762124742E-2</c:v>
                </c:pt>
                <c:pt idx="323">
                  <c:v>8.44627424686408E-2</c:v>
                </c:pt>
                <c:pt idx="324">
                  <c:v>8.7568029399129013E-2</c:v>
                </c:pt>
                <c:pt idx="325">
                  <c:v>8.8741109083748673E-2</c:v>
                </c:pt>
                <c:pt idx="326">
                  <c:v>8.9374254680808701E-2</c:v>
                </c:pt>
                <c:pt idx="327">
                  <c:v>9.1798212792944728E-2</c:v>
                </c:pt>
                <c:pt idx="328">
                  <c:v>9.3745623100968622E-2</c:v>
                </c:pt>
                <c:pt idx="329">
                  <c:v>9.5036150229762834E-2</c:v>
                </c:pt>
                <c:pt idx="330">
                  <c:v>9.6677505758451215E-2</c:v>
                </c:pt>
                <c:pt idx="331">
                  <c:v>9.8273645654128869E-2</c:v>
                </c:pt>
                <c:pt idx="332">
                  <c:v>0.10083548476035241</c:v>
                </c:pt>
                <c:pt idx="333">
                  <c:v>0.10201209982251942</c:v>
                </c:pt>
                <c:pt idx="334">
                  <c:v>0.10331103316175272</c:v>
                </c:pt>
                <c:pt idx="335">
                  <c:v>0.10362558891927304</c:v>
                </c:pt>
                <c:pt idx="336">
                  <c:v>0.10600446728871074</c:v>
                </c:pt>
                <c:pt idx="337">
                  <c:v>0.10664912142831584</c:v>
                </c:pt>
                <c:pt idx="338">
                  <c:v>0.1087629454465676</c:v>
                </c:pt>
                <c:pt idx="339">
                  <c:v>0.10906117749287104</c:v>
                </c:pt>
                <c:pt idx="340">
                  <c:v>0.1086535323379787</c:v>
                </c:pt>
                <c:pt idx="341">
                  <c:v>0.10849652355259454</c:v>
                </c:pt>
                <c:pt idx="342">
                  <c:v>0.10906570091822085</c:v>
                </c:pt>
                <c:pt idx="343">
                  <c:v>0.10846044236354944</c:v>
                </c:pt>
                <c:pt idx="344">
                  <c:v>0.10748070586053471</c:v>
                </c:pt>
                <c:pt idx="345">
                  <c:v>0.10668221892839164</c:v>
                </c:pt>
                <c:pt idx="346">
                  <c:v>0.10616588591533895</c:v>
                </c:pt>
                <c:pt idx="347">
                  <c:v>0.10414600955849859</c:v>
                </c:pt>
                <c:pt idx="348">
                  <c:v>0.10218168462479506</c:v>
                </c:pt>
                <c:pt idx="349">
                  <c:v>0.10043880541482164</c:v>
                </c:pt>
                <c:pt idx="350">
                  <c:v>9.8782208726630877E-2</c:v>
                </c:pt>
                <c:pt idx="351">
                  <c:v>9.6774537605425037E-2</c:v>
                </c:pt>
                <c:pt idx="352">
                  <c:v>9.4128448791217567E-2</c:v>
                </c:pt>
                <c:pt idx="353">
                  <c:v>9.0753614505245023E-2</c:v>
                </c:pt>
                <c:pt idx="354">
                  <c:v>8.7958500096539979E-2</c:v>
                </c:pt>
                <c:pt idx="355">
                  <c:v>8.5229032653296552E-2</c:v>
                </c:pt>
                <c:pt idx="356">
                  <c:v>8.1873963815879441E-2</c:v>
                </c:pt>
                <c:pt idx="357">
                  <c:v>7.8119044231994464E-2</c:v>
                </c:pt>
                <c:pt idx="358">
                  <c:v>7.4953535171467217E-2</c:v>
                </c:pt>
                <c:pt idx="359">
                  <c:v>7.1190987009164985E-2</c:v>
                </c:pt>
                <c:pt idx="360">
                  <c:v>6.7610440506373395E-2</c:v>
                </c:pt>
                <c:pt idx="361">
                  <c:v>6.4396354708775944E-2</c:v>
                </c:pt>
                <c:pt idx="362">
                  <c:v>6.0843693744354471E-2</c:v>
                </c:pt>
                <c:pt idx="363">
                  <c:v>5.8137606996731997E-2</c:v>
                </c:pt>
                <c:pt idx="364">
                  <c:v>5.397684854940607E-2</c:v>
                </c:pt>
                <c:pt idx="365">
                  <c:v>5.1628809716965013E-2</c:v>
                </c:pt>
                <c:pt idx="366">
                  <c:v>4.9459972666751228E-2</c:v>
                </c:pt>
                <c:pt idx="367">
                  <c:v>4.6322504138956562E-2</c:v>
                </c:pt>
                <c:pt idx="368">
                  <c:v>4.2885885778918852E-2</c:v>
                </c:pt>
                <c:pt idx="369">
                  <c:v>4.0825867133032052E-2</c:v>
                </c:pt>
                <c:pt idx="370">
                  <c:v>3.8479122289322612E-2</c:v>
                </c:pt>
                <c:pt idx="371">
                  <c:v>3.610741543157036E-2</c:v>
                </c:pt>
                <c:pt idx="372">
                  <c:v>3.3978302961179353E-2</c:v>
                </c:pt>
                <c:pt idx="373">
                  <c:v>3.2446574020870679E-2</c:v>
                </c:pt>
                <c:pt idx="374">
                  <c:v>3.0675852180553805E-2</c:v>
                </c:pt>
                <c:pt idx="375">
                  <c:v>2.8422142571327587E-2</c:v>
                </c:pt>
                <c:pt idx="376">
                  <c:v>2.7518439407825283E-2</c:v>
                </c:pt>
                <c:pt idx="377">
                  <c:v>2.6474285344696077E-2</c:v>
                </c:pt>
                <c:pt idx="378">
                  <c:v>2.4821102647576442E-2</c:v>
                </c:pt>
                <c:pt idx="379">
                  <c:v>2.4360950773665794E-2</c:v>
                </c:pt>
                <c:pt idx="380">
                  <c:v>2.2457523271463432E-2</c:v>
                </c:pt>
                <c:pt idx="381">
                  <c:v>2.2057993447912285E-2</c:v>
                </c:pt>
                <c:pt idx="382">
                  <c:v>2.1187253494161486E-2</c:v>
                </c:pt>
                <c:pt idx="383">
                  <c:v>2.0037856180196725E-2</c:v>
                </c:pt>
                <c:pt idx="384">
                  <c:v>1.9671231346968753E-2</c:v>
                </c:pt>
                <c:pt idx="385">
                  <c:v>1.9279439153854265E-2</c:v>
                </c:pt>
                <c:pt idx="386">
                  <c:v>1.8590525736716233E-2</c:v>
                </c:pt>
                <c:pt idx="387">
                  <c:v>1.8388769657317311E-2</c:v>
                </c:pt>
                <c:pt idx="388">
                  <c:v>1.8396467891249692E-2</c:v>
                </c:pt>
                <c:pt idx="389">
                  <c:v>1.7606291522271701E-2</c:v>
                </c:pt>
                <c:pt idx="390">
                  <c:v>1.7594013351275511E-2</c:v>
                </c:pt>
                <c:pt idx="391">
                  <c:v>1.7618499652091654E-2</c:v>
                </c:pt>
                <c:pt idx="392">
                  <c:v>1.7719024563095098E-2</c:v>
                </c:pt>
                <c:pt idx="393">
                  <c:v>1.7614317638422212E-2</c:v>
                </c:pt>
                <c:pt idx="394">
                  <c:v>1.80619785128504E-2</c:v>
                </c:pt>
                <c:pt idx="395">
                  <c:v>1.792886132452761E-2</c:v>
                </c:pt>
                <c:pt idx="396">
                  <c:v>1.8098225855314919E-2</c:v>
                </c:pt>
                <c:pt idx="397">
                  <c:v>1.8190921680305144E-2</c:v>
                </c:pt>
                <c:pt idx="398">
                  <c:v>1.8836518407508124E-2</c:v>
                </c:pt>
                <c:pt idx="399">
                  <c:v>1.9707379365813474E-2</c:v>
                </c:pt>
                <c:pt idx="400">
                  <c:v>2.0167169996421395E-2</c:v>
                </c:pt>
                <c:pt idx="401">
                  <c:v>2.0586553274831103E-2</c:v>
                </c:pt>
                <c:pt idx="402">
                  <c:v>2.1598710127228988E-2</c:v>
                </c:pt>
                <c:pt idx="403">
                  <c:v>2.2191080178666101E-2</c:v>
                </c:pt>
                <c:pt idx="404">
                  <c:v>2.338127539888395E-2</c:v>
                </c:pt>
                <c:pt idx="405">
                  <c:v>2.47238756481277E-2</c:v>
                </c:pt>
                <c:pt idx="406">
                  <c:v>2.6405283774837234E-2</c:v>
                </c:pt>
                <c:pt idx="407">
                  <c:v>2.7562601772058371E-2</c:v>
                </c:pt>
                <c:pt idx="408">
                  <c:v>2.980889200654193E-2</c:v>
                </c:pt>
                <c:pt idx="409">
                  <c:v>3.1264870901424768E-2</c:v>
                </c:pt>
                <c:pt idx="410">
                  <c:v>3.3377754674079725E-2</c:v>
                </c:pt>
                <c:pt idx="411">
                  <c:v>3.56804450590191E-2</c:v>
                </c:pt>
                <c:pt idx="412">
                  <c:v>3.7482549302551758E-2</c:v>
                </c:pt>
                <c:pt idx="413">
                  <c:v>4.1285402315776695E-2</c:v>
                </c:pt>
                <c:pt idx="414">
                  <c:v>4.30112558857643E-2</c:v>
                </c:pt>
                <c:pt idx="415">
                  <c:v>4.6430732820923616E-2</c:v>
                </c:pt>
                <c:pt idx="416">
                  <c:v>4.9032278587485094E-2</c:v>
                </c:pt>
                <c:pt idx="417">
                  <c:v>5.3302806076044734E-2</c:v>
                </c:pt>
                <c:pt idx="418">
                  <c:v>5.5992493806778752E-2</c:v>
                </c:pt>
                <c:pt idx="419">
                  <c:v>5.9916109047112531E-2</c:v>
                </c:pt>
                <c:pt idx="420">
                  <c:v>6.4154977241760808E-2</c:v>
                </c:pt>
                <c:pt idx="421">
                  <c:v>6.7106826507302417E-2</c:v>
                </c:pt>
                <c:pt idx="422">
                  <c:v>7.1473657983899375E-2</c:v>
                </c:pt>
                <c:pt idx="423">
                  <c:v>7.4554360215560764E-2</c:v>
                </c:pt>
                <c:pt idx="424">
                  <c:v>7.8595230837568558E-2</c:v>
                </c:pt>
                <c:pt idx="425">
                  <c:v>8.2982813904730904E-2</c:v>
                </c:pt>
                <c:pt idx="426">
                  <c:v>8.6583956987296817E-2</c:v>
                </c:pt>
                <c:pt idx="427">
                  <c:v>8.9724591274448651E-2</c:v>
                </c:pt>
                <c:pt idx="428">
                  <c:v>9.4003271715066741E-2</c:v>
                </c:pt>
                <c:pt idx="429">
                  <c:v>9.7383133785661977E-2</c:v>
                </c:pt>
                <c:pt idx="430">
                  <c:v>0.10021808732943714</c:v>
                </c:pt>
                <c:pt idx="431">
                  <c:v>0.10354098727729216</c:v>
                </c:pt>
                <c:pt idx="432">
                  <c:v>0.10707329107373506</c:v>
                </c:pt>
                <c:pt idx="433">
                  <c:v>0.1074850229578285</c:v>
                </c:pt>
                <c:pt idx="434">
                  <c:v>0.11074682001526837</c:v>
                </c:pt>
                <c:pt idx="435">
                  <c:v>0.11361387094882021</c:v>
                </c:pt>
                <c:pt idx="436">
                  <c:v>0.11388520869970981</c:v>
                </c:pt>
                <c:pt idx="437">
                  <c:v>0.11459768305234429</c:v>
                </c:pt>
                <c:pt idx="438">
                  <c:v>0.11523090993811128</c:v>
                </c:pt>
                <c:pt idx="439">
                  <c:v>0.11449746694581583</c:v>
                </c:pt>
                <c:pt idx="440">
                  <c:v>0.11526368194336491</c:v>
                </c:pt>
                <c:pt idx="441">
                  <c:v>0.11498150979886147</c:v>
                </c:pt>
                <c:pt idx="442">
                  <c:v>0.11314236361489151</c:v>
                </c:pt>
                <c:pt idx="443">
                  <c:v>0.11193623115987084</c:v>
                </c:pt>
                <c:pt idx="444">
                  <c:v>0.10998443448911077</c:v>
                </c:pt>
                <c:pt idx="445">
                  <c:v>0.10858925297098951</c:v>
                </c:pt>
                <c:pt idx="446">
                  <c:v>0.10442802700937448</c:v>
                </c:pt>
                <c:pt idx="447">
                  <c:v>0.10330653525205272</c:v>
                </c:pt>
                <c:pt idx="448">
                  <c:v>9.9576553630815398E-2</c:v>
                </c:pt>
                <c:pt idx="449">
                  <c:v>9.5741568076992078E-2</c:v>
                </c:pt>
                <c:pt idx="450">
                  <c:v>9.2528252797389604E-2</c:v>
                </c:pt>
                <c:pt idx="451">
                  <c:v>8.9922319541172052E-2</c:v>
                </c:pt>
                <c:pt idx="452">
                  <c:v>8.4744630820353953E-2</c:v>
                </c:pt>
                <c:pt idx="453">
                  <c:v>8.1393438061624343E-2</c:v>
                </c:pt>
                <c:pt idx="454">
                  <c:v>7.7994913021067411E-2</c:v>
                </c:pt>
                <c:pt idx="455">
                  <c:v>7.3892751213280566E-2</c:v>
                </c:pt>
                <c:pt idx="456">
                  <c:v>6.9425022214225959E-2</c:v>
                </c:pt>
                <c:pt idx="457">
                  <c:v>6.5920217553977103E-2</c:v>
                </c:pt>
                <c:pt idx="458">
                  <c:v>6.2840683950753234E-2</c:v>
                </c:pt>
                <c:pt idx="459">
                  <c:v>5.9049336123235707E-2</c:v>
                </c:pt>
                <c:pt idx="460">
                  <c:v>5.6678068287314233E-2</c:v>
                </c:pt>
                <c:pt idx="461">
                  <c:v>5.2952549733899346E-2</c:v>
                </c:pt>
                <c:pt idx="462">
                  <c:v>5.0479824201589904E-2</c:v>
                </c:pt>
                <c:pt idx="463">
                  <c:v>4.8234084655754142E-2</c:v>
                </c:pt>
                <c:pt idx="464">
                  <c:v>4.510427979433259E-2</c:v>
                </c:pt>
                <c:pt idx="465">
                  <c:v>4.2749454359380108E-2</c:v>
                </c:pt>
                <c:pt idx="466">
                  <c:v>4.1539641742576398E-2</c:v>
                </c:pt>
                <c:pt idx="467">
                  <c:v>4.0003120201349246E-2</c:v>
                </c:pt>
                <c:pt idx="468">
                  <c:v>3.8563752992717706E-2</c:v>
                </c:pt>
                <c:pt idx="469">
                  <c:v>3.7744740963704879E-2</c:v>
                </c:pt>
                <c:pt idx="470">
                  <c:v>3.6918640942837873E-2</c:v>
                </c:pt>
                <c:pt idx="471">
                  <c:v>3.6337626708182025E-2</c:v>
                </c:pt>
                <c:pt idx="472">
                  <c:v>3.6692962553975979E-2</c:v>
                </c:pt>
                <c:pt idx="473">
                  <c:v>3.753133472173751E-2</c:v>
                </c:pt>
                <c:pt idx="474">
                  <c:v>3.8152257133052675E-2</c:v>
                </c:pt>
                <c:pt idx="475">
                  <c:v>3.9463077253983909E-2</c:v>
                </c:pt>
                <c:pt idx="476">
                  <c:v>4.0765419950367594E-2</c:v>
                </c:pt>
                <c:pt idx="477">
                  <c:v>4.3197078474436011E-2</c:v>
                </c:pt>
                <c:pt idx="478">
                  <c:v>4.466116975553E-2</c:v>
                </c:pt>
                <c:pt idx="479">
                  <c:v>4.7641138785282804E-2</c:v>
                </c:pt>
                <c:pt idx="480">
                  <c:v>4.9963777932404314E-2</c:v>
                </c:pt>
                <c:pt idx="481">
                  <c:v>5.2416170280318496E-2</c:v>
                </c:pt>
                <c:pt idx="482">
                  <c:v>5.6500546572966243E-2</c:v>
                </c:pt>
                <c:pt idx="483">
                  <c:v>6.0464732413098875E-2</c:v>
                </c:pt>
                <c:pt idx="484">
                  <c:v>6.4916118731673647E-2</c:v>
                </c:pt>
                <c:pt idx="485">
                  <c:v>6.9791652533266357E-2</c:v>
                </c:pt>
                <c:pt idx="486">
                  <c:v>7.3889125119115301E-2</c:v>
                </c:pt>
                <c:pt idx="487">
                  <c:v>7.9655083372461993E-2</c:v>
                </c:pt>
                <c:pt idx="488">
                  <c:v>8.476894535179523E-2</c:v>
                </c:pt>
                <c:pt idx="489">
                  <c:v>9.0127766417315944E-2</c:v>
                </c:pt>
                <c:pt idx="490">
                  <c:v>9.6806529120550197E-2</c:v>
                </c:pt>
                <c:pt idx="491">
                  <c:v>0.10368181480469689</c:v>
                </c:pt>
                <c:pt idx="492">
                  <c:v>0.11061062147660684</c:v>
                </c:pt>
                <c:pt idx="493">
                  <c:v>0.11899375073814331</c:v>
                </c:pt>
                <c:pt idx="494">
                  <c:v>0.12451735482247547</c:v>
                </c:pt>
                <c:pt idx="495">
                  <c:v>0.13424511839692249</c:v>
                </c:pt>
                <c:pt idx="496">
                  <c:v>0.14239456734345374</c:v>
                </c:pt>
                <c:pt idx="497">
                  <c:v>0.15114929963298129</c:v>
                </c:pt>
                <c:pt idx="498">
                  <c:v>0.16075824220532758</c:v>
                </c:pt>
                <c:pt idx="499">
                  <c:v>0.16997348517903008</c:v>
                </c:pt>
                <c:pt idx="500">
                  <c:v>0.17884400371865311</c:v>
                </c:pt>
                <c:pt idx="501">
                  <c:v>0.1884827731089278</c:v>
                </c:pt>
                <c:pt idx="502">
                  <c:v>0.19916903901627978</c:v>
                </c:pt>
                <c:pt idx="503">
                  <c:v>0.20876673258143547</c:v>
                </c:pt>
                <c:pt idx="504">
                  <c:v>0.21933255682817515</c:v>
                </c:pt>
                <c:pt idx="505">
                  <c:v>0.22945564473255931</c:v>
                </c:pt>
                <c:pt idx="506">
                  <c:v>0.24026106538994607</c:v>
                </c:pt>
                <c:pt idx="507">
                  <c:v>0.25139067082071942</c:v>
                </c:pt>
                <c:pt idx="508">
                  <c:v>0.26219960299633721</c:v>
                </c:pt>
                <c:pt idx="509">
                  <c:v>0.27349035673117517</c:v>
                </c:pt>
                <c:pt idx="510">
                  <c:v>0</c:v>
                </c:pt>
                <c:pt idx="511">
                  <c:v>0</c:v>
                </c:pt>
              </c:numCache>
            </c:numRef>
          </c:yVal>
          <c:smooth val="1"/>
          <c:extLst>
            <c:ext xmlns:c16="http://schemas.microsoft.com/office/drawing/2014/chart" uri="{C3380CC4-5D6E-409C-BE32-E72D297353CC}">
              <c16:uniqueId val="{00000003-8874-4642-85AA-D71BCF856A6C}"/>
            </c:ext>
          </c:extLst>
        </c:ser>
        <c:ser>
          <c:idx val="3"/>
          <c:order val="4"/>
          <c:tx>
            <c:strRef>
              <c:f>'calib_(2)'!$P$7</c:f>
              <c:strCache>
                <c:ptCount val="1"/>
                <c:pt idx="0">
                  <c:v>15%±5%</c:v>
                </c:pt>
              </c:strCache>
            </c:strRef>
          </c:tx>
          <c:spPr>
            <a:ln w="19046" cap="rnd">
              <a:solidFill>
                <a:schemeClr val="accent4"/>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'calib_(2)'!$P$8:$P$519</c:f>
              <c:numCache>
                <c:formatCode>General</c:formatCode>
                <c:ptCount val="51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0.35967456097953898</c:v>
                </c:pt>
                <c:pt idx="147">
                  <c:v>0.36371821465012599</c:v>
                </c:pt>
                <c:pt idx="148">
                  <c:v>0.367761868320713</c:v>
                </c:pt>
                <c:pt idx="149">
                  <c:v>0.37180552199130001</c:v>
                </c:pt>
                <c:pt idx="150">
                  <c:v>0.37584917566188702</c:v>
                </c:pt>
                <c:pt idx="151">
                  <c:v>0.37989282933247398</c:v>
                </c:pt>
                <c:pt idx="152">
                  <c:v>0.38393648300306099</c:v>
                </c:pt>
                <c:pt idx="153">
                  <c:v>0.387980136673648</c:v>
                </c:pt>
                <c:pt idx="154">
                  <c:v>0.39202379034423501</c:v>
                </c:pt>
                <c:pt idx="155">
                  <c:v>0.39606744401482202</c:v>
                </c:pt>
                <c:pt idx="156">
                  <c:v>0.40011109768540898</c:v>
                </c:pt>
                <c:pt idx="157">
                  <c:v>0.40415475135599599</c:v>
                </c:pt>
                <c:pt idx="158">
                  <c:v>0.408198405026583</c:v>
                </c:pt>
                <c:pt idx="159">
                  <c:v>0.41224205869716901</c:v>
                </c:pt>
                <c:pt idx="160">
                  <c:v>0.41628571236775602</c:v>
                </c:pt>
                <c:pt idx="161">
                  <c:v>0.42032936603834298</c:v>
                </c:pt>
                <c:pt idx="162">
                  <c:v>0.42437301970892999</c:v>
                </c:pt>
                <c:pt idx="163">
                  <c:v>0.428416673379517</c:v>
                </c:pt>
                <c:pt idx="164">
                  <c:v>0.43246032705010401</c:v>
                </c:pt>
                <c:pt idx="165">
                  <c:v>0.43650398072069102</c:v>
                </c:pt>
                <c:pt idx="166">
                  <c:v>0.44054763439127798</c:v>
                </c:pt>
                <c:pt idx="167">
                  <c:v>0.44459128806186499</c:v>
                </c:pt>
                <c:pt idx="168">
                  <c:v>0.448634941732452</c:v>
                </c:pt>
                <c:pt idx="169">
                  <c:v>0.45267859540303901</c:v>
                </c:pt>
                <c:pt idx="170">
                  <c:v>0.45672224907362602</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numCache>
            </c:numRef>
          </c:yVal>
          <c:smooth val="1"/>
          <c:extLst>
            <c:ext xmlns:c16="http://schemas.microsoft.com/office/drawing/2014/chart" uri="{C3380CC4-5D6E-409C-BE32-E72D297353CC}">
              <c16:uniqueId val="{00000004-8874-4642-85AA-D71BCF856A6C}"/>
            </c:ext>
          </c:extLst>
        </c:ser>
        <c:ser>
          <c:idx val="5"/>
          <c:order val="5"/>
          <c:tx>
            <c:strRef>
              <c:f>'calib_(2)'!$I$7</c:f>
              <c:strCache>
                <c:ptCount val="1"/>
                <c:pt idx="0">
                  <c:v>undesired without septa</c:v>
                </c:pt>
              </c:strCache>
            </c:strRef>
          </c:tx>
          <c:spPr>
            <a:ln w="22225">
              <a:prstDash val="sysDot"/>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'calib_(2)'!$J$8:$J$519</c:f>
              <c:numCache>
                <c:formatCode>General</c:formatCode>
                <c:ptCount val="512"/>
                <c:pt idx="0">
                  <c:v>0.12523886810771104</c:v>
                </c:pt>
                <c:pt idx="1">
                  <c:v>0.13949052783048463</c:v>
                </c:pt>
                <c:pt idx="2">
                  <c:v>0.14485506536069714</c:v>
                </c:pt>
                <c:pt idx="3">
                  <c:v>0.14903133133080768</c:v>
                </c:pt>
                <c:pt idx="4">
                  <c:v>0.15178972113034336</c:v>
                </c:pt>
                <c:pt idx="5">
                  <c:v>0.15387403574981143</c:v>
                </c:pt>
                <c:pt idx="6">
                  <c:v>0.15494204139147649</c:v>
                </c:pt>
                <c:pt idx="7">
                  <c:v>0.15361270804226348</c:v>
                </c:pt>
                <c:pt idx="8">
                  <c:v>0.15574708360815429</c:v>
                </c:pt>
                <c:pt idx="9">
                  <c:v>0.15604338984986593</c:v>
                </c:pt>
                <c:pt idx="10">
                  <c:v>0.15610420939697781</c:v>
                </c:pt>
                <c:pt idx="11">
                  <c:v>0.15716250749992616</c:v>
                </c:pt>
                <c:pt idx="12">
                  <c:v>0.15618105922509759</c:v>
                </c:pt>
                <c:pt idx="13">
                  <c:v>0.15537074246831545</c:v>
                </c:pt>
                <c:pt idx="14">
                  <c:v>0.15599663012150469</c:v>
                </c:pt>
                <c:pt idx="15">
                  <c:v>0.15440931623112428</c:v>
                </c:pt>
                <c:pt idx="16">
                  <c:v>0.1547085290348113</c:v>
                </c:pt>
                <c:pt idx="17">
                  <c:v>0.1531380236366145</c:v>
                </c:pt>
                <c:pt idx="18">
                  <c:v>0.15317606631829556</c:v>
                </c:pt>
                <c:pt idx="19">
                  <c:v>0.15072084676667863</c:v>
                </c:pt>
                <c:pt idx="20">
                  <c:v>0.15123462008971095</c:v>
                </c:pt>
                <c:pt idx="21">
                  <c:v>0.15086089012304593</c:v>
                </c:pt>
                <c:pt idx="22">
                  <c:v>0.15012757195194384</c:v>
                </c:pt>
                <c:pt idx="23">
                  <c:v>0.15253822596218658</c:v>
                </c:pt>
                <c:pt idx="24">
                  <c:v>0.1552823489844713</c:v>
                </c:pt>
                <c:pt idx="25">
                  <c:v>0.15938283464119601</c:v>
                </c:pt>
                <c:pt idx="26">
                  <c:v>0.16136582636319968</c:v>
                </c:pt>
                <c:pt idx="27">
                  <c:v>0.16246742321144569</c:v>
                </c:pt>
                <c:pt idx="28">
                  <c:v>0.16150482336198904</c:v>
                </c:pt>
                <c:pt idx="29">
                  <c:v>0.15724830286081129</c:v>
                </c:pt>
                <c:pt idx="30">
                  <c:v>0.15416627547876979</c:v>
                </c:pt>
                <c:pt idx="31">
                  <c:v>0.15259584974014784</c:v>
                </c:pt>
                <c:pt idx="32">
                  <c:v>0.15017356266777443</c:v>
                </c:pt>
                <c:pt idx="33">
                  <c:v>0.14898673527700559</c:v>
                </c:pt>
                <c:pt idx="34">
                  <c:v>0.1481418437920711</c:v>
                </c:pt>
                <c:pt idx="35">
                  <c:v>0.14846784551659345</c:v>
                </c:pt>
                <c:pt idx="36">
                  <c:v>0.14957591488136113</c:v>
                </c:pt>
                <c:pt idx="37">
                  <c:v>0.15171856640851253</c:v>
                </c:pt>
                <c:pt idx="38">
                  <c:v>0.15585995281532769</c:v>
                </c:pt>
                <c:pt idx="39">
                  <c:v>0.16042081955775905</c:v>
                </c:pt>
                <c:pt idx="40">
                  <c:v>0.16753448811637778</c:v>
                </c:pt>
                <c:pt idx="41">
                  <c:v>0.17469426244672792</c:v>
                </c:pt>
                <c:pt idx="42">
                  <c:v>0.18077720502023215</c:v>
                </c:pt>
                <c:pt idx="43">
                  <c:v>0.18731638508960319</c:v>
                </c:pt>
                <c:pt idx="44">
                  <c:v>0.18954295801118798</c:v>
                </c:pt>
                <c:pt idx="45">
                  <c:v>0.18958875082105067</c:v>
                </c:pt>
                <c:pt idx="46">
                  <c:v>0.18569650821874373</c:v>
                </c:pt>
                <c:pt idx="47">
                  <c:v>0.18068390656470407</c:v>
                </c:pt>
                <c:pt idx="48">
                  <c:v>0.17694989583045395</c:v>
                </c:pt>
                <c:pt idx="49">
                  <c:v>0.17332877999145291</c:v>
                </c:pt>
                <c:pt idx="50">
                  <c:v>0.17123154508673794</c:v>
                </c:pt>
                <c:pt idx="51">
                  <c:v>0.17200847892372792</c:v>
                </c:pt>
                <c:pt idx="52">
                  <c:v>0.17600749374392888</c:v>
                </c:pt>
                <c:pt idx="53">
                  <c:v>0.17940443802775141</c:v>
                </c:pt>
                <c:pt idx="54">
                  <c:v>0.1814205109999</c:v>
                </c:pt>
                <c:pt idx="55">
                  <c:v>0.18575160614068886</c:v>
                </c:pt>
                <c:pt idx="56">
                  <c:v>0.18921010133243243</c:v>
                </c:pt>
                <c:pt idx="57">
                  <c:v>0.19334206848277122</c:v>
                </c:pt>
                <c:pt idx="58">
                  <c:v>0.19549905188450842</c:v>
                </c:pt>
                <c:pt idx="59">
                  <c:v>0.19680890962314043</c:v>
                </c:pt>
                <c:pt idx="60">
                  <c:v>0.20009544119886286</c:v>
                </c:pt>
                <c:pt idx="61">
                  <c:v>0.20412173587354232</c:v>
                </c:pt>
                <c:pt idx="62">
                  <c:v>0.21206941762584908</c:v>
                </c:pt>
                <c:pt idx="63">
                  <c:v>0.22260605381847223</c:v>
                </c:pt>
                <c:pt idx="64">
                  <c:v>0.23926313459392159</c:v>
                </c:pt>
                <c:pt idx="65">
                  <c:v>0.26017855879997653</c:v>
                </c:pt>
                <c:pt idx="66">
                  <c:v>0.29123783381429452</c:v>
                </c:pt>
                <c:pt idx="67">
                  <c:v>0.33256744966926038</c:v>
                </c:pt>
                <c:pt idx="68">
                  <c:v>0.38217048615627264</c:v>
                </c:pt>
                <c:pt idx="69">
                  <c:v>0.43502229324595371</c:v>
                </c:pt>
                <c:pt idx="70">
                  <c:v>0.48841651526366148</c:v>
                </c:pt>
                <c:pt idx="71">
                  <c:v>0.53842096574621312</c:v>
                </c:pt>
                <c:pt idx="72">
                  <c:v>0.57436154451194288</c:v>
                </c:pt>
                <c:pt idx="73">
                  <c:v>0.59362805349727732</c:v>
                </c:pt>
                <c:pt idx="74">
                  <c:v>0.59059151628461315</c:v>
                </c:pt>
                <c:pt idx="75">
                  <c:v>0.57682431470526219</c:v>
                </c:pt>
                <c:pt idx="76">
                  <c:v>0.54587363921237253</c:v>
                </c:pt>
                <c:pt idx="77">
                  <c:v>0.50824612923334622</c:v>
                </c:pt>
                <c:pt idx="78">
                  <c:v>0.47492983363602581</c:v>
                </c:pt>
                <c:pt idx="79">
                  <c:v>0.44827077109272695</c:v>
                </c:pt>
                <c:pt idx="80">
                  <c:v>0.42846582947587514</c:v>
                </c:pt>
                <c:pt idx="81">
                  <c:v>0.41821327766215993</c:v>
                </c:pt>
                <c:pt idx="82">
                  <c:v>0.41273545183537091</c:v>
                </c:pt>
                <c:pt idx="83">
                  <c:v>0.41255426720028515</c:v>
                </c:pt>
                <c:pt idx="84">
                  <c:v>0.40711358081161603</c:v>
                </c:pt>
                <c:pt idx="85">
                  <c:v>0.39782469337008142</c:v>
                </c:pt>
                <c:pt idx="86">
                  <c:v>0.38723923427371054</c:v>
                </c:pt>
                <c:pt idx="87">
                  <c:v>0.37104358424185863</c:v>
                </c:pt>
                <c:pt idx="88">
                  <c:v>0.35149025118715199</c:v>
                </c:pt>
                <c:pt idx="89">
                  <c:v>0.331176220640718</c:v>
                </c:pt>
                <c:pt idx="90">
                  <c:v>0.31326956819412083</c:v>
                </c:pt>
                <c:pt idx="91">
                  <c:v>0.29640409767221165</c:v>
                </c:pt>
                <c:pt idx="92">
                  <c:v>0.28245434658357843</c:v>
                </c:pt>
                <c:pt idx="93">
                  <c:v>0.27262068392506839</c:v>
                </c:pt>
                <c:pt idx="94">
                  <c:v>0.26495611287849141</c:v>
                </c:pt>
                <c:pt idx="95">
                  <c:v>0.26106141672763805</c:v>
                </c:pt>
                <c:pt idx="96">
                  <c:v>0.25832915274073004</c:v>
                </c:pt>
                <c:pt idx="97">
                  <c:v>0.25824275607644243</c:v>
                </c:pt>
                <c:pt idx="98">
                  <c:v>0.25678177745450576</c:v>
                </c:pt>
                <c:pt idx="99">
                  <c:v>0.25697541983209859</c:v>
                </c:pt>
                <c:pt idx="100">
                  <c:v>0.25590344074733695</c:v>
                </c:pt>
                <c:pt idx="101">
                  <c:v>0.25701267045112119</c:v>
                </c:pt>
                <c:pt idx="102">
                  <c:v>0.25619506585359308</c:v>
                </c:pt>
                <c:pt idx="103">
                  <c:v>0.25399890105284784</c:v>
                </c:pt>
                <c:pt idx="104">
                  <c:v>0.25483885213184176</c:v>
                </c:pt>
                <c:pt idx="105">
                  <c:v>0.25287393144514742</c:v>
                </c:pt>
                <c:pt idx="106">
                  <c:v>0.25253975463844636</c:v>
                </c:pt>
                <c:pt idx="107">
                  <c:v>0.25180712788260079</c:v>
                </c:pt>
                <c:pt idx="108">
                  <c:v>0.24861542255485183</c:v>
                </c:pt>
                <c:pt idx="109">
                  <c:v>0.25043831490205121</c:v>
                </c:pt>
                <c:pt idx="110">
                  <c:v>0.24802451003332823</c:v>
                </c:pt>
                <c:pt idx="111">
                  <c:v>0.24739429615203548</c:v>
                </c:pt>
                <c:pt idx="112">
                  <c:v>0.24591224075210671</c:v>
                </c:pt>
                <c:pt idx="113">
                  <c:v>0.24737935638069145</c:v>
                </c:pt>
                <c:pt idx="114">
                  <c:v>0.24683283126291664</c:v>
                </c:pt>
                <c:pt idx="115">
                  <c:v>0.24654587538668921</c:v>
                </c:pt>
                <c:pt idx="116">
                  <c:v>0.24611107987162611</c:v>
                </c:pt>
                <c:pt idx="117">
                  <c:v>0.24594759912899428</c:v>
                </c:pt>
                <c:pt idx="118">
                  <c:v>0.24553040689857453</c:v>
                </c:pt>
                <c:pt idx="119">
                  <c:v>0.2474200213195572</c:v>
                </c:pt>
                <c:pt idx="120">
                  <c:v>0.24791751971291531</c:v>
                </c:pt>
                <c:pt idx="121">
                  <c:v>0.24886570750753914</c:v>
                </c:pt>
                <c:pt idx="122">
                  <c:v>0.24926833774109561</c:v>
                </c:pt>
                <c:pt idx="123">
                  <c:v>0.25104357939209127</c:v>
                </c:pt>
                <c:pt idx="124">
                  <c:v>0.25274983247811494</c:v>
                </c:pt>
                <c:pt idx="125">
                  <c:v>0.25645025328635002</c:v>
                </c:pt>
                <c:pt idx="126">
                  <c:v>0.2539180028315452</c:v>
                </c:pt>
                <c:pt idx="127">
                  <c:v>0.25778792849437382</c:v>
                </c:pt>
                <c:pt idx="128">
                  <c:v>0.25776855472037064</c:v>
                </c:pt>
                <c:pt idx="129">
                  <c:v>0.2589402943730309</c:v>
                </c:pt>
                <c:pt idx="130">
                  <c:v>0.26130890645240823</c:v>
                </c:pt>
                <c:pt idx="131">
                  <c:v>0.2619402550746579</c:v>
                </c:pt>
                <c:pt idx="132">
                  <c:v>0.26450168230179916</c:v>
                </c:pt>
                <c:pt idx="133">
                  <c:v>0.26648066992419778</c:v>
                </c:pt>
                <c:pt idx="134">
                  <c:v>0.26576550158703177</c:v>
                </c:pt>
                <c:pt idx="135">
                  <c:v>0.26776067178133495</c:v>
                </c:pt>
                <c:pt idx="136">
                  <c:v>0.26848430215377433</c:v>
                </c:pt>
                <c:pt idx="137">
                  <c:v>0.27115946647877337</c:v>
                </c:pt>
                <c:pt idx="138">
                  <c:v>0.2731608064594967</c:v>
                </c:pt>
                <c:pt idx="139">
                  <c:v>0.27427525937366087</c:v>
                </c:pt>
                <c:pt idx="140">
                  <c:v>0.27677533967706569</c:v>
                </c:pt>
                <c:pt idx="141">
                  <c:v>0.28019411898807334</c:v>
                </c:pt>
                <c:pt idx="142">
                  <c:v>0.28156476721177504</c:v>
                </c:pt>
                <c:pt idx="143">
                  <c:v>0.28519372290855194</c:v>
                </c:pt>
                <c:pt idx="144">
                  <c:v>0.28975727199436702</c:v>
                </c:pt>
                <c:pt idx="145">
                  <c:v>0.29250631920844322</c:v>
                </c:pt>
                <c:pt idx="146">
                  <c:v>0.29815260812894712</c:v>
                </c:pt>
                <c:pt idx="147">
                  <c:v>0.30411527919262171</c:v>
                </c:pt>
                <c:pt idx="148">
                  <c:v>0.30789807498433364</c:v>
                </c:pt>
                <c:pt idx="149">
                  <c:v>0.31319828808729011</c:v>
                </c:pt>
                <c:pt idx="150">
                  <c:v>0.31833719961865814</c:v>
                </c:pt>
                <c:pt idx="151">
                  <c:v>0.32541639221212665</c:v>
                </c:pt>
                <c:pt idx="152">
                  <c:v>0.32958382499374861</c:v>
                </c:pt>
                <c:pt idx="153">
                  <c:v>0.33549345631381294</c:v>
                </c:pt>
                <c:pt idx="154">
                  <c:v>0.34212538749667831</c:v>
                </c:pt>
                <c:pt idx="155">
                  <c:v>0.34798515739269559</c:v>
                </c:pt>
                <c:pt idx="156">
                  <c:v>0.35296304370990367</c:v>
                </c:pt>
                <c:pt idx="157">
                  <c:v>0.35625866787928867</c:v>
                </c:pt>
                <c:pt idx="158">
                  <c:v>0.3600805296534148</c:v>
                </c:pt>
                <c:pt idx="159">
                  <c:v>0.36261711921454237</c:v>
                </c:pt>
                <c:pt idx="160">
                  <c:v>0.36511346672454925</c:v>
                </c:pt>
                <c:pt idx="161">
                  <c:v>0.36521435972555644</c:v>
                </c:pt>
                <c:pt idx="162">
                  <c:v>0.36639342273015818</c:v>
                </c:pt>
                <c:pt idx="163">
                  <c:v>0.36726368354016464</c:v>
                </c:pt>
                <c:pt idx="164">
                  <c:v>0.36851367825797182</c:v>
                </c:pt>
                <c:pt idx="165">
                  <c:v>0.36803547485176769</c:v>
                </c:pt>
                <c:pt idx="166">
                  <c:v>0.37027216321345369</c:v>
                </c:pt>
                <c:pt idx="167">
                  <c:v>0.37131906051856034</c:v>
                </c:pt>
                <c:pt idx="168">
                  <c:v>0.37331352167735954</c:v>
                </c:pt>
                <c:pt idx="169">
                  <c:v>0.37666443398916633</c:v>
                </c:pt>
                <c:pt idx="170">
                  <c:v>0.3771462964993762</c:v>
                </c:pt>
                <c:pt idx="171">
                  <c:v>0.38090859662284121</c:v>
                </c:pt>
                <c:pt idx="172">
                  <c:v>0.38296054964769288</c:v>
                </c:pt>
                <c:pt idx="173">
                  <c:v>0.38573075537834678</c:v>
                </c:pt>
                <c:pt idx="174">
                  <c:v>0.38787787864827256</c:v>
                </c:pt>
                <c:pt idx="175">
                  <c:v>0.38753706793820414</c:v>
                </c:pt>
                <c:pt idx="176">
                  <c:v>0.38841142533678069</c:v>
                </c:pt>
                <c:pt idx="177">
                  <c:v>0.38902998741297384</c:v>
                </c:pt>
                <c:pt idx="178">
                  <c:v>0.39008015736034141</c:v>
                </c:pt>
                <c:pt idx="179">
                  <c:v>0.38827446968122542</c:v>
                </c:pt>
                <c:pt idx="180">
                  <c:v>0.3837263228845465</c:v>
                </c:pt>
                <c:pt idx="181">
                  <c:v>0.38080432036065626</c:v>
                </c:pt>
                <c:pt idx="182">
                  <c:v>0.37782601128685389</c:v>
                </c:pt>
                <c:pt idx="183">
                  <c:v>0.37322857828087452</c:v>
                </c:pt>
                <c:pt idx="184">
                  <c:v>0.36934127585685306</c:v>
                </c:pt>
                <c:pt idx="185">
                  <c:v>0.36446269988770458</c:v>
                </c:pt>
                <c:pt idx="186">
                  <c:v>0.35915771411378244</c:v>
                </c:pt>
                <c:pt idx="187">
                  <c:v>0.35327517044253176</c:v>
                </c:pt>
                <c:pt idx="188">
                  <c:v>0.3476020507937248</c:v>
                </c:pt>
                <c:pt idx="189">
                  <c:v>0.342297915040635</c:v>
                </c:pt>
                <c:pt idx="190">
                  <c:v>0.33711922147985962</c:v>
                </c:pt>
                <c:pt idx="191">
                  <c:v>0.33197759363265988</c:v>
                </c:pt>
                <c:pt idx="192">
                  <c:v>0.32552396330955208</c:v>
                </c:pt>
                <c:pt idx="193">
                  <c:v>0.31974489317256483</c:v>
                </c:pt>
                <c:pt idx="194">
                  <c:v>0.31453077963842402</c:v>
                </c:pt>
                <c:pt idx="195">
                  <c:v>0.30945136764596082</c:v>
                </c:pt>
                <c:pt idx="196">
                  <c:v>0.3048193065636543</c:v>
                </c:pt>
                <c:pt idx="197">
                  <c:v>0.29868755325145135</c:v>
                </c:pt>
                <c:pt idx="198">
                  <c:v>0.29359652529089059</c:v>
                </c:pt>
                <c:pt idx="199">
                  <c:v>0.28799727563327021</c:v>
                </c:pt>
                <c:pt idx="200">
                  <c:v>0.28558781361848384</c:v>
                </c:pt>
                <c:pt idx="201">
                  <c:v>0.2802015311944529</c:v>
                </c:pt>
                <c:pt idx="202">
                  <c:v>0.2733289976672873</c:v>
                </c:pt>
                <c:pt idx="203">
                  <c:v>0.26975521895481197</c:v>
                </c:pt>
                <c:pt idx="204">
                  <c:v>0.26634392884556574</c:v>
                </c:pt>
                <c:pt idx="205">
                  <c:v>0.26177750823629548</c:v>
                </c:pt>
                <c:pt idx="206">
                  <c:v>0.25798492201516132</c:v>
                </c:pt>
                <c:pt idx="207">
                  <c:v>0.25398139995086461</c:v>
                </c:pt>
                <c:pt idx="208">
                  <c:v>0.2488631368485858</c:v>
                </c:pt>
                <c:pt idx="209">
                  <c:v>0.24615220050758629</c:v>
                </c:pt>
                <c:pt idx="210">
                  <c:v>0.24059512045407716</c:v>
                </c:pt>
                <c:pt idx="211">
                  <c:v>0.23823167468582096</c:v>
                </c:pt>
                <c:pt idx="212">
                  <c:v>0.23358488540096098</c:v>
                </c:pt>
                <c:pt idx="213">
                  <c:v>0.23018350272805127</c:v>
                </c:pt>
                <c:pt idx="214">
                  <c:v>0.22739980553779393</c:v>
                </c:pt>
                <c:pt idx="215">
                  <c:v>0.22452220001099896</c:v>
                </c:pt>
                <c:pt idx="216">
                  <c:v>0.22108803247244882</c:v>
                </c:pt>
                <c:pt idx="217">
                  <c:v>0.21614155513588043</c:v>
                </c:pt>
                <c:pt idx="218">
                  <c:v>0.21584059710259515</c:v>
                </c:pt>
                <c:pt idx="219">
                  <c:v>0.21179328485467314</c:v>
                </c:pt>
                <c:pt idx="220">
                  <c:v>0.21013718055887079</c:v>
                </c:pt>
                <c:pt idx="221">
                  <c:v>0.20608646125052757</c:v>
                </c:pt>
                <c:pt idx="222">
                  <c:v>0.2046386637315899</c:v>
                </c:pt>
                <c:pt idx="223">
                  <c:v>0.20231119502570513</c:v>
                </c:pt>
                <c:pt idx="224">
                  <c:v>0.19972697615493423</c:v>
                </c:pt>
                <c:pt idx="225">
                  <c:v>0.19706373514707715</c:v>
                </c:pt>
                <c:pt idx="226">
                  <c:v>0.1927906216810748</c:v>
                </c:pt>
                <c:pt idx="227">
                  <c:v>0.19315566988797733</c:v>
                </c:pt>
                <c:pt idx="228">
                  <c:v>0.19129177530461072</c:v>
                </c:pt>
                <c:pt idx="229">
                  <c:v>0.18660096597858755</c:v>
                </c:pt>
                <c:pt idx="230">
                  <c:v>0.18618526120514886</c:v>
                </c:pt>
                <c:pt idx="231">
                  <c:v>0.18519722566356922</c:v>
                </c:pt>
                <c:pt idx="232">
                  <c:v>0.18184257015417959</c:v>
                </c:pt>
                <c:pt idx="233">
                  <c:v>0.17881140699739767</c:v>
                </c:pt>
                <c:pt idx="234">
                  <c:v>0.17864989171345988</c:v>
                </c:pt>
                <c:pt idx="235">
                  <c:v>0.17658663835787825</c:v>
                </c:pt>
                <c:pt idx="236">
                  <c:v>0.17455179491360584</c:v>
                </c:pt>
                <c:pt idx="237">
                  <c:v>0.17372522329587711</c:v>
                </c:pt>
                <c:pt idx="238">
                  <c:v>0.17186089828944526</c:v>
                </c:pt>
                <c:pt idx="239">
                  <c:v>0.17017509357828042</c:v>
                </c:pt>
                <c:pt idx="240">
                  <c:v>0.16906535959273489</c:v>
                </c:pt>
                <c:pt idx="241">
                  <c:v>0.16711264855020655</c:v>
                </c:pt>
                <c:pt idx="242">
                  <c:v>0.16633142184391292</c:v>
                </c:pt>
                <c:pt idx="243">
                  <c:v>0.16414662446509368</c:v>
                </c:pt>
                <c:pt idx="244">
                  <c:v>0.16300885404286869</c:v>
                </c:pt>
                <c:pt idx="245">
                  <c:v>0.16207550808887825</c:v>
                </c:pt>
                <c:pt idx="246">
                  <c:v>0.16091536516985616</c:v>
                </c:pt>
                <c:pt idx="247">
                  <c:v>0.15927494875733467</c:v>
                </c:pt>
                <c:pt idx="248">
                  <c:v>0.15746135576253684</c:v>
                </c:pt>
                <c:pt idx="249">
                  <c:v>0.15510688685795601</c:v>
                </c:pt>
                <c:pt idx="250">
                  <c:v>0.1545709430323767</c:v>
                </c:pt>
                <c:pt idx="251">
                  <c:v>0.1543178492683705</c:v>
                </c:pt>
                <c:pt idx="252">
                  <c:v>0.15258408548815164</c:v>
                </c:pt>
                <c:pt idx="253">
                  <c:v>0.15168286876343567</c:v>
                </c:pt>
                <c:pt idx="254">
                  <c:v>0.15018613479942777</c:v>
                </c:pt>
                <c:pt idx="255">
                  <c:v>0.14906841894144596</c:v>
                </c:pt>
                <c:pt idx="256">
                  <c:v>0.14793161984898356</c:v>
                </c:pt>
                <c:pt idx="257">
                  <c:v>0.1457789998706408</c:v>
                </c:pt>
                <c:pt idx="258">
                  <c:v>0.14459160446804184</c:v>
                </c:pt>
                <c:pt idx="259">
                  <c:v>0.14386353482523362</c:v>
                </c:pt>
                <c:pt idx="260">
                  <c:v>0.14172264568372767</c:v>
                </c:pt>
                <c:pt idx="261">
                  <c:v>0.14346103760729914</c:v>
                </c:pt>
                <c:pt idx="262">
                  <c:v>0.14069946091586</c:v>
                </c:pt>
                <c:pt idx="263">
                  <c:v>0.14044892172473394</c:v>
                </c:pt>
                <c:pt idx="264">
                  <c:v>0.1383907846780463</c:v>
                </c:pt>
                <c:pt idx="265">
                  <c:v>0.13854996161606142</c:v>
                </c:pt>
                <c:pt idx="266">
                  <c:v>0.1373990725451015</c:v>
                </c:pt>
                <c:pt idx="267">
                  <c:v>0.13786010862921366</c:v>
                </c:pt>
                <c:pt idx="268">
                  <c:v>0.13524411876810083</c:v>
                </c:pt>
                <c:pt idx="269">
                  <c:v>0.13631672778225534</c:v>
                </c:pt>
                <c:pt idx="270">
                  <c:v>0.13446382742313318</c:v>
                </c:pt>
                <c:pt idx="271">
                  <c:v>0.13377680361308883</c:v>
                </c:pt>
                <c:pt idx="272">
                  <c:v>0.13311875581270596</c:v>
                </c:pt>
                <c:pt idx="273">
                  <c:v>0.1321692870945001</c:v>
                </c:pt>
                <c:pt idx="274">
                  <c:v>0.13179366144095733</c:v>
                </c:pt>
                <c:pt idx="275">
                  <c:v>0.13145151334196256</c:v>
                </c:pt>
                <c:pt idx="276">
                  <c:v>0.12984024742249528</c:v>
                </c:pt>
                <c:pt idx="277">
                  <c:v>0.1300949017621551</c:v>
                </c:pt>
                <c:pt idx="278">
                  <c:v>0.12777707011231165</c:v>
                </c:pt>
                <c:pt idx="279">
                  <c:v>0.12777231739851219</c:v>
                </c:pt>
                <c:pt idx="280">
                  <c:v>0.12759244114719145</c:v>
                </c:pt>
                <c:pt idx="281">
                  <c:v>0.12533783636044099</c:v>
                </c:pt>
                <c:pt idx="282">
                  <c:v>0.12430378377636914</c:v>
                </c:pt>
                <c:pt idx="283">
                  <c:v>0.12335179955450937</c:v>
                </c:pt>
                <c:pt idx="284">
                  <c:v>0.12371771972900125</c:v>
                </c:pt>
                <c:pt idx="285">
                  <c:v>0.12195058224901703</c:v>
                </c:pt>
                <c:pt idx="286">
                  <c:v>0.12242574829470843</c:v>
                </c:pt>
                <c:pt idx="287">
                  <c:v>0.12086783001845758</c:v>
                </c:pt>
                <c:pt idx="288">
                  <c:v>0.12100189990400435</c:v>
                </c:pt>
                <c:pt idx="289">
                  <c:v>0.11929210793894869</c:v>
                </c:pt>
                <c:pt idx="290">
                  <c:v>0.11916684180714451</c:v>
                </c:pt>
                <c:pt idx="291">
                  <c:v>0.11798528516099061</c:v>
                </c:pt>
                <c:pt idx="292">
                  <c:v>0.11673374259626049</c:v>
                </c:pt>
                <c:pt idx="293">
                  <c:v>0.1165198617623035</c:v>
                </c:pt>
                <c:pt idx="294">
                  <c:v>0.11585615083619455</c:v>
                </c:pt>
                <c:pt idx="295">
                  <c:v>0.11449136805319379</c:v>
                </c:pt>
                <c:pt idx="296">
                  <c:v>0.11402291048411684</c:v>
                </c:pt>
                <c:pt idx="297">
                  <c:v>0.11396117981017745</c:v>
                </c:pt>
                <c:pt idx="298">
                  <c:v>0.11256506842643518</c:v>
                </c:pt>
                <c:pt idx="299">
                  <c:v>0.11177106155317276</c:v>
                </c:pt>
                <c:pt idx="300">
                  <c:v>0.11160394464957095</c:v>
                </c:pt>
                <c:pt idx="301">
                  <c:v>0.11182040769417034</c:v>
                </c:pt>
                <c:pt idx="302">
                  <c:v>0.11083358962187892</c:v>
                </c:pt>
                <c:pt idx="303">
                  <c:v>0.11088212610758971</c:v>
                </c:pt>
                <c:pt idx="304">
                  <c:v>0.10979173619146815</c:v>
                </c:pt>
                <c:pt idx="305">
                  <c:v>0.10920577850837361</c:v>
                </c:pt>
                <c:pt idx="306">
                  <c:v>0.10994677545923193</c:v>
                </c:pt>
                <c:pt idx="307">
                  <c:v>0.10776692407015645</c:v>
                </c:pt>
                <c:pt idx="308">
                  <c:v>0.1082144501955684</c:v>
                </c:pt>
                <c:pt idx="309">
                  <c:v>0.10790072205221496</c:v>
                </c:pt>
                <c:pt idx="310">
                  <c:v>0.10878645879252088</c:v>
                </c:pt>
                <c:pt idx="311">
                  <c:v>0.10688351721799605</c:v>
                </c:pt>
                <c:pt idx="312">
                  <c:v>0.10611814907103549</c:v>
                </c:pt>
                <c:pt idx="313">
                  <c:v>0.10554357564107275</c:v>
                </c:pt>
                <c:pt idx="314">
                  <c:v>0.10606002429217737</c:v>
                </c:pt>
                <c:pt idx="315">
                  <c:v>0.10560464228227295</c:v>
                </c:pt>
                <c:pt idx="316">
                  <c:v>0.10561923699426884</c:v>
                </c:pt>
                <c:pt idx="317">
                  <c:v>0.10369509649054347</c:v>
                </c:pt>
                <c:pt idx="318">
                  <c:v>0.10474448259693503</c:v>
                </c:pt>
                <c:pt idx="319">
                  <c:v>0.10458720425478904</c:v>
                </c:pt>
                <c:pt idx="320">
                  <c:v>0.1032532789646595</c:v>
                </c:pt>
                <c:pt idx="321">
                  <c:v>0.10355218032629926</c:v>
                </c:pt>
                <c:pt idx="322">
                  <c:v>0.10387390991209895</c:v>
                </c:pt>
                <c:pt idx="323">
                  <c:v>0.10286769777021217</c:v>
                </c:pt>
                <c:pt idx="324">
                  <c:v>0.10348181349399407</c:v>
                </c:pt>
                <c:pt idx="325">
                  <c:v>0.10187717775731547</c:v>
                </c:pt>
                <c:pt idx="326">
                  <c:v>0.1016141971859183</c:v>
                </c:pt>
                <c:pt idx="327">
                  <c:v>0.10254215789857304</c:v>
                </c:pt>
                <c:pt idx="328">
                  <c:v>0.10178661128179917</c:v>
                </c:pt>
                <c:pt idx="329">
                  <c:v>0.10083443448930879</c:v>
                </c:pt>
                <c:pt idx="330">
                  <c:v>0.10134571862643646</c:v>
                </c:pt>
                <c:pt idx="331">
                  <c:v>0.10090635959893518</c:v>
                </c:pt>
                <c:pt idx="332">
                  <c:v>9.993109022466061E-2</c:v>
                </c:pt>
                <c:pt idx="333">
                  <c:v>0.10067412462489819</c:v>
                </c:pt>
                <c:pt idx="334">
                  <c:v>0.10047827615578789</c:v>
                </c:pt>
                <c:pt idx="335">
                  <c:v>9.9560638837071391E-2</c:v>
                </c:pt>
                <c:pt idx="336">
                  <c:v>9.9580151543366871E-2</c:v>
                </c:pt>
                <c:pt idx="337">
                  <c:v>9.8584634913642416E-2</c:v>
                </c:pt>
                <c:pt idx="338">
                  <c:v>9.8582525488619843E-2</c:v>
                </c:pt>
                <c:pt idx="339">
                  <c:v>9.8660982907966849E-2</c:v>
                </c:pt>
                <c:pt idx="340">
                  <c:v>9.844286544623021E-2</c:v>
                </c:pt>
                <c:pt idx="341">
                  <c:v>9.9230366051626967E-2</c:v>
                </c:pt>
                <c:pt idx="342">
                  <c:v>9.7837670832737367E-2</c:v>
                </c:pt>
                <c:pt idx="343">
                  <c:v>9.681015242512328E-2</c:v>
                </c:pt>
                <c:pt idx="344">
                  <c:v>9.7040092961505731E-2</c:v>
                </c:pt>
                <c:pt idx="345">
                  <c:v>9.6227631173781331E-2</c:v>
                </c:pt>
                <c:pt idx="346">
                  <c:v>9.5608275289801495E-2</c:v>
                </c:pt>
                <c:pt idx="347">
                  <c:v>9.459151743191721E-2</c:v>
                </c:pt>
                <c:pt idx="348">
                  <c:v>9.4352786333164532E-2</c:v>
                </c:pt>
                <c:pt idx="349">
                  <c:v>9.3840436967816382E-2</c:v>
                </c:pt>
                <c:pt idx="350">
                  <c:v>9.4459232846700991E-2</c:v>
                </c:pt>
                <c:pt idx="351">
                  <c:v>9.2494849162443105E-2</c:v>
                </c:pt>
                <c:pt idx="352">
                  <c:v>9.1893420098647649E-2</c:v>
                </c:pt>
                <c:pt idx="353">
                  <c:v>9.0467690057209227E-2</c:v>
                </c:pt>
                <c:pt idx="354">
                  <c:v>9.0901194647246594E-2</c:v>
                </c:pt>
                <c:pt idx="355">
                  <c:v>8.9965216477537219E-2</c:v>
                </c:pt>
                <c:pt idx="356">
                  <c:v>8.9204241010708868E-2</c:v>
                </c:pt>
                <c:pt idx="357">
                  <c:v>8.8151882525549785E-2</c:v>
                </c:pt>
                <c:pt idx="358">
                  <c:v>8.7771168839515495E-2</c:v>
                </c:pt>
                <c:pt idx="359">
                  <c:v>8.7125935055494208E-2</c:v>
                </c:pt>
                <c:pt idx="360">
                  <c:v>8.6400429540041124E-2</c:v>
                </c:pt>
                <c:pt idx="361">
                  <c:v>8.5867324181402416E-2</c:v>
                </c:pt>
                <c:pt idx="362">
                  <c:v>8.5535145342023694E-2</c:v>
                </c:pt>
                <c:pt idx="363">
                  <c:v>8.420070640734742E-2</c:v>
                </c:pt>
                <c:pt idx="364">
                  <c:v>8.3902720559366817E-2</c:v>
                </c:pt>
                <c:pt idx="365">
                  <c:v>8.357494428259199E-2</c:v>
                </c:pt>
                <c:pt idx="366">
                  <c:v>8.2576912694070498E-2</c:v>
                </c:pt>
                <c:pt idx="367">
                  <c:v>8.2331456381574047E-2</c:v>
                </c:pt>
                <c:pt idx="368">
                  <c:v>8.162019754992611E-2</c:v>
                </c:pt>
                <c:pt idx="369">
                  <c:v>8.0999550346320587E-2</c:v>
                </c:pt>
                <c:pt idx="370">
                  <c:v>8.0152682408868109E-2</c:v>
                </c:pt>
                <c:pt idx="371">
                  <c:v>7.9373844490957648E-2</c:v>
                </c:pt>
                <c:pt idx="372">
                  <c:v>8.0100672672470397E-2</c:v>
                </c:pt>
                <c:pt idx="373">
                  <c:v>7.8924022752899697E-2</c:v>
                </c:pt>
                <c:pt idx="374">
                  <c:v>7.8523316083153438E-2</c:v>
                </c:pt>
                <c:pt idx="375">
                  <c:v>7.8196640673329584E-2</c:v>
                </c:pt>
                <c:pt idx="376">
                  <c:v>7.8663845957315376E-2</c:v>
                </c:pt>
                <c:pt idx="377">
                  <c:v>7.7979446186114312E-2</c:v>
                </c:pt>
                <c:pt idx="378">
                  <c:v>7.7790311160835596E-2</c:v>
                </c:pt>
                <c:pt idx="379">
                  <c:v>7.7213693297132388E-2</c:v>
                </c:pt>
                <c:pt idx="380">
                  <c:v>7.6524832483211944E-2</c:v>
                </c:pt>
                <c:pt idx="381">
                  <c:v>7.7831918576600448E-2</c:v>
                </c:pt>
                <c:pt idx="382">
                  <c:v>7.6186150660172355E-2</c:v>
                </c:pt>
                <c:pt idx="383">
                  <c:v>7.6648243058042465E-2</c:v>
                </c:pt>
                <c:pt idx="384">
                  <c:v>7.7042218088418032E-2</c:v>
                </c:pt>
                <c:pt idx="385">
                  <c:v>7.6383847019540485E-2</c:v>
                </c:pt>
                <c:pt idx="386">
                  <c:v>7.6125217151827976E-2</c:v>
                </c:pt>
                <c:pt idx="387">
                  <c:v>7.5505764305070111E-2</c:v>
                </c:pt>
                <c:pt idx="388">
                  <c:v>7.6389419545413756E-2</c:v>
                </c:pt>
                <c:pt idx="389">
                  <c:v>7.574766443628414E-2</c:v>
                </c:pt>
                <c:pt idx="390">
                  <c:v>7.6132868203816692E-2</c:v>
                </c:pt>
                <c:pt idx="391">
                  <c:v>7.5434259972384843E-2</c:v>
                </c:pt>
                <c:pt idx="392">
                  <c:v>7.5467461055060081E-2</c:v>
                </c:pt>
                <c:pt idx="393">
                  <c:v>7.5302595127714034E-2</c:v>
                </c:pt>
                <c:pt idx="394">
                  <c:v>7.4475505332506631E-2</c:v>
                </c:pt>
                <c:pt idx="395">
                  <c:v>7.5033328136913949E-2</c:v>
                </c:pt>
                <c:pt idx="396">
                  <c:v>7.5285527852562567E-2</c:v>
                </c:pt>
                <c:pt idx="397">
                  <c:v>7.4462818486284318E-2</c:v>
                </c:pt>
                <c:pt idx="398">
                  <c:v>7.5228246999913276E-2</c:v>
                </c:pt>
                <c:pt idx="399">
                  <c:v>7.367399702888025E-2</c:v>
                </c:pt>
                <c:pt idx="400">
                  <c:v>7.5460104294199012E-2</c:v>
                </c:pt>
                <c:pt idx="401">
                  <c:v>7.4465174550366497E-2</c:v>
                </c:pt>
                <c:pt idx="402">
                  <c:v>7.4198390849329832E-2</c:v>
                </c:pt>
                <c:pt idx="403">
                  <c:v>7.3524426406326143E-2</c:v>
                </c:pt>
                <c:pt idx="404">
                  <c:v>7.4286994342992574E-2</c:v>
                </c:pt>
                <c:pt idx="405">
                  <c:v>7.4757441487483506E-2</c:v>
                </c:pt>
                <c:pt idx="406">
                  <c:v>7.5303278931579815E-2</c:v>
                </c:pt>
                <c:pt idx="407">
                  <c:v>7.3989340188630792E-2</c:v>
                </c:pt>
                <c:pt idx="408">
                  <c:v>7.4460758548592312E-2</c:v>
                </c:pt>
                <c:pt idx="409">
                  <c:v>7.4516006399185666E-2</c:v>
                </c:pt>
                <c:pt idx="410">
                  <c:v>7.4371991034590718E-2</c:v>
                </c:pt>
                <c:pt idx="411">
                  <c:v>7.3822785501147251E-2</c:v>
                </c:pt>
                <c:pt idx="412">
                  <c:v>7.4135022753648805E-2</c:v>
                </c:pt>
                <c:pt idx="413">
                  <c:v>7.431140025489745E-2</c:v>
                </c:pt>
                <c:pt idx="414">
                  <c:v>7.4057433100901376E-2</c:v>
                </c:pt>
                <c:pt idx="415">
                  <c:v>7.4655480902176038E-2</c:v>
                </c:pt>
                <c:pt idx="416">
                  <c:v>7.4724123415421839E-2</c:v>
                </c:pt>
                <c:pt idx="417">
                  <c:v>7.4677967921362914E-2</c:v>
                </c:pt>
                <c:pt idx="418">
                  <c:v>7.5581852065738642E-2</c:v>
                </c:pt>
                <c:pt idx="419">
                  <c:v>7.4984940210678142E-2</c:v>
                </c:pt>
                <c:pt idx="420">
                  <c:v>7.5244219258763553E-2</c:v>
                </c:pt>
                <c:pt idx="421">
                  <c:v>7.4959249077031248E-2</c:v>
                </c:pt>
                <c:pt idx="422">
                  <c:v>7.5465323370578249E-2</c:v>
                </c:pt>
                <c:pt idx="423">
                  <c:v>7.5882378336129874E-2</c:v>
                </c:pt>
                <c:pt idx="424">
                  <c:v>7.5898512213198904E-2</c:v>
                </c:pt>
                <c:pt idx="425">
                  <c:v>7.583732082290881E-2</c:v>
                </c:pt>
                <c:pt idx="426">
                  <c:v>7.6426980338233128E-2</c:v>
                </c:pt>
                <c:pt idx="427">
                  <c:v>7.6816500651797764E-2</c:v>
                </c:pt>
                <c:pt idx="428">
                  <c:v>7.6836537489534618E-2</c:v>
                </c:pt>
                <c:pt idx="429">
                  <c:v>7.4985777551374477E-2</c:v>
                </c:pt>
                <c:pt idx="430">
                  <c:v>7.5826064281584282E-2</c:v>
                </c:pt>
                <c:pt idx="431">
                  <c:v>7.6670953498894592E-2</c:v>
                </c:pt>
                <c:pt idx="432">
                  <c:v>7.5934495587428555E-2</c:v>
                </c:pt>
                <c:pt idx="433">
                  <c:v>7.6145325678102435E-2</c:v>
                </c:pt>
                <c:pt idx="434">
                  <c:v>7.5128489465371609E-2</c:v>
                </c:pt>
                <c:pt idx="435">
                  <c:v>7.4850064759071092E-2</c:v>
                </c:pt>
                <c:pt idx="436">
                  <c:v>7.4284447055513569E-2</c:v>
                </c:pt>
                <c:pt idx="437">
                  <c:v>7.4875774022973532E-2</c:v>
                </c:pt>
                <c:pt idx="438">
                  <c:v>7.5354046426824473E-2</c:v>
                </c:pt>
                <c:pt idx="439">
                  <c:v>7.4868245717054652E-2</c:v>
                </c:pt>
                <c:pt idx="440">
                  <c:v>7.3924646909533237E-2</c:v>
                </c:pt>
                <c:pt idx="441">
                  <c:v>7.3492069181418707E-2</c:v>
                </c:pt>
                <c:pt idx="442">
                  <c:v>7.2479226761823293E-2</c:v>
                </c:pt>
                <c:pt idx="443">
                  <c:v>7.2144379119151641E-2</c:v>
                </c:pt>
                <c:pt idx="444">
                  <c:v>7.2442580923333735E-2</c:v>
                </c:pt>
                <c:pt idx="445">
                  <c:v>7.1516241333632588E-2</c:v>
                </c:pt>
                <c:pt idx="446">
                  <c:v>7.1047066673153775E-2</c:v>
                </c:pt>
                <c:pt idx="447">
                  <c:v>7.0659922781372383E-2</c:v>
                </c:pt>
                <c:pt idx="448">
                  <c:v>6.9169760254362833E-2</c:v>
                </c:pt>
                <c:pt idx="449">
                  <c:v>6.9136141107762158E-2</c:v>
                </c:pt>
                <c:pt idx="450">
                  <c:v>6.7837155756422463E-2</c:v>
                </c:pt>
                <c:pt idx="451">
                  <c:v>6.6825386218632252E-2</c:v>
                </c:pt>
                <c:pt idx="452">
                  <c:v>6.6768334179313937E-2</c:v>
                </c:pt>
                <c:pt idx="453">
                  <c:v>6.5665819366923991E-2</c:v>
                </c:pt>
                <c:pt idx="454">
                  <c:v>6.4861926167190304E-2</c:v>
                </c:pt>
                <c:pt idx="455">
                  <c:v>6.4670096673034944E-2</c:v>
                </c:pt>
                <c:pt idx="456">
                  <c:v>6.3157726796710431E-2</c:v>
                </c:pt>
                <c:pt idx="457">
                  <c:v>6.2736385335371542E-2</c:v>
                </c:pt>
                <c:pt idx="458">
                  <c:v>6.2709918892718139E-2</c:v>
                </c:pt>
                <c:pt idx="459">
                  <c:v>6.2181402028330959E-2</c:v>
                </c:pt>
                <c:pt idx="460">
                  <c:v>6.0315064475215216E-2</c:v>
                </c:pt>
                <c:pt idx="461">
                  <c:v>6.0847137268336904E-2</c:v>
                </c:pt>
                <c:pt idx="462">
                  <c:v>6.0515207853172194E-2</c:v>
                </c:pt>
                <c:pt idx="463">
                  <c:v>6.004206690804513E-2</c:v>
                </c:pt>
                <c:pt idx="464">
                  <c:v>5.9117255088945921E-2</c:v>
                </c:pt>
                <c:pt idx="465">
                  <c:v>5.798325835705305E-2</c:v>
                </c:pt>
                <c:pt idx="466">
                  <c:v>5.8218918247094152E-2</c:v>
                </c:pt>
                <c:pt idx="467">
                  <c:v>5.7426163945148601E-2</c:v>
                </c:pt>
                <c:pt idx="468">
                  <c:v>5.7899573197107902E-2</c:v>
                </c:pt>
                <c:pt idx="469">
                  <c:v>5.6805456582660514E-2</c:v>
                </c:pt>
                <c:pt idx="470">
                  <c:v>5.6911427130559189E-2</c:v>
                </c:pt>
                <c:pt idx="471">
                  <c:v>5.6769523268325316E-2</c:v>
                </c:pt>
                <c:pt idx="472">
                  <c:v>5.7316411572269993E-2</c:v>
                </c:pt>
                <c:pt idx="473">
                  <c:v>5.6094170339706886E-2</c:v>
                </c:pt>
                <c:pt idx="474">
                  <c:v>5.6873453093882899E-2</c:v>
                </c:pt>
                <c:pt idx="475">
                  <c:v>5.7132405290287652E-2</c:v>
                </c:pt>
                <c:pt idx="476">
                  <c:v>5.6060561062048417E-2</c:v>
                </c:pt>
                <c:pt idx="477">
                  <c:v>5.5874640063906307E-2</c:v>
                </c:pt>
                <c:pt idx="478">
                  <c:v>5.644752089354569E-2</c:v>
                </c:pt>
                <c:pt idx="479">
                  <c:v>5.5571040908935949E-2</c:v>
                </c:pt>
                <c:pt idx="480">
                  <c:v>5.629787644826912E-2</c:v>
                </c:pt>
                <c:pt idx="481">
                  <c:v>5.5467885695349613E-2</c:v>
                </c:pt>
                <c:pt idx="482">
                  <c:v>5.5866906314983616E-2</c:v>
                </c:pt>
                <c:pt idx="483">
                  <c:v>5.6218377382216633E-2</c:v>
                </c:pt>
                <c:pt idx="484">
                  <c:v>5.6125066879795245E-2</c:v>
                </c:pt>
                <c:pt idx="485">
                  <c:v>5.6712028911476683E-2</c:v>
                </c:pt>
                <c:pt idx="486">
                  <c:v>5.726821532032287E-2</c:v>
                </c:pt>
                <c:pt idx="487">
                  <c:v>5.7238998814346895E-2</c:v>
                </c:pt>
                <c:pt idx="488">
                  <c:v>5.6809550939530939E-2</c:v>
                </c:pt>
                <c:pt idx="489">
                  <c:v>5.7408287205178668E-2</c:v>
                </c:pt>
                <c:pt idx="490">
                  <c:v>5.7426475738044422E-2</c:v>
                </c:pt>
                <c:pt idx="491">
                  <c:v>5.8019248247809199E-2</c:v>
                </c:pt>
                <c:pt idx="492">
                  <c:v>5.7442742136606648E-2</c:v>
                </c:pt>
                <c:pt idx="493">
                  <c:v>5.8346750180392461E-2</c:v>
                </c:pt>
                <c:pt idx="494">
                  <c:v>5.8233575713740729E-2</c:v>
                </c:pt>
                <c:pt idx="495">
                  <c:v>5.8654920957357887E-2</c:v>
                </c:pt>
                <c:pt idx="496">
                  <c:v>5.9200919030474038E-2</c:v>
                </c:pt>
                <c:pt idx="497">
                  <c:v>5.9642334269220491E-2</c:v>
                </c:pt>
                <c:pt idx="498">
                  <c:v>5.9739859951061944E-2</c:v>
                </c:pt>
                <c:pt idx="499">
                  <c:v>6.0470384906498975E-2</c:v>
                </c:pt>
                <c:pt idx="500">
                  <c:v>6.0516640715296048E-2</c:v>
                </c:pt>
                <c:pt idx="501">
                  <c:v>6.1138671296311793E-2</c:v>
                </c:pt>
                <c:pt idx="502">
                  <c:v>6.0724226221616634E-2</c:v>
                </c:pt>
                <c:pt idx="503">
                  <c:v>6.1422930862392172E-2</c:v>
                </c:pt>
                <c:pt idx="504">
                  <c:v>6.1587597132658184E-2</c:v>
                </c:pt>
                <c:pt idx="505">
                  <c:v>6.2582132206139618E-2</c:v>
                </c:pt>
                <c:pt idx="506">
                  <c:v>6.1977504569513849E-2</c:v>
                </c:pt>
                <c:pt idx="507">
                  <c:v>6.1929268764455953E-2</c:v>
                </c:pt>
                <c:pt idx="508">
                  <c:v>6.2622320258855863E-2</c:v>
                </c:pt>
                <c:pt idx="509">
                  <c:v>6.2126367801204598E-2</c:v>
                </c:pt>
                <c:pt idx="510">
                  <c:v>0</c:v>
                </c:pt>
                <c:pt idx="511">
                  <c:v>0</c:v>
                </c:pt>
              </c:numCache>
            </c:numRef>
          </c:yVal>
          <c:smooth val="1"/>
          <c:extLst>
            <c:ext xmlns:c16="http://schemas.microsoft.com/office/drawing/2014/chart" uri="{C3380CC4-5D6E-409C-BE32-E72D297353CC}">
              <c16:uniqueId val="{00000005-8874-4642-85AA-D71BCF856A6C}"/>
            </c:ext>
          </c:extLst>
        </c:ser>
        <c:dLbls>
          <c:showLegendKey val="0"/>
          <c:showVal val="0"/>
          <c:showCatName val="0"/>
          <c:showSerName val="0"/>
          <c:showPercent val="0"/>
          <c:showBubbleSize val="0"/>
        </c:dLbls>
        <c:axId val="1640111648"/>
        <c:axId val="1640121728"/>
      </c:scatterChart>
      <c:valAx>
        <c:axId val="1640121728"/>
        <c:scaling>
          <c:orientation val="minMax"/>
          <c:max val="1"/>
          <c:min val="0"/>
        </c:scaling>
        <c:delete val="0"/>
        <c:axPos val="l"/>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ysClr val="windowText" lastClr="000000"/>
                </a:solidFill>
                <a:latin typeface="Aptos Narrow"/>
              </a:defRPr>
            </a:pPr>
            <a:endParaRPr lang="ja-JP"/>
          </a:p>
        </c:txPr>
        <c:crossAx val="1640111648"/>
        <c:crosses val="autoZero"/>
        <c:crossBetween val="midCat"/>
        <c:majorUnit val="0.25"/>
      </c:valAx>
      <c:valAx>
        <c:axId val="1640111648"/>
        <c:scaling>
          <c:orientation val="minMax"/>
          <c:max val="185"/>
          <c:min val="135"/>
        </c:scaling>
        <c:delete val="0"/>
        <c:axPos val="b"/>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ysClr val="windowText" lastClr="000000"/>
                </a:solidFill>
                <a:latin typeface="Aptos Narrow"/>
              </a:defRPr>
            </a:pPr>
            <a:endParaRPr lang="ja-JP"/>
          </a:p>
        </c:txPr>
        <c:crossAx val="1640121728"/>
        <c:crosses val="autoZero"/>
        <c:crossBetween val="midCat"/>
      </c:valAx>
      <c:spPr>
        <a:noFill/>
        <a:ln>
          <a:solidFill>
            <a:schemeClr val="tx1"/>
          </a:solidFill>
        </a:ln>
      </c:spPr>
    </c:plotArea>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rgbClr val="000000"/>
          </a:solidFill>
          <a:latin typeface="Aptos Narrow"/>
        </a:defRPr>
      </a:pPr>
      <a:endParaRPr lang="ja-JP"/>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lIns="0" tIns="0" rIns="0" bIns="0"/>
          <a:lstStyle/>
          <a:p>
            <a:pPr marL="0" marR="0" indent="0" algn="ctr" defTabSz="914400" fontAlgn="auto" hangingPunct="1">
              <a:lnSpc>
                <a:spcPct val="100000"/>
              </a:lnSpc>
              <a:spcBef>
                <a:spcPts val="0"/>
              </a:spcBef>
              <a:spcAft>
                <a:spcPts val="0"/>
              </a:spcAft>
              <a:tabLst/>
              <a:defRPr sz="1400" b="0" i="0" u="none" strike="noStrike" kern="1200" spc="0" baseline="0">
                <a:solidFill>
                  <a:sysClr val="windowText" lastClr="000000"/>
                </a:solidFill>
                <a:latin typeface="Aptos Narrow"/>
              </a:defRPr>
            </a:pPr>
            <a:r>
              <a:rPr lang="en-US" altLang="ja-JP" sz="1400" b="0" i="0" u="none" strike="noStrike" kern="1200" cap="none" spc="0" baseline="0" dirty="0">
                <a:solidFill>
                  <a:sysClr val="windowText" lastClr="000000"/>
                </a:solidFill>
                <a:uFillTx/>
                <a:latin typeface="Aptos Narrow"/>
              </a:rPr>
              <a:t>20%±10%</a:t>
            </a:r>
          </a:p>
        </c:rich>
      </c:tx>
      <c:overlay val="0"/>
      <c:spPr>
        <a:noFill/>
        <a:ln>
          <a:noFill/>
        </a:ln>
      </c:spPr>
    </c:title>
    <c:autoTitleDeleted val="0"/>
    <c:plotArea>
      <c:layout/>
      <c:scatterChart>
        <c:scatterStyle val="smoothMarker"/>
        <c:varyColors val="0"/>
        <c:ser>
          <c:idx val="4"/>
          <c:order val="0"/>
          <c:tx>
            <c:strRef>
              <c:f>'calib_(2)'!$B$7</c:f>
              <c:strCache>
                <c:ptCount val="1"/>
                <c:pt idx="0">
                  <c:v>all</c:v>
                </c:pt>
              </c:strCache>
            </c:strRef>
          </c:tx>
          <c:spPr>
            <a:ln w="19046" cap="rnd">
              <a:solidFill>
                <a:srgbClr val="FF0000"/>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'calib_(2)'!$B$8:$B$519</c:f>
              <c:numCache>
                <c:formatCode>General</c:formatCode>
                <c:ptCount val="512"/>
                <c:pt idx="0">
                  <c:v>0.15951274419017236</c:v>
                </c:pt>
                <c:pt idx="1">
                  <c:v>0.18541765697186541</c:v>
                </c:pt>
                <c:pt idx="2">
                  <c:v>0.19025672098734203</c:v>
                </c:pt>
                <c:pt idx="3">
                  <c:v>0.18977320164498876</c:v>
                </c:pt>
                <c:pt idx="4">
                  <c:v>0.19215212514630042</c:v>
                </c:pt>
                <c:pt idx="5">
                  <c:v>0.19457185184172321</c:v>
                </c:pt>
                <c:pt idx="6">
                  <c:v>0.19566054291139195</c:v>
                </c:pt>
                <c:pt idx="7">
                  <c:v>0.19392654000297693</c:v>
                </c:pt>
                <c:pt idx="8">
                  <c:v>0.19703240209500139</c:v>
                </c:pt>
                <c:pt idx="9">
                  <c:v>0.197395091874356</c:v>
                </c:pt>
                <c:pt idx="10">
                  <c:v>0.19731307387708846</c:v>
                </c:pt>
                <c:pt idx="11">
                  <c:v>0.19800000901189366</c:v>
                </c:pt>
                <c:pt idx="12">
                  <c:v>0.19630599112188934</c:v>
                </c:pt>
                <c:pt idx="13">
                  <c:v>0.19558069165904396</c:v>
                </c:pt>
                <c:pt idx="14">
                  <c:v>0.19626633818338196</c:v>
                </c:pt>
                <c:pt idx="15">
                  <c:v>0.19461277330976495</c:v>
                </c:pt>
                <c:pt idx="16">
                  <c:v>0.1948150171229297</c:v>
                </c:pt>
                <c:pt idx="17">
                  <c:v>0.19312068706404817</c:v>
                </c:pt>
                <c:pt idx="18">
                  <c:v>0.19332304779147913</c:v>
                </c:pt>
                <c:pt idx="19">
                  <c:v>0.19251565238865881</c:v>
                </c:pt>
                <c:pt idx="20">
                  <c:v>0.20163050762219159</c:v>
                </c:pt>
                <c:pt idx="21">
                  <c:v>0.23304325174321203</c:v>
                </c:pt>
                <c:pt idx="22">
                  <c:v>0.32313113418309647</c:v>
                </c:pt>
                <c:pt idx="23">
                  <c:v>0.52496261703164293</c:v>
                </c:pt>
                <c:pt idx="24">
                  <c:v>0.84930331195213471</c:v>
                </c:pt>
                <c:pt idx="25">
                  <c:v>1.2218737981768679</c:v>
                </c:pt>
                <c:pt idx="26">
                  <c:v>1.479515475408494</c:v>
                </c:pt>
                <c:pt idx="27">
                  <c:v>1.4995586689281351</c:v>
                </c:pt>
                <c:pt idx="28">
                  <c:v>1.2964367776240484</c:v>
                </c:pt>
                <c:pt idx="29">
                  <c:v>1.0031050824346162</c:v>
                </c:pt>
                <c:pt idx="30">
                  <c:v>0.7500610784730688</c:v>
                </c:pt>
                <c:pt idx="31">
                  <c:v>0.56585220269505676</c:v>
                </c:pt>
                <c:pt idx="32">
                  <c:v>0.43128517872087896</c:v>
                </c:pt>
                <c:pt idx="33">
                  <c:v>0.32857493965230161</c:v>
                </c:pt>
                <c:pt idx="34">
                  <c:v>0.25796485123785373</c:v>
                </c:pt>
                <c:pt idx="35">
                  <c:v>0.21699381303275267</c:v>
                </c:pt>
                <c:pt idx="36">
                  <c:v>0.1980000873516897</c:v>
                </c:pt>
                <c:pt idx="37">
                  <c:v>0.19247438034662717</c:v>
                </c:pt>
                <c:pt idx="38">
                  <c:v>0.19416935397425147</c:v>
                </c:pt>
                <c:pt idx="39">
                  <c:v>0.19872446987801934</c:v>
                </c:pt>
                <c:pt idx="40">
                  <c:v>0.20618581691049986</c:v>
                </c:pt>
                <c:pt idx="41">
                  <c:v>0.21392916387422642</c:v>
                </c:pt>
                <c:pt idx="42">
                  <c:v>0.21977587763060266</c:v>
                </c:pt>
                <c:pt idx="43">
                  <c:v>0.22743792793901624</c:v>
                </c:pt>
                <c:pt idx="44">
                  <c:v>0.2294145900086364</c:v>
                </c:pt>
                <c:pt idx="45">
                  <c:v>0.23090683066747142</c:v>
                </c:pt>
                <c:pt idx="46">
                  <c:v>0.22731569245392097</c:v>
                </c:pt>
                <c:pt idx="47">
                  <c:v>0.22275997206601234</c:v>
                </c:pt>
                <c:pt idx="48">
                  <c:v>0.21945329103054767</c:v>
                </c:pt>
                <c:pt idx="49">
                  <c:v>0.21630740443883267</c:v>
                </c:pt>
                <c:pt idx="50">
                  <c:v>0.21497712912645639</c:v>
                </c:pt>
                <c:pt idx="51">
                  <c:v>0.21655037469261068</c:v>
                </c:pt>
                <c:pt idx="52">
                  <c:v>0.22114668367598811</c:v>
                </c:pt>
                <c:pt idx="53">
                  <c:v>0.22461402544660289</c:v>
                </c:pt>
                <c:pt idx="54">
                  <c:v>0.2274366790929146</c:v>
                </c:pt>
                <c:pt idx="55">
                  <c:v>0.23227716899741913</c:v>
                </c:pt>
                <c:pt idx="56">
                  <c:v>0.23534103651569893</c:v>
                </c:pt>
                <c:pt idx="57">
                  <c:v>0.23800236770411984</c:v>
                </c:pt>
                <c:pt idx="58">
                  <c:v>0.23981665032485336</c:v>
                </c:pt>
                <c:pt idx="59">
                  <c:v>0.23961569444266634</c:v>
                </c:pt>
                <c:pt idx="60">
                  <c:v>0.24094647791502163</c:v>
                </c:pt>
                <c:pt idx="61">
                  <c:v>0.24372947907636758</c:v>
                </c:pt>
                <c:pt idx="62">
                  <c:v>0.24997968591870356</c:v>
                </c:pt>
                <c:pt idx="63">
                  <c:v>0.2593359098899044</c:v>
                </c:pt>
                <c:pt idx="64">
                  <c:v>0.27429726479102901</c:v>
                </c:pt>
                <c:pt idx="65">
                  <c:v>0.29450051257856452</c:v>
                </c:pt>
                <c:pt idx="66">
                  <c:v>0.32482402036831065</c:v>
                </c:pt>
                <c:pt idx="67">
                  <c:v>0.3658765304592666</c:v>
                </c:pt>
                <c:pt idx="68">
                  <c:v>0.4146717601721332</c:v>
                </c:pt>
                <c:pt idx="69">
                  <c:v>0.46761763943450046</c:v>
                </c:pt>
                <c:pt idx="70">
                  <c:v>0.52064826702470213</c:v>
                </c:pt>
                <c:pt idx="71">
                  <c:v>0.57057102330708531</c:v>
                </c:pt>
                <c:pt idx="72">
                  <c:v>0.60621945699711888</c:v>
                </c:pt>
                <c:pt idx="73">
                  <c:v>0.62517304035741605</c:v>
                </c:pt>
                <c:pt idx="74">
                  <c:v>0.62303427730594008</c:v>
                </c:pt>
                <c:pt idx="75">
                  <c:v>0.60859804819203056</c:v>
                </c:pt>
                <c:pt idx="76">
                  <c:v>0.57762751194609419</c:v>
                </c:pt>
                <c:pt idx="77">
                  <c:v>0.54012334575632948</c:v>
                </c:pt>
                <c:pt idx="78">
                  <c:v>0.50592822492517175</c:v>
                </c:pt>
                <c:pt idx="79">
                  <c:v>0.4790720007032187</c:v>
                </c:pt>
                <c:pt idx="80">
                  <c:v>0.45911300951359207</c:v>
                </c:pt>
                <c:pt idx="81">
                  <c:v>0.44878552892217244</c:v>
                </c:pt>
                <c:pt idx="82">
                  <c:v>0.44374705063859299</c:v>
                </c:pt>
                <c:pt idx="83">
                  <c:v>0.44289867539472799</c:v>
                </c:pt>
                <c:pt idx="84">
                  <c:v>0.43749389784651171</c:v>
                </c:pt>
                <c:pt idx="85">
                  <c:v>0.4280196699471891</c:v>
                </c:pt>
                <c:pt idx="86">
                  <c:v>0.41753352240256814</c:v>
                </c:pt>
                <c:pt idx="87">
                  <c:v>0.40116243150211922</c:v>
                </c:pt>
                <c:pt idx="88">
                  <c:v>0.38204754208172365</c:v>
                </c:pt>
                <c:pt idx="89">
                  <c:v>0.36123832413242979</c:v>
                </c:pt>
                <c:pt idx="90">
                  <c:v>0.34321202815460394</c:v>
                </c:pt>
                <c:pt idx="91">
                  <c:v>0.32583319113264109</c:v>
                </c:pt>
                <c:pt idx="92">
                  <c:v>0.31248565189864225</c:v>
                </c:pt>
                <c:pt idx="93">
                  <c:v>0.30192031556104204</c:v>
                </c:pt>
                <c:pt idx="94">
                  <c:v>0.29482335354162692</c:v>
                </c:pt>
                <c:pt idx="95">
                  <c:v>0.29083006814804802</c:v>
                </c:pt>
                <c:pt idx="96">
                  <c:v>0.2875253960447427</c:v>
                </c:pt>
                <c:pt idx="97">
                  <c:v>0.28740107119153657</c:v>
                </c:pt>
                <c:pt idx="98">
                  <c:v>0.28562743746511238</c:v>
                </c:pt>
                <c:pt idx="99">
                  <c:v>0.28611181503185146</c:v>
                </c:pt>
                <c:pt idx="100">
                  <c:v>0.28542607127695402</c:v>
                </c:pt>
                <c:pt idx="101">
                  <c:v>0.28631380589757793</c:v>
                </c:pt>
                <c:pt idx="102">
                  <c:v>0.28538708159089632</c:v>
                </c:pt>
                <c:pt idx="103">
                  <c:v>0.28320753406616644</c:v>
                </c:pt>
                <c:pt idx="104">
                  <c:v>0.28369216599604979</c:v>
                </c:pt>
                <c:pt idx="105">
                  <c:v>0.28171583793230831</c:v>
                </c:pt>
                <c:pt idx="106">
                  <c:v>0.28143444548803032</c:v>
                </c:pt>
                <c:pt idx="107">
                  <c:v>0.28046619471944556</c:v>
                </c:pt>
                <c:pt idx="108">
                  <c:v>0.2774024638568261</c:v>
                </c:pt>
                <c:pt idx="109">
                  <c:v>0.278934163729815</c:v>
                </c:pt>
                <c:pt idx="110">
                  <c:v>0.27703838931288577</c:v>
                </c:pt>
                <c:pt idx="111">
                  <c:v>0.27683680903607993</c:v>
                </c:pt>
                <c:pt idx="112">
                  <c:v>0.27526434324119869</c:v>
                </c:pt>
                <c:pt idx="113">
                  <c:v>0.27623312055039428</c:v>
                </c:pt>
                <c:pt idx="114">
                  <c:v>0.27615137728042738</c:v>
                </c:pt>
                <c:pt idx="115">
                  <c:v>0.27675637122777824</c:v>
                </c:pt>
                <c:pt idx="116">
                  <c:v>0.276433607811431</c:v>
                </c:pt>
                <c:pt idx="117">
                  <c:v>0.2769581663864491</c:v>
                </c:pt>
                <c:pt idx="118">
                  <c:v>0.2775627717512385</c:v>
                </c:pt>
                <c:pt idx="119">
                  <c:v>0.28038523071007199</c:v>
                </c:pt>
                <c:pt idx="120">
                  <c:v>0.28147419446775035</c:v>
                </c:pt>
                <c:pt idx="121">
                  <c:v>0.2836920296240244</c:v>
                </c:pt>
                <c:pt idx="122">
                  <c:v>0.28534653077763961</c:v>
                </c:pt>
                <c:pt idx="123">
                  <c:v>0.28873374758790793</c:v>
                </c:pt>
                <c:pt idx="124">
                  <c:v>0.29123285867045956</c:v>
                </c:pt>
                <c:pt idx="125">
                  <c:v>0.29635470221758919</c:v>
                </c:pt>
                <c:pt idx="126">
                  <c:v>0.29478268592646062</c:v>
                </c:pt>
                <c:pt idx="127">
                  <c:v>0.29901781054975068</c:v>
                </c:pt>
                <c:pt idx="128">
                  <c:v>0.30038888831919841</c:v>
                </c:pt>
                <c:pt idx="129">
                  <c:v>0.30147619439751139</c:v>
                </c:pt>
                <c:pt idx="130">
                  <c:v>0.30405640518101285</c:v>
                </c:pt>
                <c:pt idx="131">
                  <c:v>0.30462170846478182</c:v>
                </c:pt>
                <c:pt idx="132">
                  <c:v>0.3067583249653138</c:v>
                </c:pt>
                <c:pt idx="133">
                  <c:v>0.30857276437881892</c:v>
                </c:pt>
                <c:pt idx="134">
                  <c:v>0.30720279913894044</c:v>
                </c:pt>
                <c:pt idx="135">
                  <c:v>0.3096620802962371</c:v>
                </c:pt>
                <c:pt idx="136">
                  <c:v>0.3107917514333105</c:v>
                </c:pt>
                <c:pt idx="137">
                  <c:v>0.31470282385878223</c:v>
                </c:pt>
                <c:pt idx="138">
                  <c:v>0.31905827022449373</c:v>
                </c:pt>
                <c:pt idx="139">
                  <c:v>0.3236952072854421</c:v>
                </c:pt>
                <c:pt idx="140">
                  <c:v>0.33220456029791695</c:v>
                </c:pt>
                <c:pt idx="141">
                  <c:v>0.34414146452426264</c:v>
                </c:pt>
                <c:pt idx="142">
                  <c:v>0.35680401958011287</c:v>
                </c:pt>
                <c:pt idx="143">
                  <c:v>0.37624124293758243</c:v>
                </c:pt>
                <c:pt idx="144">
                  <c:v>0.40156477280358976</c:v>
                </c:pt>
                <c:pt idx="145">
                  <c:v>0.42906683636802456</c:v>
                </c:pt>
                <c:pt idx="146">
                  <c:v>0.46535954691257919</c:v>
                </c:pt>
                <c:pt idx="147">
                  <c:v>0.50786443131484227</c:v>
                </c:pt>
                <c:pt idx="148">
                  <c:v>0.55298908260536916</c:v>
                </c:pt>
                <c:pt idx="149">
                  <c:v>0.6066221872774169</c:v>
                </c:pt>
                <c:pt idx="150">
                  <c:v>0.66235225800418529</c:v>
                </c:pt>
                <c:pt idx="151">
                  <c:v>0.72219554620877358</c:v>
                </c:pt>
                <c:pt idx="152">
                  <c:v>0.78050676388558793</c:v>
                </c:pt>
                <c:pt idx="153">
                  <c:v>0.83692332001650072</c:v>
                </c:pt>
                <c:pt idx="154">
                  <c:v>0.88958839050062166</c:v>
                </c:pt>
                <c:pt idx="155">
                  <c:v>0.93459119562551696</c:v>
                </c:pt>
                <c:pt idx="156">
                  <c:v>0.96907182909604717</c:v>
                </c:pt>
                <c:pt idx="157">
                  <c:v>0.9911287584193551</c:v>
                </c:pt>
                <c:pt idx="158">
                  <c:v>1</c:v>
                </c:pt>
                <c:pt idx="159">
                  <c:v>0.99592725312652985</c:v>
                </c:pt>
                <c:pt idx="160">
                  <c:v>0.97882856094977677</c:v>
                </c:pt>
                <c:pt idx="161">
                  <c:v>0.94781915170541575</c:v>
                </c:pt>
                <c:pt idx="162">
                  <c:v>0.90922625666472912</c:v>
                </c:pt>
                <c:pt idx="163">
                  <c:v>0.86293187212595535</c:v>
                </c:pt>
                <c:pt idx="164">
                  <c:v>0.81175972801343166</c:v>
                </c:pt>
                <c:pt idx="165">
                  <c:v>0.75796572866410994</c:v>
                </c:pt>
                <c:pt idx="166">
                  <c:v>0.70727575787441688</c:v>
                </c:pt>
                <c:pt idx="167">
                  <c:v>0.6564652088823163</c:v>
                </c:pt>
                <c:pt idx="168">
                  <c:v>0.61146148636832331</c:v>
                </c:pt>
                <c:pt idx="169">
                  <c:v>0.5729494970211465</c:v>
                </c:pt>
                <c:pt idx="170">
                  <c:v>0.53697917731272693</c:v>
                </c:pt>
                <c:pt idx="171">
                  <c:v>0.51008267485042746</c:v>
                </c:pt>
                <c:pt idx="172">
                  <c:v>0.48701602774525288</c:v>
                </c:pt>
                <c:pt idx="173">
                  <c:v>0.47072463300427003</c:v>
                </c:pt>
                <c:pt idx="174">
                  <c:v>0.45721475669244904</c:v>
                </c:pt>
                <c:pt idx="175">
                  <c:v>0.44499362883483512</c:v>
                </c:pt>
                <c:pt idx="176">
                  <c:v>0.43745514187704093</c:v>
                </c:pt>
                <c:pt idx="177">
                  <c:v>0.43181067250000243</c:v>
                </c:pt>
                <c:pt idx="178">
                  <c:v>0.42862581681329404</c:v>
                </c:pt>
                <c:pt idx="179">
                  <c:v>0.42354185127081562</c:v>
                </c:pt>
                <c:pt idx="180">
                  <c:v>0.41749135084152794</c:v>
                </c:pt>
                <c:pt idx="181">
                  <c:v>0.41333973051778705</c:v>
                </c:pt>
                <c:pt idx="182">
                  <c:v>0.40967024278774139</c:v>
                </c:pt>
                <c:pt idx="183">
                  <c:v>0.40539472408751376</c:v>
                </c:pt>
                <c:pt idx="184">
                  <c:v>0.4017677577555957</c:v>
                </c:pt>
                <c:pt idx="185">
                  <c:v>0.39600032990930417</c:v>
                </c:pt>
                <c:pt idx="186">
                  <c:v>0.39120236174260348</c:v>
                </c:pt>
                <c:pt idx="187">
                  <c:v>0.38535346150073657</c:v>
                </c:pt>
                <c:pt idx="188">
                  <c:v>0.37995051912753042</c:v>
                </c:pt>
                <c:pt idx="189">
                  <c:v>0.37490831246060408</c:v>
                </c:pt>
                <c:pt idx="190">
                  <c:v>0.36954607525773159</c:v>
                </c:pt>
                <c:pt idx="191">
                  <c:v>0.36430328562946607</c:v>
                </c:pt>
                <c:pt idx="192">
                  <c:v>0.35885943960240313</c:v>
                </c:pt>
                <c:pt idx="193">
                  <c:v>0.35265064208065872</c:v>
                </c:pt>
                <c:pt idx="194">
                  <c:v>0.34813363676441222</c:v>
                </c:pt>
                <c:pt idx="195">
                  <c:v>0.34268889416526416</c:v>
                </c:pt>
                <c:pt idx="196">
                  <c:v>0.3380521711362357</c:v>
                </c:pt>
                <c:pt idx="197">
                  <c:v>0.33220303785864264</c:v>
                </c:pt>
                <c:pt idx="198">
                  <c:v>0.3271645006356132</c:v>
                </c:pt>
                <c:pt idx="199">
                  <c:v>0.32188215410950405</c:v>
                </c:pt>
                <c:pt idx="200">
                  <c:v>0.319461450915902</c:v>
                </c:pt>
                <c:pt idx="201">
                  <c:v>0.31474265248109895</c:v>
                </c:pt>
                <c:pt idx="202">
                  <c:v>0.30736322372208247</c:v>
                </c:pt>
                <c:pt idx="203">
                  <c:v>0.30308915082122284</c:v>
                </c:pt>
                <c:pt idx="204">
                  <c:v>0.29982280475402517</c:v>
                </c:pt>
                <c:pt idx="205">
                  <c:v>0.29623379216163781</c:v>
                </c:pt>
                <c:pt idx="206">
                  <c:v>0.2924833212487799</c:v>
                </c:pt>
                <c:pt idx="207">
                  <c:v>0.28812935874787227</c:v>
                </c:pt>
                <c:pt idx="208">
                  <c:v>0.28361071436117136</c:v>
                </c:pt>
                <c:pt idx="209">
                  <c:v>0.28062583992785539</c:v>
                </c:pt>
                <c:pt idx="210">
                  <c:v>0.27562564672584788</c:v>
                </c:pt>
                <c:pt idx="211">
                  <c:v>0.27308779998152943</c:v>
                </c:pt>
                <c:pt idx="212">
                  <c:v>0.26937588944385477</c:v>
                </c:pt>
                <c:pt idx="213">
                  <c:v>0.26582846179886715</c:v>
                </c:pt>
                <c:pt idx="214">
                  <c:v>0.26284360738975721</c:v>
                </c:pt>
                <c:pt idx="215">
                  <c:v>0.26042481674811069</c:v>
                </c:pt>
                <c:pt idx="216">
                  <c:v>0.25764144396926614</c:v>
                </c:pt>
                <c:pt idx="217">
                  <c:v>0.25268164512824259</c:v>
                </c:pt>
                <c:pt idx="218">
                  <c:v>0.25231967895717911</c:v>
                </c:pt>
                <c:pt idx="219">
                  <c:v>0.24909060459838187</c:v>
                </c:pt>
                <c:pt idx="220">
                  <c:v>0.24691581806102142</c:v>
                </c:pt>
                <c:pt idx="221">
                  <c:v>0.2441735623445063</c:v>
                </c:pt>
                <c:pt idx="222">
                  <c:v>0.24276039033396277</c:v>
                </c:pt>
                <c:pt idx="223">
                  <c:v>0.24143066181331146</c:v>
                </c:pt>
                <c:pt idx="224">
                  <c:v>0.23872813522194275</c:v>
                </c:pt>
                <c:pt idx="225">
                  <c:v>0.23582561007271707</c:v>
                </c:pt>
                <c:pt idx="226">
                  <c:v>0.23272056785587053</c:v>
                </c:pt>
                <c:pt idx="227">
                  <c:v>0.2335275338358708</c:v>
                </c:pt>
                <c:pt idx="228">
                  <c:v>0.23142994485923893</c:v>
                </c:pt>
                <c:pt idx="229">
                  <c:v>0.22739792334994061</c:v>
                </c:pt>
                <c:pt idx="230">
                  <c:v>0.22772014173159069</c:v>
                </c:pt>
                <c:pt idx="231">
                  <c:v>0.22679294846326006</c:v>
                </c:pt>
                <c:pt idx="232">
                  <c:v>0.22433284720415192</c:v>
                </c:pt>
                <c:pt idx="233">
                  <c:v>0.22187327106953711</c:v>
                </c:pt>
                <c:pt idx="234">
                  <c:v>0.22211555781975134</c:v>
                </c:pt>
                <c:pt idx="235">
                  <c:v>0.2207435428060838</c:v>
                </c:pt>
                <c:pt idx="236">
                  <c:v>0.21917109658200412</c:v>
                </c:pt>
                <c:pt idx="237">
                  <c:v>0.21937351653169704</c:v>
                </c:pt>
                <c:pt idx="238">
                  <c:v>0.21775972054827808</c:v>
                </c:pt>
                <c:pt idx="239">
                  <c:v>0.21695394515579014</c:v>
                </c:pt>
                <c:pt idx="240">
                  <c:v>0.21699326629830343</c:v>
                </c:pt>
                <c:pt idx="241">
                  <c:v>0.21522035255362051</c:v>
                </c:pt>
                <c:pt idx="242">
                  <c:v>0.21546135126008847</c:v>
                </c:pt>
                <c:pt idx="243">
                  <c:v>0.21392824631494778</c:v>
                </c:pt>
                <c:pt idx="244">
                  <c:v>0.21312042216879662</c:v>
                </c:pt>
                <c:pt idx="245">
                  <c:v>0.21207388178587974</c:v>
                </c:pt>
                <c:pt idx="246">
                  <c:v>0.21219555215493371</c:v>
                </c:pt>
                <c:pt idx="247">
                  <c:v>0.21070251005773158</c:v>
                </c:pt>
                <c:pt idx="248">
                  <c:v>0.20908892855963743</c:v>
                </c:pt>
                <c:pt idx="249">
                  <c:v>0.20751659919323412</c:v>
                </c:pt>
                <c:pt idx="250">
                  <c:v>0.20751669784032239</c:v>
                </c:pt>
                <c:pt idx="251">
                  <c:v>0.20723483683079891</c:v>
                </c:pt>
                <c:pt idx="252">
                  <c:v>0.20590356590298237</c:v>
                </c:pt>
                <c:pt idx="253">
                  <c:v>0.20558113467917011</c:v>
                </c:pt>
                <c:pt idx="254">
                  <c:v>0.20541961617345059</c:v>
                </c:pt>
                <c:pt idx="255">
                  <c:v>0.20352347132878107</c:v>
                </c:pt>
                <c:pt idx="256">
                  <c:v>0.20283948282348466</c:v>
                </c:pt>
                <c:pt idx="257">
                  <c:v>0.20090300272636485</c:v>
                </c:pt>
                <c:pt idx="258">
                  <c:v>0.20017713803484674</c:v>
                </c:pt>
                <c:pt idx="259">
                  <c:v>0.20029886632267624</c:v>
                </c:pt>
                <c:pt idx="260">
                  <c:v>0.19872659606549214</c:v>
                </c:pt>
                <c:pt idx="261">
                  <c:v>0.20122646785741255</c:v>
                </c:pt>
                <c:pt idx="262">
                  <c:v>0.19808032848898877</c:v>
                </c:pt>
                <c:pt idx="263">
                  <c:v>0.19876570294903978</c:v>
                </c:pt>
                <c:pt idx="264">
                  <c:v>0.19618603822022423</c:v>
                </c:pt>
                <c:pt idx="265">
                  <c:v>0.19751594361458022</c:v>
                </c:pt>
                <c:pt idx="266">
                  <c:v>0.19662881206088315</c:v>
                </c:pt>
                <c:pt idx="267">
                  <c:v>0.19779840876747201</c:v>
                </c:pt>
                <c:pt idx="268">
                  <c:v>0.19598381244815261</c:v>
                </c:pt>
                <c:pt idx="269">
                  <c:v>0.19763786630707597</c:v>
                </c:pt>
                <c:pt idx="270">
                  <c:v>0.19570191269411452</c:v>
                </c:pt>
                <c:pt idx="271">
                  <c:v>0.19602309529873299</c:v>
                </c:pt>
                <c:pt idx="272">
                  <c:v>0.19570062464995722</c:v>
                </c:pt>
                <c:pt idx="273">
                  <c:v>0.19513672604193674</c:v>
                </c:pt>
                <c:pt idx="274">
                  <c:v>0.19481546572055936</c:v>
                </c:pt>
                <c:pt idx="275">
                  <c:v>0.19509631318645598</c:v>
                </c:pt>
                <c:pt idx="276">
                  <c:v>0.19340243087525927</c:v>
                </c:pt>
                <c:pt idx="277">
                  <c:v>0.19465291370469318</c:v>
                </c:pt>
                <c:pt idx="278">
                  <c:v>0.19195048615681626</c:v>
                </c:pt>
                <c:pt idx="279">
                  <c:v>0.19166881898551147</c:v>
                </c:pt>
                <c:pt idx="280">
                  <c:v>0.19215278834229782</c:v>
                </c:pt>
                <c:pt idx="281">
                  <c:v>0.18880559580467485</c:v>
                </c:pt>
                <c:pt idx="282">
                  <c:v>0.18767537855536678</c:v>
                </c:pt>
                <c:pt idx="283">
                  <c:v>0.18674873168249451</c:v>
                </c:pt>
                <c:pt idx="284">
                  <c:v>0.18670831871355956</c:v>
                </c:pt>
                <c:pt idx="285">
                  <c:v>0.18461170600888516</c:v>
                </c:pt>
                <c:pt idx="286">
                  <c:v>0.18481314934749257</c:v>
                </c:pt>
                <c:pt idx="287">
                  <c:v>0.18344212762688694</c:v>
                </c:pt>
                <c:pt idx="288">
                  <c:v>0.18287686382412296</c:v>
                </c:pt>
                <c:pt idx="289">
                  <c:v>0.18074092890104254</c:v>
                </c:pt>
                <c:pt idx="290">
                  <c:v>0.1808212880297351</c:v>
                </c:pt>
                <c:pt idx="291">
                  <c:v>0.17868365588914564</c:v>
                </c:pt>
                <c:pt idx="292">
                  <c:v>0.17779623338080947</c:v>
                </c:pt>
                <c:pt idx="293">
                  <c:v>0.17674789826728604</c:v>
                </c:pt>
                <c:pt idx="294">
                  <c:v>0.1755781844191116</c:v>
                </c:pt>
                <c:pt idx="295">
                  <c:v>0.17517570657557185</c:v>
                </c:pt>
                <c:pt idx="296">
                  <c:v>0.1737627700374095</c:v>
                </c:pt>
                <c:pt idx="297">
                  <c:v>0.17489259609745811</c:v>
                </c:pt>
                <c:pt idx="298">
                  <c:v>0.17328010840889879</c:v>
                </c:pt>
                <c:pt idx="299">
                  <c:v>0.172514843442128</c:v>
                </c:pt>
                <c:pt idx="300">
                  <c:v>0.17219110454704153</c:v>
                </c:pt>
                <c:pt idx="301">
                  <c:v>0.17275629250243138</c:v>
                </c:pt>
                <c:pt idx="302">
                  <c:v>0.17223216250083695</c:v>
                </c:pt>
                <c:pt idx="303">
                  <c:v>0.17267556220964447</c:v>
                </c:pt>
                <c:pt idx="304">
                  <c:v>0.17271593682978303</c:v>
                </c:pt>
                <c:pt idx="305">
                  <c:v>0.17332036622808791</c:v>
                </c:pt>
                <c:pt idx="306">
                  <c:v>0.1751764091963956</c:v>
                </c:pt>
                <c:pt idx="307">
                  <c:v>0.17299848145550173</c:v>
                </c:pt>
                <c:pt idx="308">
                  <c:v>0.17428904534373682</c:v>
                </c:pt>
                <c:pt idx="309">
                  <c:v>0.17400648075053898</c:v>
                </c:pt>
                <c:pt idx="310">
                  <c:v>0.17606348022503032</c:v>
                </c:pt>
                <c:pt idx="311">
                  <c:v>0.1753368734311346</c:v>
                </c:pt>
                <c:pt idx="312">
                  <c:v>0.17618403993362602</c:v>
                </c:pt>
                <c:pt idx="313">
                  <c:v>0.17678956110121452</c:v>
                </c:pt>
                <c:pt idx="314">
                  <c:v>0.17844136942229225</c:v>
                </c:pt>
                <c:pt idx="315">
                  <c:v>0.17876426960775324</c:v>
                </c:pt>
                <c:pt idx="316">
                  <c:v>0.18110326736991705</c:v>
                </c:pt>
                <c:pt idx="317">
                  <c:v>0.17981274211329079</c:v>
                </c:pt>
                <c:pt idx="318">
                  <c:v>0.18186984051809385</c:v>
                </c:pt>
                <c:pt idx="319">
                  <c:v>0.1842494265922287</c:v>
                </c:pt>
                <c:pt idx="320">
                  <c:v>0.18388585856510475</c:v>
                </c:pt>
                <c:pt idx="321">
                  <c:v>0.18602294521690727</c:v>
                </c:pt>
                <c:pt idx="322">
                  <c:v>0.18743496464905821</c:v>
                </c:pt>
                <c:pt idx="323">
                  <c:v>0.1875153038672728</c:v>
                </c:pt>
                <c:pt idx="324">
                  <c:v>0.19122600538048667</c:v>
                </c:pt>
                <c:pt idx="325">
                  <c:v>0.19082155678230672</c:v>
                </c:pt>
                <c:pt idx="326">
                  <c:v>0.19122536135820251</c:v>
                </c:pt>
                <c:pt idx="327">
                  <c:v>0.19453268641581437</c:v>
                </c:pt>
                <c:pt idx="328">
                  <c:v>0.19574137003819789</c:v>
                </c:pt>
                <c:pt idx="329">
                  <c:v>0.19606440585933077</c:v>
                </c:pt>
                <c:pt idx="330">
                  <c:v>0.19828280709463342</c:v>
                </c:pt>
                <c:pt idx="331">
                  <c:v>0.19945115484194106</c:v>
                </c:pt>
                <c:pt idx="332">
                  <c:v>0.20098472846495891</c:v>
                </c:pt>
                <c:pt idx="333">
                  <c:v>0.20291931575096822</c:v>
                </c:pt>
                <c:pt idx="334">
                  <c:v>0.20404955183390164</c:v>
                </c:pt>
                <c:pt idx="335">
                  <c:v>0.20348459963439072</c:v>
                </c:pt>
                <c:pt idx="336">
                  <c:v>0.20582328511422318</c:v>
                </c:pt>
                <c:pt idx="337">
                  <c:v>0.20550028843455631</c:v>
                </c:pt>
                <c:pt idx="338">
                  <c:v>0.20759760325074536</c:v>
                </c:pt>
                <c:pt idx="339">
                  <c:v>0.20796019421269407</c:v>
                </c:pt>
                <c:pt idx="340">
                  <c:v>0.20735443870548143</c:v>
                </c:pt>
                <c:pt idx="341">
                  <c:v>0.20799978877888459</c:v>
                </c:pt>
                <c:pt idx="342">
                  <c:v>0.20719424715902557</c:v>
                </c:pt>
                <c:pt idx="343">
                  <c:v>0.2055407018000317</c:v>
                </c:pt>
                <c:pt idx="344">
                  <c:v>0.20477569017655373</c:v>
                </c:pt>
                <c:pt idx="345">
                  <c:v>0.20316156341658045</c:v>
                </c:pt>
                <c:pt idx="346">
                  <c:v>0.20207289157776226</c:v>
                </c:pt>
                <c:pt idx="347">
                  <c:v>0.19900754053476577</c:v>
                </c:pt>
                <c:pt idx="348">
                  <c:v>0.19678968620423082</c:v>
                </c:pt>
                <c:pt idx="349">
                  <c:v>0.19453126313280023</c:v>
                </c:pt>
                <c:pt idx="350">
                  <c:v>0.19344344895123511</c:v>
                </c:pt>
                <c:pt idx="351">
                  <c:v>0.18949194472292871</c:v>
                </c:pt>
                <c:pt idx="352">
                  <c:v>0.18626449014824187</c:v>
                </c:pt>
                <c:pt idx="353">
                  <c:v>0.18146609267148964</c:v>
                </c:pt>
                <c:pt idx="354">
                  <c:v>0.17904693069515676</c:v>
                </c:pt>
                <c:pt idx="355">
                  <c:v>0.17541836364062088</c:v>
                </c:pt>
                <c:pt idx="356">
                  <c:v>0.17126426326895505</c:v>
                </c:pt>
                <c:pt idx="357">
                  <c:v>0.16646438385378509</c:v>
                </c:pt>
                <c:pt idx="358">
                  <c:v>0.16291607875424619</c:v>
                </c:pt>
                <c:pt idx="359">
                  <c:v>0.15847611262642733</c:v>
                </c:pt>
                <c:pt idx="360">
                  <c:v>0.15416504460224748</c:v>
                </c:pt>
                <c:pt idx="361">
                  <c:v>0.15041118742060589</c:v>
                </c:pt>
                <c:pt idx="362">
                  <c:v>0.14652835731295721</c:v>
                </c:pt>
                <c:pt idx="363">
                  <c:v>0.14246317709938436</c:v>
                </c:pt>
                <c:pt idx="364">
                  <c:v>0.13799117090340959</c:v>
                </c:pt>
                <c:pt idx="365">
                  <c:v>0.13531310600400251</c:v>
                </c:pt>
                <c:pt idx="366">
                  <c:v>0.132139948981702</c:v>
                </c:pt>
                <c:pt idx="367">
                  <c:v>0.12874849083028175</c:v>
                </c:pt>
                <c:pt idx="368">
                  <c:v>0.12460212822540317</c:v>
                </c:pt>
                <c:pt idx="369">
                  <c:v>0.12191650625895664</c:v>
                </c:pt>
                <c:pt idx="370">
                  <c:v>0.1187033016631496</c:v>
                </c:pt>
                <c:pt idx="371">
                  <c:v>0.11554563513361069</c:v>
                </c:pt>
                <c:pt idx="372">
                  <c:v>0.11414649031829044</c:v>
                </c:pt>
                <c:pt idx="373">
                  <c:v>0.1114247651617801</c:v>
                </c:pt>
                <c:pt idx="374">
                  <c:v>0.10925080437701531</c:v>
                </c:pt>
                <c:pt idx="375">
                  <c:v>0.10667061339343049</c:v>
                </c:pt>
                <c:pt idx="376">
                  <c:v>0.10623787888936287</c:v>
                </c:pt>
                <c:pt idx="377">
                  <c:v>0.10449681880709637</c:v>
                </c:pt>
                <c:pt idx="378">
                  <c:v>0.10266203225491223</c:v>
                </c:pt>
                <c:pt idx="379">
                  <c:v>0.10160567376656272</c:v>
                </c:pt>
                <c:pt idx="380">
                  <c:v>9.9023985238547982E-2</c:v>
                </c:pt>
                <c:pt idx="381">
                  <c:v>9.9922759434532382E-2</c:v>
                </c:pt>
                <c:pt idx="382">
                  <c:v>9.7415714071244525E-2</c:v>
                </c:pt>
                <c:pt idx="383">
                  <c:v>9.6710180805229334E-2</c:v>
                </c:pt>
                <c:pt idx="384">
                  <c:v>9.6738691896599727E-2</c:v>
                </c:pt>
                <c:pt idx="385">
                  <c:v>9.5693178000946524E-2</c:v>
                </c:pt>
                <c:pt idx="386">
                  <c:v>9.4745726772650904E-2</c:v>
                </c:pt>
                <c:pt idx="387">
                  <c:v>9.3922641340436208E-2</c:v>
                </c:pt>
                <c:pt idx="388">
                  <c:v>9.4813395121576424E-2</c:v>
                </c:pt>
                <c:pt idx="389">
                  <c:v>9.3386086010654235E-2</c:v>
                </c:pt>
                <c:pt idx="390">
                  <c:v>9.3753618685955914E-2</c:v>
                </c:pt>
                <c:pt idx="391">
                  <c:v>9.308030261307243E-2</c:v>
                </c:pt>
                <c:pt idx="392">
                  <c:v>9.3205181072362045E-2</c:v>
                </c:pt>
                <c:pt idx="393">
                  <c:v>9.2939073004598305E-2</c:v>
                </c:pt>
                <c:pt idx="394">
                  <c:v>9.2559736815528287E-2</c:v>
                </c:pt>
                <c:pt idx="395">
                  <c:v>9.2987364847264775E-2</c:v>
                </c:pt>
                <c:pt idx="396">
                  <c:v>9.3418891660682249E-2</c:v>
                </c:pt>
                <c:pt idx="397">
                  <c:v>9.2688787197158548E-2</c:v>
                </c:pt>
                <c:pt idx="398">
                  <c:v>9.4092861676572964E-2</c:v>
                </c:pt>
                <c:pt idx="399">
                  <c:v>9.3418694211217818E-2</c:v>
                </c:pt>
                <c:pt idx="400">
                  <c:v>9.56567193789708E-2</c:v>
                </c:pt>
                <c:pt idx="401">
                  <c:v>9.5076736242784232E-2</c:v>
                </c:pt>
                <c:pt idx="402">
                  <c:v>9.5830551979664669E-2</c:v>
                </c:pt>
                <c:pt idx="403">
                  <c:v>9.5749716848780739E-2</c:v>
                </c:pt>
                <c:pt idx="404">
                  <c:v>9.7709859609897004E-2</c:v>
                </c:pt>
                <c:pt idx="405">
                  <c:v>9.9516276651203522E-2</c:v>
                </c:pt>
                <c:pt idx="406">
                  <c:v>0.10175433014209768</c:v>
                </c:pt>
                <c:pt idx="407">
                  <c:v>0.10159314903784611</c:v>
                </c:pt>
                <c:pt idx="408">
                  <c:v>0.10432303843335272</c:v>
                </c:pt>
                <c:pt idx="409">
                  <c:v>0.10584342387105573</c:v>
                </c:pt>
                <c:pt idx="410">
                  <c:v>0.10781147702045846</c:v>
                </c:pt>
                <c:pt idx="411">
                  <c:v>0.10957791434014419</c:v>
                </c:pt>
                <c:pt idx="412">
                  <c:v>0.11168965103507106</c:v>
                </c:pt>
                <c:pt idx="413">
                  <c:v>0.11567069494349994</c:v>
                </c:pt>
                <c:pt idx="414">
                  <c:v>0.11715536785574465</c:v>
                </c:pt>
                <c:pt idx="415">
                  <c:v>0.12117916880727325</c:v>
                </c:pt>
                <c:pt idx="416">
                  <c:v>0.12385286571424513</c:v>
                </c:pt>
                <c:pt idx="417">
                  <c:v>0.12808355552631656</c:v>
                </c:pt>
                <c:pt idx="418">
                  <c:v>0.13168872109377222</c:v>
                </c:pt>
                <c:pt idx="419">
                  <c:v>0.13503142921729955</c:v>
                </c:pt>
                <c:pt idx="420">
                  <c:v>0.13951984208579385</c:v>
                </c:pt>
                <c:pt idx="421">
                  <c:v>0.14220534306169078</c:v>
                </c:pt>
                <c:pt idx="422">
                  <c:v>0.14708861108917037</c:v>
                </c:pt>
                <c:pt idx="423">
                  <c:v>0.15058010879442743</c:v>
                </c:pt>
                <c:pt idx="424">
                  <c:v>0.15467047107062371</c:v>
                </c:pt>
                <c:pt idx="425">
                  <c:v>0.15897310656926184</c:v>
                </c:pt>
                <c:pt idx="426">
                  <c:v>0.16315912638455807</c:v>
                </c:pt>
                <c:pt idx="427">
                  <c:v>0.16670651415131515</c:v>
                </c:pt>
                <c:pt idx="428">
                  <c:v>0.17102191859969126</c:v>
                </c:pt>
                <c:pt idx="429">
                  <c:v>0.17255486748855153</c:v>
                </c:pt>
                <c:pt idx="430">
                  <c:v>0.17626470998443644</c:v>
                </c:pt>
                <c:pt idx="431">
                  <c:v>0.18041810756523441</c:v>
                </c:pt>
                <c:pt idx="432">
                  <c:v>0.1832406844015963</c:v>
                </c:pt>
                <c:pt idx="433">
                  <c:v>0.18388646423872992</c:v>
                </c:pt>
                <c:pt idx="434">
                  <c:v>0.18610398597936723</c:v>
                </c:pt>
                <c:pt idx="435">
                  <c:v>0.18876531790455289</c:v>
                </c:pt>
                <c:pt idx="436">
                  <c:v>0.18840364359534859</c:v>
                </c:pt>
                <c:pt idx="437">
                  <c:v>0.18973241632151591</c:v>
                </c:pt>
                <c:pt idx="438">
                  <c:v>0.19082266885956842</c:v>
                </c:pt>
                <c:pt idx="439">
                  <c:v>0.18961283492430667</c:v>
                </c:pt>
                <c:pt idx="440">
                  <c:v>0.18941064886069608</c:v>
                </c:pt>
                <c:pt idx="441">
                  <c:v>0.18872541184952338</c:v>
                </c:pt>
                <c:pt idx="442">
                  <c:v>0.1858623629350073</c:v>
                </c:pt>
                <c:pt idx="443">
                  <c:v>0.18432919922142013</c:v>
                </c:pt>
                <c:pt idx="444">
                  <c:v>0.1826760840221488</c:v>
                </c:pt>
                <c:pt idx="445">
                  <c:v>0.18029647701713622</c:v>
                </c:pt>
                <c:pt idx="446">
                  <c:v>0.17569936648276002</c:v>
                </c:pt>
                <c:pt idx="447">
                  <c:v>0.1741676478321873</c:v>
                </c:pt>
                <c:pt idx="448">
                  <c:v>0.16896513332730129</c:v>
                </c:pt>
                <c:pt idx="449">
                  <c:v>0.16505390626207772</c:v>
                </c:pt>
                <c:pt idx="450">
                  <c:v>0.1605742630764756</c:v>
                </c:pt>
                <c:pt idx="451">
                  <c:v>0.15694390418010634</c:v>
                </c:pt>
                <c:pt idx="452">
                  <c:v>0.15168977152792168</c:v>
                </c:pt>
                <c:pt idx="453">
                  <c:v>0.14722934514186165</c:v>
                </c:pt>
                <c:pt idx="454">
                  <c:v>0.14301650670008065</c:v>
                </c:pt>
                <c:pt idx="455">
                  <c:v>0.13871626359579697</c:v>
                </c:pt>
                <c:pt idx="456">
                  <c:v>0.13272075509551029</c:v>
                </c:pt>
                <c:pt idx="457">
                  <c:v>0.12878800225902856</c:v>
                </c:pt>
                <c:pt idx="458">
                  <c:v>0.12568067495838464</c:v>
                </c:pt>
                <c:pt idx="459">
                  <c:v>0.12135250824178737</c:v>
                </c:pt>
                <c:pt idx="460">
                  <c:v>0.11710234211863124</c:v>
                </c:pt>
                <c:pt idx="461">
                  <c:v>0.11390897091405576</c:v>
                </c:pt>
                <c:pt idx="462">
                  <c:v>0.111093591133105</c:v>
                </c:pt>
                <c:pt idx="463">
                  <c:v>0.10836377968427852</c:v>
                </c:pt>
                <c:pt idx="464">
                  <c:v>0.1043024735944653</c:v>
                </c:pt>
                <c:pt idx="465">
                  <c:v>0.100818619874668</c:v>
                </c:pt>
                <c:pt idx="466">
                  <c:v>9.9834805802663781E-2</c:v>
                </c:pt>
                <c:pt idx="467">
                  <c:v>9.7500524735127103E-2</c:v>
                </c:pt>
                <c:pt idx="468">
                  <c:v>9.6536117210842542E-2</c:v>
                </c:pt>
                <c:pt idx="469">
                  <c:v>9.4624969448149771E-2</c:v>
                </c:pt>
                <c:pt idx="470">
                  <c:v>9.38910792377044E-2</c:v>
                </c:pt>
                <c:pt idx="471">
                  <c:v>9.3169026689341766E-2</c:v>
                </c:pt>
                <c:pt idx="472">
                  <c:v>9.4068925282765198E-2</c:v>
                </c:pt>
                <c:pt idx="473">
                  <c:v>9.3689527959926744E-2</c:v>
                </c:pt>
                <c:pt idx="474">
                  <c:v>9.5092013515958695E-2</c:v>
                </c:pt>
                <c:pt idx="475">
                  <c:v>9.6656997032187442E-2</c:v>
                </c:pt>
                <c:pt idx="476">
                  <c:v>9.6890646846462619E-2</c:v>
                </c:pt>
                <c:pt idx="477">
                  <c:v>9.9136657678205869E-2</c:v>
                </c:pt>
                <c:pt idx="478">
                  <c:v>0.10118598739071161</c:v>
                </c:pt>
                <c:pt idx="479">
                  <c:v>0.10328656873453718</c:v>
                </c:pt>
                <c:pt idx="480">
                  <c:v>0.10633863216083141</c:v>
                </c:pt>
                <c:pt idx="481">
                  <c:v>0.10797726595928439</c:v>
                </c:pt>
                <c:pt idx="482">
                  <c:v>0.11246075190477539</c:v>
                </c:pt>
                <c:pt idx="483">
                  <c:v>0.11677593202036932</c:v>
                </c:pt>
                <c:pt idx="484">
                  <c:v>0.1211418915736639</c:v>
                </c:pt>
                <c:pt idx="485">
                  <c:v>0.12661066729350196</c:v>
                </c:pt>
                <c:pt idx="486">
                  <c:v>0.13127305524607355</c:v>
                </c:pt>
                <c:pt idx="487">
                  <c:v>0.13701089521627649</c:v>
                </c:pt>
                <c:pt idx="488">
                  <c:v>0.14170831731241967</c:v>
                </c:pt>
                <c:pt idx="489">
                  <c:v>0.14768493430720719</c:v>
                </c:pt>
                <c:pt idx="490">
                  <c:v>0.15438444691010492</c:v>
                </c:pt>
                <c:pt idx="491">
                  <c:v>0.16187952925723095</c:v>
                </c:pt>
                <c:pt idx="492">
                  <c:v>0.1682404584293927</c:v>
                </c:pt>
                <c:pt idx="493">
                  <c:v>0.1775548061007805</c:v>
                </c:pt>
                <c:pt idx="494">
                  <c:v>0.18295788507291966</c:v>
                </c:pt>
                <c:pt idx="495">
                  <c:v>0.19312053100790444</c:v>
                </c:pt>
                <c:pt idx="496">
                  <c:v>0.20178991809471097</c:v>
                </c:pt>
                <c:pt idx="497">
                  <c:v>0.21102527222814171</c:v>
                </c:pt>
                <c:pt idx="498">
                  <c:v>0.22074233264845522</c:v>
                </c:pt>
                <c:pt idx="499">
                  <c:v>0.23070370888976158</c:v>
                </c:pt>
                <c:pt idx="500">
                  <c:v>0.2395740709765633</c:v>
                </c:pt>
                <c:pt idx="501">
                  <c:v>0.24985875623590911</c:v>
                </c:pt>
                <c:pt idx="502">
                  <c:v>0.26014152973651677</c:v>
                </c:pt>
                <c:pt idx="503">
                  <c:v>0.27046508889972559</c:v>
                </c:pt>
                <c:pt idx="504">
                  <c:v>0.28127372672106221</c:v>
                </c:pt>
                <c:pt idx="505">
                  <c:v>0.29236387441066347</c:v>
                </c:pt>
                <c:pt idx="506">
                  <c:v>0.30264497122851108</c:v>
                </c:pt>
                <c:pt idx="507">
                  <c:v>0.31369427573300229</c:v>
                </c:pt>
                <c:pt idx="508">
                  <c:v>0.32518801657272906</c:v>
                </c:pt>
                <c:pt idx="509">
                  <c:v>0.33603568288150182</c:v>
                </c:pt>
                <c:pt idx="510">
                  <c:v>0</c:v>
                </c:pt>
                <c:pt idx="511">
                  <c:v>0</c:v>
                </c:pt>
              </c:numCache>
            </c:numRef>
          </c:yVal>
          <c:smooth val="1"/>
          <c:extLst>
            <c:ext xmlns:c16="http://schemas.microsoft.com/office/drawing/2014/chart" uri="{C3380CC4-5D6E-409C-BE32-E72D297353CC}">
              <c16:uniqueId val="{00000000-DDC0-4A4F-8C07-0622AE3D5EB0}"/>
            </c:ext>
          </c:extLst>
        </c:ser>
        <c:ser>
          <c:idx val="0"/>
          <c:order val="1"/>
          <c:tx>
            <c:strRef>
              <c:f>'calib_(2)'!$C$7</c:f>
              <c:strCache>
                <c:ptCount val="1"/>
                <c:pt idx="0">
                  <c:v>primary</c:v>
                </c:pt>
              </c:strCache>
            </c:strRef>
          </c:tx>
          <c:spPr>
            <a:ln w="19050">
              <a:solidFill>
                <a:srgbClr val="FFC000"/>
              </a:solidFill>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'calib_(2)'!$C$8:$C$519</c:f>
              <c:numCache>
                <c:formatCode>General</c:formatCode>
                <c:ptCount val="512"/>
                <c:pt idx="0">
                  <c:v>3.3704245239124515E-3</c:v>
                </c:pt>
                <c:pt idx="1">
                  <c:v>1.1700571570608512E-2</c:v>
                </c:pt>
                <c:pt idx="2">
                  <c:v>8.9994764101472887E-3</c:v>
                </c:pt>
                <c:pt idx="3">
                  <c:v>3.2026759803947934E-3</c:v>
                </c:pt>
                <c:pt idx="4">
                  <c:v>2.2711373897304388E-3</c:v>
                </c:pt>
                <c:pt idx="5">
                  <c:v>2.0739444301201867E-3</c:v>
                </c:pt>
                <c:pt idx="6">
                  <c:v>1.9053817237024704E-3</c:v>
                </c:pt>
                <c:pt idx="7">
                  <c:v>1.7376251635375468E-3</c:v>
                </c:pt>
                <c:pt idx="8">
                  <c:v>1.5868754611709144E-3</c:v>
                </c:pt>
                <c:pt idx="9">
                  <c:v>1.426484956360661E-3</c:v>
                </c:pt>
                <c:pt idx="10">
                  <c:v>1.3035333111833579E-3</c:v>
                </c:pt>
                <c:pt idx="11">
                  <c:v>1.1477140016309829E-3</c:v>
                </c:pt>
                <c:pt idx="12">
                  <c:v>1.0219816813598452E-3</c:v>
                </c:pt>
                <c:pt idx="13">
                  <c:v>9.0516142905930808E-4</c:v>
                </c:pt>
                <c:pt idx="14">
                  <c:v>8.0110917387786148E-4</c:v>
                </c:pt>
                <c:pt idx="15">
                  <c:v>7.0825281995142201E-4</c:v>
                </c:pt>
                <c:pt idx="16">
                  <c:v>6.3544576766587423E-4</c:v>
                </c:pt>
                <c:pt idx="17">
                  <c:v>5.7676775992563604E-4</c:v>
                </c:pt>
                <c:pt idx="18">
                  <c:v>8.3862375895042587E-4</c:v>
                </c:pt>
                <c:pt idx="19">
                  <c:v>2.6074753977760345E-3</c:v>
                </c:pt>
                <c:pt idx="20">
                  <c:v>1.1304521691252439E-2</c:v>
                </c:pt>
                <c:pt idx="21">
                  <c:v>4.3144706646430664E-2</c:v>
                </c:pt>
                <c:pt idx="22">
                  <c:v>0.13399074544153017</c:v>
                </c:pt>
                <c:pt idx="23">
                  <c:v>0.3313979455726298</c:v>
                </c:pt>
                <c:pt idx="24">
                  <c:v>0.6510606840538079</c:v>
                </c:pt>
                <c:pt idx="25">
                  <c:v>1.0173006243874858</c:v>
                </c:pt>
                <c:pt idx="26">
                  <c:v>1.2713536420366851</c:v>
                </c:pt>
                <c:pt idx="27">
                  <c:v>1.2901861032924997</c:v>
                </c:pt>
                <c:pt idx="28">
                  <c:v>1.0897662110757729</c:v>
                </c:pt>
                <c:pt idx="29">
                  <c:v>0.80385515667231777</c:v>
                </c:pt>
                <c:pt idx="30">
                  <c:v>0.55460157040724523</c:v>
                </c:pt>
                <c:pt idx="31">
                  <c:v>0.37309481029077052</c:v>
                </c:pt>
                <c:pt idx="32">
                  <c:v>0.2417134596691434</c:v>
                </c:pt>
                <c:pt idx="33">
                  <c:v>0.14201950469190761</c:v>
                </c:pt>
                <c:pt idx="34">
                  <c:v>7.2163194127527072E-2</c:v>
                </c:pt>
                <c:pt idx="35">
                  <c:v>3.1183954105859484E-2</c:v>
                </c:pt>
                <c:pt idx="36">
                  <c:v>1.1520328761889629E-2</c:v>
                </c:pt>
                <c:pt idx="37">
                  <c:v>4.0983314452916033E-3</c:v>
                </c:pt>
                <c:pt idx="38">
                  <c:v>2.0755716923775312E-3</c:v>
                </c:pt>
                <c:pt idx="39">
                  <c:v>1.8255501700379297E-3</c:v>
                </c:pt>
                <c:pt idx="40">
                  <c:v>2.1421254862609945E-3</c:v>
                </c:pt>
                <c:pt idx="41">
                  <c:v>2.5691953860025388E-3</c:v>
                </c:pt>
                <c:pt idx="42">
                  <c:v>3.0651732546562809E-3</c:v>
                </c:pt>
                <c:pt idx="43">
                  <c:v>3.5583569098213749E-3</c:v>
                </c:pt>
                <c:pt idx="44">
                  <c:v>3.9942716210346115E-3</c:v>
                </c:pt>
                <c:pt idx="45">
                  <c:v>4.5322457426802097E-3</c:v>
                </c:pt>
                <c:pt idx="46">
                  <c:v>5.0322757282046035E-3</c:v>
                </c:pt>
                <c:pt idx="47">
                  <c:v>5.58071995631976E-3</c:v>
                </c:pt>
                <c:pt idx="48">
                  <c:v>6.1537250251708546E-3</c:v>
                </c:pt>
                <c:pt idx="49">
                  <c:v>6.7013927514770104E-3</c:v>
                </c:pt>
                <c:pt idx="50">
                  <c:v>7.3151022675437957E-3</c:v>
                </c:pt>
                <c:pt idx="51">
                  <c:v>7.8781081017891327E-3</c:v>
                </c:pt>
                <c:pt idx="52">
                  <c:v>8.4571797027648901E-3</c:v>
                </c:pt>
                <c:pt idx="53">
                  <c:v>8.9584325860734594E-3</c:v>
                </c:pt>
                <c:pt idx="54">
                  <c:v>9.3713507222751256E-3</c:v>
                </c:pt>
                <c:pt idx="55">
                  <c:v>9.5689720141518067E-3</c:v>
                </c:pt>
                <c:pt idx="56">
                  <c:v>9.503985216829984E-3</c:v>
                </c:pt>
                <c:pt idx="57">
                  <c:v>9.1543866554182549E-3</c:v>
                </c:pt>
                <c:pt idx="58">
                  <c:v>8.4627186228818964E-3</c:v>
                </c:pt>
                <c:pt idx="59">
                  <c:v>7.4647142384109896E-3</c:v>
                </c:pt>
                <c:pt idx="60">
                  <c:v>6.2638451449671204E-3</c:v>
                </c:pt>
                <c:pt idx="61">
                  <c:v>5.0290877133263232E-3</c:v>
                </c:pt>
                <c:pt idx="62">
                  <c:v>3.7688421042080204E-3</c:v>
                </c:pt>
                <c:pt idx="63">
                  <c:v>2.7510553849875675E-3</c:v>
                </c:pt>
                <c:pt idx="64">
                  <c:v>1.88643218168446E-3</c:v>
                </c:pt>
                <c:pt idx="65">
                  <c:v>1.2826111169168834E-3</c:v>
                </c:pt>
                <c:pt idx="66">
                  <c:v>8.554326161037025E-4</c:v>
                </c:pt>
                <c:pt idx="67">
                  <c:v>6.0465005179854135E-4</c:v>
                </c:pt>
                <c:pt idx="68">
                  <c:v>4.6044144353130074E-4</c:v>
                </c:pt>
                <c:pt idx="69">
                  <c:v>3.7692772352432177E-4</c:v>
                </c:pt>
                <c:pt idx="70">
                  <c:v>3.259953158782954E-4</c:v>
                </c:pt>
                <c:pt idx="71">
                  <c:v>3.0453432743416579E-4</c:v>
                </c:pt>
                <c:pt idx="72">
                  <c:v>2.8615823091987437E-4</c:v>
                </c:pt>
                <c:pt idx="73">
                  <c:v>2.6993947696039888E-4</c:v>
                </c:pt>
                <c:pt idx="74">
                  <c:v>2.6901659443823449E-4</c:v>
                </c:pt>
                <c:pt idx="75">
                  <c:v>2.6590314294639859E-4</c:v>
                </c:pt>
                <c:pt idx="76">
                  <c:v>2.56397031613465E-4</c:v>
                </c:pt>
                <c:pt idx="77">
                  <c:v>2.6410308848706274E-4</c:v>
                </c:pt>
                <c:pt idx="78">
                  <c:v>2.6034588175306291E-4</c:v>
                </c:pt>
                <c:pt idx="79">
                  <c:v>2.696118967315948E-4</c:v>
                </c:pt>
                <c:pt idx="80">
                  <c:v>2.8728128409085145E-4</c:v>
                </c:pt>
                <c:pt idx="81">
                  <c:v>2.9288195855456183E-4</c:v>
                </c:pt>
                <c:pt idx="82">
                  <c:v>3.1182991596082082E-4</c:v>
                </c:pt>
                <c:pt idx="83">
                  <c:v>3.3059070118150334E-4</c:v>
                </c:pt>
                <c:pt idx="84">
                  <c:v>3.4413284104772049E-4</c:v>
                </c:pt>
                <c:pt idx="85">
                  <c:v>3.5809306074434166E-4</c:v>
                </c:pt>
                <c:pt idx="86">
                  <c:v>3.7225933738056218E-4</c:v>
                </c:pt>
                <c:pt idx="87">
                  <c:v>4.0535702397449986E-4</c:v>
                </c:pt>
                <c:pt idx="88">
                  <c:v>4.1442849981489498E-4</c:v>
                </c:pt>
                <c:pt idx="89">
                  <c:v>4.5934600330691216E-4</c:v>
                </c:pt>
                <c:pt idx="90">
                  <c:v>4.7491861720126249E-4</c:v>
                </c:pt>
                <c:pt idx="91">
                  <c:v>5.0980769648115382E-4</c:v>
                </c:pt>
                <c:pt idx="92">
                  <c:v>5.1685855874819791E-4</c:v>
                </c:pt>
                <c:pt idx="93">
                  <c:v>5.4388724605619143E-4</c:v>
                </c:pt>
                <c:pt idx="94">
                  <c:v>5.4476112736402292E-4</c:v>
                </c:pt>
                <c:pt idx="95">
                  <c:v>5.6784349824391136E-4</c:v>
                </c:pt>
                <c:pt idx="96">
                  <c:v>5.6040942574827528E-4</c:v>
                </c:pt>
                <c:pt idx="97">
                  <c:v>5.5581482922633068E-4</c:v>
                </c:pt>
                <c:pt idx="98">
                  <c:v>5.4900221995985115E-4</c:v>
                </c:pt>
                <c:pt idx="99">
                  <c:v>5.4980274328021651E-4</c:v>
                </c:pt>
                <c:pt idx="100">
                  <c:v>5.2294733326759945E-4</c:v>
                </c:pt>
                <c:pt idx="101">
                  <c:v>5.1500404730699416E-4</c:v>
                </c:pt>
                <c:pt idx="102">
                  <c:v>5.0435242851036186E-4</c:v>
                </c:pt>
                <c:pt idx="103">
                  <c:v>4.9076597829388394E-4</c:v>
                </c:pt>
                <c:pt idx="104">
                  <c:v>4.733525760723282E-4</c:v>
                </c:pt>
                <c:pt idx="105">
                  <c:v>4.711303922181804E-4</c:v>
                </c:pt>
                <c:pt idx="106">
                  <c:v>4.6660735630886269E-4</c:v>
                </c:pt>
                <c:pt idx="107">
                  <c:v>4.7273135387438379E-4</c:v>
                </c:pt>
                <c:pt idx="108">
                  <c:v>4.9085936995160045E-4</c:v>
                </c:pt>
                <c:pt idx="109">
                  <c:v>5.1815430590903318E-4</c:v>
                </c:pt>
                <c:pt idx="110">
                  <c:v>5.8006370452039007E-4</c:v>
                </c:pt>
                <c:pt idx="111">
                  <c:v>6.6582978200012129E-4</c:v>
                </c:pt>
                <c:pt idx="112">
                  <c:v>7.8362509560198621E-4</c:v>
                </c:pt>
                <c:pt idx="113">
                  <c:v>9.5899542215284797E-4</c:v>
                </c:pt>
                <c:pt idx="114">
                  <c:v>1.2263496772840369E-3</c:v>
                </c:pt>
                <c:pt idx="115">
                  <c:v>1.5490836873109763E-3</c:v>
                </c:pt>
                <c:pt idx="116">
                  <c:v>1.9707318628448319E-3</c:v>
                </c:pt>
                <c:pt idx="117">
                  <c:v>2.5054260944603257E-3</c:v>
                </c:pt>
                <c:pt idx="118">
                  <c:v>3.1490781836680673E-3</c:v>
                </c:pt>
                <c:pt idx="119">
                  <c:v>3.9115884603156291E-3</c:v>
                </c:pt>
                <c:pt idx="120">
                  <c:v>4.7769949574084578E-3</c:v>
                </c:pt>
                <c:pt idx="121">
                  <c:v>5.7871618299169441E-3</c:v>
                </c:pt>
                <c:pt idx="122">
                  <c:v>6.780773348979207E-3</c:v>
                </c:pt>
                <c:pt idx="123">
                  <c:v>7.8284867089158834E-3</c:v>
                </c:pt>
                <c:pt idx="124">
                  <c:v>8.7991254647099768E-3</c:v>
                </c:pt>
                <c:pt idx="125">
                  <c:v>9.7890689202726772E-3</c:v>
                </c:pt>
                <c:pt idx="126">
                  <c:v>1.0533128232845454E-2</c:v>
                </c:pt>
                <c:pt idx="127">
                  <c:v>1.1179964976475658E-2</c:v>
                </c:pt>
                <c:pt idx="128">
                  <c:v>1.1594152321197338E-2</c:v>
                </c:pt>
                <c:pt idx="129">
                  <c:v>1.1931196105584282E-2</c:v>
                </c:pt>
                <c:pt idx="130">
                  <c:v>1.1926027046839321E-2</c:v>
                </c:pt>
                <c:pt idx="131">
                  <c:v>1.1849717005189098E-2</c:v>
                </c:pt>
                <c:pt idx="132">
                  <c:v>1.1659060852252982E-2</c:v>
                </c:pt>
                <c:pt idx="133">
                  <c:v>1.1373947397048346E-2</c:v>
                </c:pt>
                <c:pt idx="134">
                  <c:v>1.1145650849665673E-2</c:v>
                </c:pt>
                <c:pt idx="135">
                  <c:v>1.1248523853992422E-2</c:v>
                </c:pt>
                <c:pt idx="136">
                  <c:v>1.1623538773048137E-2</c:v>
                </c:pt>
                <c:pt idx="137">
                  <c:v>1.2755901315694387E-2</c:v>
                </c:pt>
                <c:pt idx="138">
                  <c:v>1.4598790102386412E-2</c:v>
                </c:pt>
                <c:pt idx="139">
                  <c:v>1.7614300081372981E-2</c:v>
                </c:pt>
                <c:pt idx="140">
                  <c:v>2.2320362500493306E-2</c:v>
                </c:pt>
                <c:pt idx="141">
                  <c:v>2.8994315272297535E-2</c:v>
                </c:pt>
                <c:pt idx="142">
                  <c:v>3.8079694284774319E-2</c:v>
                </c:pt>
                <c:pt idx="143">
                  <c:v>5.0451616482170919E-2</c:v>
                </c:pt>
                <c:pt idx="144">
                  <c:v>6.636014134776777E-2</c:v>
                </c:pt>
                <c:pt idx="145">
                  <c:v>8.6240844650166432E-2</c:v>
                </c:pt>
                <c:pt idx="146">
                  <c:v>0.11047673339605572</c:v>
                </c:pt>
                <c:pt idx="147">
                  <c:v>0.13951928953081535</c:v>
                </c:pt>
                <c:pt idx="148">
                  <c:v>0.17263495313656521</c:v>
                </c:pt>
                <c:pt idx="149">
                  <c:v>0.20985585160176567</c:v>
                </c:pt>
                <c:pt idx="150">
                  <c:v>0.24989959987442356</c:v>
                </c:pt>
                <c:pt idx="151">
                  <c:v>0.29167707751795402</c:v>
                </c:pt>
                <c:pt idx="152">
                  <c:v>0.33409963192411574</c:v>
                </c:pt>
                <c:pt idx="153">
                  <c:v>0.37446587013299065</c:v>
                </c:pt>
                <c:pt idx="154">
                  <c:v>0.41128329564879468</c:v>
                </c:pt>
                <c:pt idx="155">
                  <c:v>0.44197130695313053</c:v>
                </c:pt>
                <c:pt idx="156">
                  <c:v>0.46511856715373884</c:v>
                </c:pt>
                <c:pt idx="157">
                  <c:v>0.47995842634935582</c:v>
                </c:pt>
                <c:pt idx="158">
                  <c:v>0.4837893541879128</c:v>
                </c:pt>
                <c:pt idx="159">
                  <c:v>0.47842621882651915</c:v>
                </c:pt>
                <c:pt idx="160">
                  <c:v>0.46282004158249768</c:v>
                </c:pt>
                <c:pt idx="161">
                  <c:v>0.43826173714470679</c:v>
                </c:pt>
                <c:pt idx="162">
                  <c:v>0.40688763015209312</c:v>
                </c:pt>
                <c:pt idx="163">
                  <c:v>0.36946524847060236</c:v>
                </c:pt>
                <c:pt idx="164">
                  <c:v>0.32784934764810725</c:v>
                </c:pt>
                <c:pt idx="165">
                  <c:v>0.2856280028075131</c:v>
                </c:pt>
                <c:pt idx="166">
                  <c:v>0.24348766111748443</c:v>
                </c:pt>
                <c:pt idx="167">
                  <c:v>0.20300041590573373</c:v>
                </c:pt>
                <c:pt idx="168">
                  <c:v>0.16541675039796072</c:v>
                </c:pt>
                <c:pt idx="169">
                  <c:v>0.13247059202297551</c:v>
                </c:pt>
                <c:pt idx="170">
                  <c:v>0.10373037942568333</c:v>
                </c:pt>
                <c:pt idx="171">
                  <c:v>7.951859253014304E-2</c:v>
                </c:pt>
                <c:pt idx="172">
                  <c:v>5.9625878241378591E-2</c:v>
                </c:pt>
                <c:pt idx="173">
                  <c:v>4.3822183120258228E-2</c:v>
                </c:pt>
                <c:pt idx="174">
                  <c:v>3.1506625392730782E-2</c:v>
                </c:pt>
                <c:pt idx="175">
                  <c:v>2.223572988549561E-2</c:v>
                </c:pt>
                <c:pt idx="176">
                  <c:v>1.5329849153639679E-2</c:v>
                </c:pt>
                <c:pt idx="177">
                  <c:v>1.0457708003087788E-2</c:v>
                </c:pt>
                <c:pt idx="178">
                  <c:v>6.9364657222994756E-3</c:v>
                </c:pt>
                <c:pt idx="179">
                  <c:v>4.5160820168711549E-3</c:v>
                </c:pt>
                <c:pt idx="180">
                  <c:v>2.9151647770522993E-3</c:v>
                </c:pt>
                <c:pt idx="181">
                  <c:v>1.903374700579866E-3</c:v>
                </c:pt>
                <c:pt idx="182">
                  <c:v>1.2121566657042691E-3</c:v>
                </c:pt>
                <c:pt idx="183">
                  <c:v>7.8514368420536562E-4</c:v>
                </c:pt>
                <c:pt idx="184">
                  <c:v>5.2773551294793563E-4</c:v>
                </c:pt>
                <c:pt idx="185">
                  <c:v>3.7644438473867557E-4</c:v>
                </c:pt>
                <c:pt idx="186">
                  <c:v>2.894590242493941E-4</c:v>
                </c:pt>
                <c:pt idx="187">
                  <c:v>2.4146884858884269E-4</c:v>
                </c:pt>
                <c:pt idx="188">
                  <c:v>2.0498203013532374E-4</c:v>
                </c:pt>
                <c:pt idx="189">
                  <c:v>1.9630175780843643E-4</c:v>
                </c:pt>
                <c:pt idx="190">
                  <c:v>1.8380120401214627E-4</c:v>
                </c:pt>
                <c:pt idx="191">
                  <c:v>1.7106934149375822E-4</c:v>
                </c:pt>
                <c:pt idx="192">
                  <c:v>1.5912474494102972E-4</c:v>
                </c:pt>
                <c:pt idx="193">
                  <c:v>1.5608012987698567E-4</c:v>
                </c:pt>
                <c:pt idx="194">
                  <c:v>1.4201809417932755E-4</c:v>
                </c:pt>
                <c:pt idx="195">
                  <c:v>1.3790822410771135E-4</c:v>
                </c:pt>
                <c:pt idx="196">
                  <c:v>1.2951831152661377E-4</c:v>
                </c:pt>
                <c:pt idx="197">
                  <c:v>1.2696675444144297E-4</c:v>
                </c:pt>
                <c:pt idx="198">
                  <c:v>1.1570399174457362E-4</c:v>
                </c:pt>
                <c:pt idx="199">
                  <c:v>1.0725048064923144E-4</c:v>
                </c:pt>
                <c:pt idx="200">
                  <c:v>9.8771913082720632E-5</c:v>
                </c:pt>
                <c:pt idx="201">
                  <c:v>9.6915816033724944E-5</c:v>
                </c:pt>
                <c:pt idx="202">
                  <c:v>8.4300385045618371E-5</c:v>
                </c:pt>
                <c:pt idx="203">
                  <c:v>7.2350748354478697E-5</c:v>
                </c:pt>
                <c:pt idx="204">
                  <c:v>7.2598773810234014E-5</c:v>
                </c:pt>
                <c:pt idx="205">
                  <c:v>6.773704513121145E-5</c:v>
                </c:pt>
                <c:pt idx="206">
                  <c:v>6.3665762471818831E-5</c:v>
                </c:pt>
                <c:pt idx="207">
                  <c:v>5.7377434177690101E-5</c:v>
                </c:pt>
                <c:pt idx="208">
                  <c:v>5.5142385490557649E-5</c:v>
                </c:pt>
                <c:pt idx="209">
                  <c:v>5.4040608248764104E-5</c:v>
                </c:pt>
                <c:pt idx="210">
                  <c:v>4.4569038929620405E-5</c:v>
                </c:pt>
                <c:pt idx="211">
                  <c:v>4.5487920844457754E-5</c:v>
                </c:pt>
                <c:pt idx="212">
                  <c:v>4.4268282357027005E-5</c:v>
                </c:pt>
                <c:pt idx="213">
                  <c:v>4.1592122634248111E-5</c:v>
                </c:pt>
                <c:pt idx="214">
                  <c:v>4.2769478015207654E-5</c:v>
                </c:pt>
                <c:pt idx="215">
                  <c:v>3.923680252874115E-5</c:v>
                </c:pt>
                <c:pt idx="216">
                  <c:v>3.5108035178063184E-5</c:v>
                </c:pt>
                <c:pt idx="217">
                  <c:v>3.5633072429972179E-5</c:v>
                </c:pt>
                <c:pt idx="218">
                  <c:v>3.5498572585530264E-5</c:v>
                </c:pt>
                <c:pt idx="219">
                  <c:v>3.1510158279882102E-5</c:v>
                </c:pt>
                <c:pt idx="220">
                  <c:v>3.8107370036347395E-5</c:v>
                </c:pt>
                <c:pt idx="221">
                  <c:v>4.0429866122062636E-5</c:v>
                </c:pt>
                <c:pt idx="222">
                  <c:v>3.9801775597319666E-5</c:v>
                </c:pt>
                <c:pt idx="223">
                  <c:v>4.222907683212411E-5</c:v>
                </c:pt>
                <c:pt idx="224">
                  <c:v>4.256101197812242E-5</c:v>
                </c:pt>
                <c:pt idx="225">
                  <c:v>4.4318549080673193E-5</c:v>
                </c:pt>
                <c:pt idx="226">
                  <c:v>4.6304395409844376E-5</c:v>
                </c:pt>
                <c:pt idx="227">
                  <c:v>5.0602889199787418E-5</c:v>
                </c:pt>
                <c:pt idx="228">
                  <c:v>5.9532258268674776E-5</c:v>
                </c:pt>
                <c:pt idx="229">
                  <c:v>6.5268560295954516E-5</c:v>
                </c:pt>
                <c:pt idx="230">
                  <c:v>6.8249377357574052E-5</c:v>
                </c:pt>
                <c:pt idx="231">
                  <c:v>7.3013011285289652E-5</c:v>
                </c:pt>
                <c:pt idx="232">
                  <c:v>8.1649421230408698E-5</c:v>
                </c:pt>
                <c:pt idx="233">
                  <c:v>9.5162336641505234E-5</c:v>
                </c:pt>
                <c:pt idx="234">
                  <c:v>1.0013812655242632E-4</c:v>
                </c:pt>
                <c:pt idx="235">
                  <c:v>1.1482687575831938E-4</c:v>
                </c:pt>
                <c:pt idx="236">
                  <c:v>1.2459479743681242E-4</c:v>
                </c:pt>
                <c:pt idx="237">
                  <c:v>1.3083810611431404E-4</c:v>
                </c:pt>
                <c:pt idx="238">
                  <c:v>1.4787630927106521E-4</c:v>
                </c:pt>
                <c:pt idx="239">
                  <c:v>1.5428513956610202E-4</c:v>
                </c:pt>
                <c:pt idx="240">
                  <c:v>1.6023471662689751E-4</c:v>
                </c:pt>
                <c:pt idx="241">
                  <c:v>1.7824595628158679E-4</c:v>
                </c:pt>
                <c:pt idx="242">
                  <c:v>1.9554123148025763E-4</c:v>
                </c:pt>
                <c:pt idx="243">
                  <c:v>1.8981437764731602E-4</c:v>
                </c:pt>
                <c:pt idx="244">
                  <c:v>2.0038059143795921E-4</c:v>
                </c:pt>
                <c:pt idx="245">
                  <c:v>1.9916833543246853E-4</c:v>
                </c:pt>
                <c:pt idx="246">
                  <c:v>2.013910256328407E-4</c:v>
                </c:pt>
                <c:pt idx="247">
                  <c:v>2.1009314744489086E-4</c:v>
                </c:pt>
                <c:pt idx="248">
                  <c:v>2.0864397089554235E-4</c:v>
                </c:pt>
                <c:pt idx="249">
                  <c:v>2.057430205506084E-4</c:v>
                </c:pt>
                <c:pt idx="250">
                  <c:v>2.0150855940845848E-4</c:v>
                </c:pt>
                <c:pt idx="251">
                  <c:v>2.0122578310777478E-4</c:v>
                </c:pt>
                <c:pt idx="252">
                  <c:v>1.963058743753361E-4</c:v>
                </c:pt>
                <c:pt idx="253">
                  <c:v>1.963480610902887E-4</c:v>
                </c:pt>
                <c:pt idx="254">
                  <c:v>1.905005289863873E-4</c:v>
                </c:pt>
                <c:pt idx="255">
                  <c:v>1.8654960961455636E-4</c:v>
                </c:pt>
                <c:pt idx="256">
                  <c:v>1.7481342772563657E-4</c:v>
                </c:pt>
                <c:pt idx="257">
                  <c:v>1.7015046220733395E-4</c:v>
                </c:pt>
                <c:pt idx="258">
                  <c:v>1.6430872866280446E-4</c:v>
                </c:pt>
                <c:pt idx="259">
                  <c:v>1.54858703650641E-4</c:v>
                </c:pt>
                <c:pt idx="260">
                  <c:v>1.5686971819021088E-4</c:v>
                </c:pt>
                <c:pt idx="261">
                  <c:v>1.5753363681245142E-4</c:v>
                </c:pt>
                <c:pt idx="262">
                  <c:v>1.5368441570662368E-4</c:v>
                </c:pt>
                <c:pt idx="263">
                  <c:v>1.4748939251344473E-4</c:v>
                </c:pt>
                <c:pt idx="264">
                  <c:v>1.5650976615076971E-4</c:v>
                </c:pt>
                <c:pt idx="265">
                  <c:v>1.4644000703658411E-4</c:v>
                </c:pt>
                <c:pt idx="266">
                  <c:v>1.5550358751886194E-4</c:v>
                </c:pt>
                <c:pt idx="267">
                  <c:v>1.5137221713692347E-4</c:v>
                </c:pt>
                <c:pt idx="268">
                  <c:v>1.6453827980238424E-4</c:v>
                </c:pt>
                <c:pt idx="269">
                  <c:v>1.7275558620011262E-4</c:v>
                </c:pt>
                <c:pt idx="270">
                  <c:v>1.760590285152451E-4</c:v>
                </c:pt>
                <c:pt idx="271">
                  <c:v>1.8275490453985885E-4</c:v>
                </c:pt>
                <c:pt idx="272">
                  <c:v>1.877605959014398E-4</c:v>
                </c:pt>
                <c:pt idx="273">
                  <c:v>1.8831953418958156E-4</c:v>
                </c:pt>
                <c:pt idx="274">
                  <c:v>1.9799490039704599E-4</c:v>
                </c:pt>
                <c:pt idx="275">
                  <c:v>1.9912811652852342E-4</c:v>
                </c:pt>
                <c:pt idx="276">
                  <c:v>2.0429710812636006E-4</c:v>
                </c:pt>
                <c:pt idx="277">
                  <c:v>2.0086342234671266E-4</c:v>
                </c:pt>
                <c:pt idx="278">
                  <c:v>2.0473724348549015E-4</c:v>
                </c:pt>
                <c:pt idx="279">
                  <c:v>2.140884409797413E-4</c:v>
                </c:pt>
                <c:pt idx="280">
                  <c:v>2.1836403841370047E-4</c:v>
                </c:pt>
                <c:pt idx="281">
                  <c:v>2.0675020603545466E-4</c:v>
                </c:pt>
                <c:pt idx="282">
                  <c:v>2.1110580103498859E-4</c:v>
                </c:pt>
                <c:pt idx="283">
                  <c:v>2.0783924943394775E-4</c:v>
                </c:pt>
                <c:pt idx="284">
                  <c:v>2.0569548720270549E-4</c:v>
                </c:pt>
                <c:pt idx="285">
                  <c:v>2.0813005033943726E-4</c:v>
                </c:pt>
                <c:pt idx="286">
                  <c:v>2.0311980595824278E-4</c:v>
                </c:pt>
                <c:pt idx="287">
                  <c:v>1.9888346998866277E-4</c:v>
                </c:pt>
                <c:pt idx="288">
                  <c:v>1.8444516705366779E-4</c:v>
                </c:pt>
                <c:pt idx="289">
                  <c:v>1.8131101767233378E-4</c:v>
                </c:pt>
                <c:pt idx="290">
                  <c:v>1.8057705445872306E-4</c:v>
                </c:pt>
                <c:pt idx="291">
                  <c:v>1.7095204380063926E-4</c:v>
                </c:pt>
                <c:pt idx="292">
                  <c:v>1.6167482038285629E-4</c:v>
                </c:pt>
                <c:pt idx="293">
                  <c:v>1.5946707864271243E-4</c:v>
                </c:pt>
                <c:pt idx="294">
                  <c:v>1.4898580593864869E-4</c:v>
                </c:pt>
                <c:pt idx="295">
                  <c:v>1.4872330230672931E-4</c:v>
                </c:pt>
                <c:pt idx="296">
                  <c:v>1.4037553265387694E-4</c:v>
                </c:pt>
                <c:pt idx="297">
                  <c:v>1.3241066939940186E-4</c:v>
                </c:pt>
                <c:pt idx="298">
                  <c:v>1.3018520237635098E-4</c:v>
                </c:pt>
                <c:pt idx="299">
                  <c:v>1.2431586743110828E-4</c:v>
                </c:pt>
                <c:pt idx="300">
                  <c:v>1.2572363345081332E-4</c:v>
                </c:pt>
                <c:pt idx="301">
                  <c:v>1.270032894711255E-4</c:v>
                </c:pt>
                <c:pt idx="302">
                  <c:v>1.2611287215459524E-4</c:v>
                </c:pt>
                <c:pt idx="303">
                  <c:v>1.2659890710207283E-4</c:v>
                </c:pt>
                <c:pt idx="304">
                  <c:v>1.2343704242531896E-4</c:v>
                </c:pt>
                <c:pt idx="305">
                  <c:v>1.1941657395181077E-4</c:v>
                </c:pt>
                <c:pt idx="306">
                  <c:v>1.2440597411730934E-4</c:v>
                </c:pt>
                <c:pt idx="307">
                  <c:v>1.2219278139709552E-4</c:v>
                </c:pt>
                <c:pt idx="308">
                  <c:v>1.1969163133368832E-4</c:v>
                </c:pt>
                <c:pt idx="309">
                  <c:v>1.3268370167499979E-4</c:v>
                </c:pt>
                <c:pt idx="310">
                  <c:v>1.2603844625825797E-4</c:v>
                </c:pt>
                <c:pt idx="311">
                  <c:v>1.3778673796689599E-4</c:v>
                </c:pt>
                <c:pt idx="312">
                  <c:v>1.3914577746851833E-4</c:v>
                </c:pt>
                <c:pt idx="313">
                  <c:v>1.4398162637087688E-4</c:v>
                </c:pt>
                <c:pt idx="314">
                  <c:v>1.4706176555131438E-4</c:v>
                </c:pt>
                <c:pt idx="315">
                  <c:v>1.3886289725149154E-4</c:v>
                </c:pt>
                <c:pt idx="316">
                  <c:v>1.4953881517954673E-4</c:v>
                </c:pt>
                <c:pt idx="317">
                  <c:v>1.4886872142155582E-4</c:v>
                </c:pt>
                <c:pt idx="318">
                  <c:v>1.6304300497655799E-4</c:v>
                </c:pt>
                <c:pt idx="319">
                  <c:v>1.6601737007727605E-4</c:v>
                </c:pt>
                <c:pt idx="320">
                  <c:v>1.6950589137809785E-4</c:v>
                </c:pt>
                <c:pt idx="321">
                  <c:v>1.68412800639645E-4</c:v>
                </c:pt>
                <c:pt idx="322">
                  <c:v>1.7543916490016164E-4</c:v>
                </c:pt>
                <c:pt idx="323">
                  <c:v>1.8707566805672778E-4</c:v>
                </c:pt>
                <c:pt idx="324">
                  <c:v>1.9215663148620553E-4</c:v>
                </c:pt>
                <c:pt idx="325">
                  <c:v>1.9074117706159035E-4</c:v>
                </c:pt>
                <c:pt idx="326">
                  <c:v>2.0045977785292985E-4</c:v>
                </c:pt>
                <c:pt idx="327">
                  <c:v>2.0158923206583024E-4</c:v>
                </c:pt>
                <c:pt idx="328">
                  <c:v>2.1481376216490026E-4</c:v>
                </c:pt>
                <c:pt idx="329">
                  <c:v>2.2642846650327037E-4</c:v>
                </c:pt>
                <c:pt idx="330">
                  <c:v>2.3010066912989956E-4</c:v>
                </c:pt>
                <c:pt idx="331">
                  <c:v>2.3582986227611109E-4</c:v>
                </c:pt>
                <c:pt idx="332">
                  <c:v>2.4494325185762174E-4</c:v>
                </c:pt>
                <c:pt idx="333">
                  <c:v>2.3990442679431553E-4</c:v>
                </c:pt>
                <c:pt idx="334">
                  <c:v>2.4671202776306822E-4</c:v>
                </c:pt>
                <c:pt idx="335">
                  <c:v>2.6321053626158673E-4</c:v>
                </c:pt>
                <c:pt idx="336">
                  <c:v>2.6787736184431983E-4</c:v>
                </c:pt>
                <c:pt idx="337">
                  <c:v>2.6444797018901665E-4</c:v>
                </c:pt>
                <c:pt idx="338">
                  <c:v>2.6740691406174397E-4</c:v>
                </c:pt>
                <c:pt idx="339">
                  <c:v>2.6526144065185439E-4</c:v>
                </c:pt>
                <c:pt idx="340">
                  <c:v>2.7332257272480508E-4</c:v>
                </c:pt>
                <c:pt idx="341">
                  <c:v>2.7767745986818443E-4</c:v>
                </c:pt>
                <c:pt idx="342">
                  <c:v>2.8029892612629166E-4</c:v>
                </c:pt>
                <c:pt idx="343">
                  <c:v>2.7788941603999469E-4</c:v>
                </c:pt>
                <c:pt idx="344">
                  <c:v>2.7845536560964286E-4</c:v>
                </c:pt>
                <c:pt idx="345">
                  <c:v>2.7749279848669008E-4</c:v>
                </c:pt>
                <c:pt idx="346">
                  <c:v>2.7211795551693028E-4</c:v>
                </c:pt>
                <c:pt idx="347">
                  <c:v>2.6982670632297757E-4</c:v>
                </c:pt>
                <c:pt idx="348">
                  <c:v>2.6735705700418682E-4</c:v>
                </c:pt>
                <c:pt idx="349">
                  <c:v>2.6748548457701998E-4</c:v>
                </c:pt>
                <c:pt idx="350">
                  <c:v>2.4683171324520301E-4</c:v>
                </c:pt>
                <c:pt idx="351">
                  <c:v>2.3703146177093379E-4</c:v>
                </c:pt>
                <c:pt idx="352">
                  <c:v>2.4135155243478759E-4</c:v>
                </c:pt>
                <c:pt idx="353">
                  <c:v>2.2360674896677613E-4</c:v>
                </c:pt>
                <c:pt idx="354">
                  <c:v>2.2808662370609153E-4</c:v>
                </c:pt>
                <c:pt idx="355">
                  <c:v>2.0723086934824688E-4</c:v>
                </c:pt>
                <c:pt idx="356">
                  <c:v>1.941754415239334E-4</c:v>
                </c:pt>
                <c:pt idx="357">
                  <c:v>1.946071343009856E-4</c:v>
                </c:pt>
                <c:pt idx="358">
                  <c:v>1.8622506803516541E-4</c:v>
                </c:pt>
                <c:pt idx="359">
                  <c:v>1.6012228931854426E-4</c:v>
                </c:pt>
                <c:pt idx="360">
                  <c:v>1.6115902776967213E-4</c:v>
                </c:pt>
                <c:pt idx="361">
                  <c:v>1.4876720850909086E-4</c:v>
                </c:pt>
                <c:pt idx="362">
                  <c:v>1.4294626108413963E-4</c:v>
                </c:pt>
                <c:pt idx="363">
                  <c:v>1.26924901551931E-4</c:v>
                </c:pt>
                <c:pt idx="364">
                  <c:v>1.1822918041729019E-4</c:v>
                </c:pt>
                <c:pt idx="365">
                  <c:v>1.1057933753414165E-4</c:v>
                </c:pt>
                <c:pt idx="366">
                  <c:v>1.0200447663113172E-4</c:v>
                </c:pt>
                <c:pt idx="367">
                  <c:v>9.4895973524406358E-5</c:v>
                </c:pt>
                <c:pt idx="368">
                  <c:v>8.9989322548110544E-5</c:v>
                </c:pt>
                <c:pt idx="369">
                  <c:v>8.5992391743180429E-5</c:v>
                </c:pt>
                <c:pt idx="370">
                  <c:v>7.2426584786391119E-5</c:v>
                </c:pt>
                <c:pt idx="371">
                  <c:v>6.9794016319364239E-5</c:v>
                </c:pt>
                <c:pt idx="372">
                  <c:v>6.3628048282942946E-5</c:v>
                </c:pt>
                <c:pt idx="373">
                  <c:v>5.9410951043959347E-5</c:v>
                </c:pt>
                <c:pt idx="374">
                  <c:v>5.4604519597849021E-5</c:v>
                </c:pt>
                <c:pt idx="375">
                  <c:v>5.1785113803898427E-5</c:v>
                </c:pt>
                <c:pt idx="376">
                  <c:v>4.8206862248694867E-5</c:v>
                </c:pt>
                <c:pt idx="377">
                  <c:v>3.9548279944982663E-5</c:v>
                </c:pt>
                <c:pt idx="378">
                  <c:v>4.4398522588993588E-5</c:v>
                </c:pt>
                <c:pt idx="379">
                  <c:v>3.650938297949939E-5</c:v>
                </c:pt>
                <c:pt idx="380">
                  <c:v>3.4498470311096919E-5</c:v>
                </c:pt>
                <c:pt idx="381">
                  <c:v>3.7398395831747415E-5</c:v>
                </c:pt>
                <c:pt idx="382">
                  <c:v>3.4963081863022543E-5</c:v>
                </c:pt>
                <c:pt idx="383">
                  <c:v>3.0218038308533186E-5</c:v>
                </c:pt>
                <c:pt idx="384">
                  <c:v>3.07806453917159E-5</c:v>
                </c:pt>
                <c:pt idx="385">
                  <c:v>2.92518948509728E-5</c:v>
                </c:pt>
                <c:pt idx="386">
                  <c:v>2.6486142940262783E-5</c:v>
                </c:pt>
                <c:pt idx="387">
                  <c:v>2.5083712518768101E-5</c:v>
                </c:pt>
                <c:pt idx="388">
                  <c:v>2.6788381006360842E-5</c:v>
                </c:pt>
                <c:pt idx="389">
                  <c:v>2.5988516730546839E-5</c:v>
                </c:pt>
                <c:pt idx="390">
                  <c:v>2.7155546403886075E-5</c:v>
                </c:pt>
                <c:pt idx="391">
                  <c:v>2.5393178667443374E-5</c:v>
                </c:pt>
                <c:pt idx="392">
                  <c:v>2.6385682292741144E-5</c:v>
                </c:pt>
                <c:pt idx="393">
                  <c:v>2.7381510665608132E-5</c:v>
                </c:pt>
                <c:pt idx="394">
                  <c:v>2.6836515517486547E-5</c:v>
                </c:pt>
                <c:pt idx="395">
                  <c:v>2.7498490062150569E-5</c:v>
                </c:pt>
                <c:pt idx="396">
                  <c:v>2.5306791227257624E-5</c:v>
                </c:pt>
                <c:pt idx="397">
                  <c:v>2.5836493836486055E-5</c:v>
                </c:pt>
                <c:pt idx="398">
                  <c:v>3.1762838512939955E-5</c:v>
                </c:pt>
                <c:pt idx="399">
                  <c:v>2.9659004075667001E-5</c:v>
                </c:pt>
                <c:pt idx="400">
                  <c:v>3.2873492963347113E-5</c:v>
                </c:pt>
                <c:pt idx="401">
                  <c:v>3.0052044445943551E-5</c:v>
                </c:pt>
                <c:pt idx="402">
                  <c:v>3.4584876679344997E-5</c:v>
                </c:pt>
                <c:pt idx="403">
                  <c:v>3.3270871029477601E-5</c:v>
                </c:pt>
                <c:pt idx="404">
                  <c:v>4.069501617753736E-5</c:v>
                </c:pt>
                <c:pt idx="405">
                  <c:v>4.1625667846187568E-5</c:v>
                </c:pt>
                <c:pt idx="406">
                  <c:v>4.5595194468486276E-5</c:v>
                </c:pt>
                <c:pt idx="407">
                  <c:v>4.4521227765717178E-5</c:v>
                </c:pt>
                <c:pt idx="408">
                  <c:v>5.1131636428158636E-5</c:v>
                </c:pt>
                <c:pt idx="409">
                  <c:v>5.8254258111883858E-5</c:v>
                </c:pt>
                <c:pt idx="410">
                  <c:v>5.768180553036468E-5</c:v>
                </c:pt>
                <c:pt idx="411">
                  <c:v>6.9567254795585692E-5</c:v>
                </c:pt>
                <c:pt idx="412">
                  <c:v>7.4316238805906688E-5</c:v>
                </c:pt>
                <c:pt idx="413">
                  <c:v>7.5802196427627206E-5</c:v>
                </c:pt>
                <c:pt idx="414">
                  <c:v>8.589978178877674E-5</c:v>
                </c:pt>
                <c:pt idx="415">
                  <c:v>8.9089201059660214E-5</c:v>
                </c:pt>
                <c:pt idx="416">
                  <c:v>1.0144360716131345E-4</c:v>
                </c:pt>
                <c:pt idx="417">
                  <c:v>1.0456321366961489E-4</c:v>
                </c:pt>
                <c:pt idx="418">
                  <c:v>1.1401940926634062E-4</c:v>
                </c:pt>
                <c:pt idx="419">
                  <c:v>1.2298701331598717E-4</c:v>
                </c:pt>
                <c:pt idx="420">
                  <c:v>1.2407396058191915E-4</c:v>
                </c:pt>
                <c:pt idx="421">
                  <c:v>1.4100197308424407E-4</c:v>
                </c:pt>
                <c:pt idx="422">
                  <c:v>1.4904266277717765E-4</c:v>
                </c:pt>
                <c:pt idx="423">
                  <c:v>1.468787541791328E-4</c:v>
                </c:pt>
                <c:pt idx="424">
                  <c:v>1.7078324065526913E-4</c:v>
                </c:pt>
                <c:pt idx="425">
                  <c:v>1.665952746291551E-4</c:v>
                </c:pt>
                <c:pt idx="426">
                  <c:v>1.7492961565246081E-4</c:v>
                </c:pt>
                <c:pt idx="427">
                  <c:v>1.8808326055765588E-4</c:v>
                </c:pt>
                <c:pt idx="428">
                  <c:v>1.898957714767357E-4</c:v>
                </c:pt>
                <c:pt idx="429">
                  <c:v>2.061509787432382E-4</c:v>
                </c:pt>
                <c:pt idx="430">
                  <c:v>2.0651051109158426E-4</c:v>
                </c:pt>
                <c:pt idx="431">
                  <c:v>2.1727415148995919E-4</c:v>
                </c:pt>
                <c:pt idx="432">
                  <c:v>2.3037438782740703E-4</c:v>
                </c:pt>
                <c:pt idx="433">
                  <c:v>2.2485990296398361E-4</c:v>
                </c:pt>
                <c:pt idx="434">
                  <c:v>2.2558650884915092E-4</c:v>
                </c:pt>
                <c:pt idx="435">
                  <c:v>2.4441689769985912E-4</c:v>
                </c:pt>
                <c:pt idx="436">
                  <c:v>2.4002131581252911E-4</c:v>
                </c:pt>
                <c:pt idx="437">
                  <c:v>2.4280022218587814E-4</c:v>
                </c:pt>
                <c:pt idx="438">
                  <c:v>2.4489494106178384E-4</c:v>
                </c:pt>
                <c:pt idx="439">
                  <c:v>2.4445967397112515E-4</c:v>
                </c:pt>
                <c:pt idx="440">
                  <c:v>2.4917270461803702E-4</c:v>
                </c:pt>
                <c:pt idx="441">
                  <c:v>2.5095084581780848E-4</c:v>
                </c:pt>
                <c:pt idx="442">
                  <c:v>2.3530729476206635E-4</c:v>
                </c:pt>
                <c:pt idx="443">
                  <c:v>2.3408632507539192E-4</c:v>
                </c:pt>
                <c:pt idx="444">
                  <c:v>2.2755708036598706E-4</c:v>
                </c:pt>
                <c:pt idx="445">
                  <c:v>2.2606833222171417E-4</c:v>
                </c:pt>
                <c:pt idx="446">
                  <c:v>2.2328261831625637E-4</c:v>
                </c:pt>
                <c:pt idx="447">
                  <c:v>2.1704255857949546E-4</c:v>
                </c:pt>
                <c:pt idx="448">
                  <c:v>2.0324597569732533E-4</c:v>
                </c:pt>
                <c:pt idx="449">
                  <c:v>2.0606008862844122E-4</c:v>
                </c:pt>
                <c:pt idx="450">
                  <c:v>1.9485851490605698E-4</c:v>
                </c:pt>
                <c:pt idx="451">
                  <c:v>1.9130496238381348E-4</c:v>
                </c:pt>
                <c:pt idx="452">
                  <c:v>1.7388560519074879E-4</c:v>
                </c:pt>
                <c:pt idx="453">
                  <c:v>1.6888379764521015E-4</c:v>
                </c:pt>
                <c:pt idx="454">
                  <c:v>1.6154687956902286E-4</c:v>
                </c:pt>
                <c:pt idx="455">
                  <c:v>1.4862611143757852E-4</c:v>
                </c:pt>
                <c:pt idx="456">
                  <c:v>1.4061831814476513E-4</c:v>
                </c:pt>
                <c:pt idx="457">
                  <c:v>1.3662622625813892E-4</c:v>
                </c:pt>
                <c:pt idx="458">
                  <c:v>1.2510428360866505E-4</c:v>
                </c:pt>
                <c:pt idx="459">
                  <c:v>1.1639986002161766E-4</c:v>
                </c:pt>
                <c:pt idx="460">
                  <c:v>1.1157202113329869E-4</c:v>
                </c:pt>
                <c:pt idx="461">
                  <c:v>1.1026177362409378E-4</c:v>
                </c:pt>
                <c:pt idx="462">
                  <c:v>9.9839914290828082E-5</c:v>
                </c:pt>
                <c:pt idx="463">
                  <c:v>9.2612361529024464E-5</c:v>
                </c:pt>
                <c:pt idx="464">
                  <c:v>8.6829093195323412E-5</c:v>
                </c:pt>
                <c:pt idx="465">
                  <c:v>7.9203726779645086E-5</c:v>
                </c:pt>
                <c:pt idx="466">
                  <c:v>8.0127949673566986E-5</c:v>
                </c:pt>
                <c:pt idx="467">
                  <c:v>7.4727052071158303E-5</c:v>
                </c:pt>
                <c:pt idx="468">
                  <c:v>7.3818085379037313E-5</c:v>
                </c:pt>
                <c:pt idx="469">
                  <c:v>6.7155065726544165E-5</c:v>
                </c:pt>
                <c:pt idx="470">
                  <c:v>6.7410449398891276E-5</c:v>
                </c:pt>
                <c:pt idx="471">
                  <c:v>6.6107491943649956E-5</c:v>
                </c:pt>
                <c:pt idx="472">
                  <c:v>6.3257815701539606E-5</c:v>
                </c:pt>
                <c:pt idx="473">
                  <c:v>6.0693944934667808E-5</c:v>
                </c:pt>
                <c:pt idx="474">
                  <c:v>6.0450406040160518E-5</c:v>
                </c:pt>
                <c:pt idx="475">
                  <c:v>6.5021863671299205E-5</c:v>
                </c:pt>
                <c:pt idx="476">
                  <c:v>6.9594131382895718E-5</c:v>
                </c:pt>
                <c:pt idx="477">
                  <c:v>6.8291699439070085E-5</c:v>
                </c:pt>
                <c:pt idx="478">
                  <c:v>7.2276672982028134E-5</c:v>
                </c:pt>
                <c:pt idx="479">
                  <c:v>7.3508197129649045E-5</c:v>
                </c:pt>
                <c:pt idx="480">
                  <c:v>7.9766925896269887E-5</c:v>
                </c:pt>
                <c:pt idx="481">
                  <c:v>8.8816226081448658E-5</c:v>
                </c:pt>
                <c:pt idx="482">
                  <c:v>9.161392708765753E-5</c:v>
                </c:pt>
                <c:pt idx="483">
                  <c:v>9.3572564058555185E-5</c:v>
                </c:pt>
                <c:pt idx="484">
                  <c:v>1.0273467384087296E-4</c:v>
                </c:pt>
                <c:pt idx="485">
                  <c:v>1.0549509237633787E-4</c:v>
                </c:pt>
                <c:pt idx="486">
                  <c:v>1.1450639495223043E-4</c:v>
                </c:pt>
                <c:pt idx="487">
                  <c:v>1.1786875662761618E-4</c:v>
                </c:pt>
                <c:pt idx="488">
                  <c:v>1.3604094243565827E-4</c:v>
                </c:pt>
                <c:pt idx="489">
                  <c:v>1.4519991362040889E-4</c:v>
                </c:pt>
                <c:pt idx="490">
                  <c:v>1.5507900412429574E-4</c:v>
                </c:pt>
                <c:pt idx="491">
                  <c:v>1.5736150682638827E-4</c:v>
                </c:pt>
                <c:pt idx="492">
                  <c:v>1.7497055703166614E-4</c:v>
                </c:pt>
                <c:pt idx="493">
                  <c:v>1.7949249306851804E-4</c:v>
                </c:pt>
                <c:pt idx="494">
                  <c:v>1.9481158116898596E-4</c:v>
                </c:pt>
                <c:pt idx="495">
                  <c:v>2.0654103533939713E-4</c:v>
                </c:pt>
                <c:pt idx="496">
                  <c:v>2.1864411531152665E-4</c:v>
                </c:pt>
                <c:pt idx="497">
                  <c:v>2.3526421170618584E-4</c:v>
                </c:pt>
                <c:pt idx="498">
                  <c:v>2.4594815328235476E-4</c:v>
                </c:pt>
                <c:pt idx="499">
                  <c:v>2.5957698251763444E-4</c:v>
                </c:pt>
                <c:pt idx="500">
                  <c:v>2.7820387035760118E-4</c:v>
                </c:pt>
                <c:pt idx="501">
                  <c:v>2.8869554135804514E-4</c:v>
                </c:pt>
                <c:pt idx="502">
                  <c:v>3.0817319878002479E-4</c:v>
                </c:pt>
                <c:pt idx="503">
                  <c:v>3.3203981078193346E-4</c:v>
                </c:pt>
                <c:pt idx="504">
                  <c:v>3.4026856593468021E-4</c:v>
                </c:pt>
                <c:pt idx="505">
                  <c:v>3.4088161716485646E-4</c:v>
                </c:pt>
                <c:pt idx="506">
                  <c:v>3.6530679220455275E-4</c:v>
                </c:pt>
                <c:pt idx="507">
                  <c:v>3.8934600631945315E-4</c:v>
                </c:pt>
                <c:pt idx="508">
                  <c:v>4.0127572556277347E-4</c:v>
                </c:pt>
                <c:pt idx="509">
                  <c:v>4.279754761733008E-4</c:v>
                </c:pt>
                <c:pt idx="510">
                  <c:v>0</c:v>
                </c:pt>
                <c:pt idx="511">
                  <c:v>0</c:v>
                </c:pt>
              </c:numCache>
            </c:numRef>
          </c:yVal>
          <c:smooth val="1"/>
          <c:extLst>
            <c:ext xmlns:c16="http://schemas.microsoft.com/office/drawing/2014/chart" uri="{C3380CC4-5D6E-409C-BE32-E72D297353CC}">
              <c16:uniqueId val="{00000001-DDC0-4A4F-8C07-0622AE3D5EB0}"/>
            </c:ext>
          </c:extLst>
        </c:ser>
        <c:ser>
          <c:idx val="5"/>
          <c:order val="2"/>
          <c:tx>
            <c:strRef>
              <c:f>'calib_(2)'!$H$7</c:f>
              <c:strCache>
                <c:ptCount val="1"/>
                <c:pt idx="0">
                  <c:v>secondary</c:v>
                </c:pt>
              </c:strCache>
            </c:strRef>
          </c:tx>
          <c:spPr>
            <a:ln w="19046" cap="rnd">
              <a:solidFill>
                <a:schemeClr val="accent6"/>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'calib_(2)'!$H$8:$H$519</c:f>
              <c:numCache>
                <c:formatCode>General</c:formatCode>
                <c:ptCount val="512"/>
                <c:pt idx="0">
                  <c:v>0.15613666573137239</c:v>
                </c:pt>
                <c:pt idx="1">
                  <c:v>0.17370296510521249</c:v>
                </c:pt>
                <c:pt idx="2">
                  <c:v>0.18125313524097492</c:v>
                </c:pt>
                <c:pt idx="3">
                  <c:v>0.18656648887083743</c:v>
                </c:pt>
                <c:pt idx="4">
                  <c:v>0.18989351533117349</c:v>
                </c:pt>
                <c:pt idx="5">
                  <c:v>0.19249391688209661</c:v>
                </c:pt>
                <c:pt idx="6">
                  <c:v>0.19381637676421709</c:v>
                </c:pt>
                <c:pt idx="7">
                  <c:v>0.19215179880115466</c:v>
                </c:pt>
                <c:pt idx="8">
                  <c:v>0.19546774659468799</c:v>
                </c:pt>
                <c:pt idx="9">
                  <c:v>0.19598175036520868</c:v>
                </c:pt>
                <c:pt idx="10">
                  <c:v>0.19603471960446339</c:v>
                </c:pt>
                <c:pt idx="11">
                  <c:v>0.19682691764926186</c:v>
                </c:pt>
                <c:pt idx="12">
                  <c:v>0.19531355424897298</c:v>
                </c:pt>
                <c:pt idx="13">
                  <c:v>0.19467657722123291</c:v>
                </c:pt>
                <c:pt idx="14">
                  <c:v>0.19551143118231534</c:v>
                </c:pt>
                <c:pt idx="15">
                  <c:v>0.19392881858457495</c:v>
                </c:pt>
                <c:pt idx="16">
                  <c:v>0.19421580188936843</c:v>
                </c:pt>
                <c:pt idx="17">
                  <c:v>0.19256053340357429</c:v>
                </c:pt>
                <c:pt idx="18">
                  <c:v>0.19247773895688169</c:v>
                </c:pt>
                <c:pt idx="19">
                  <c:v>0.18992249360201569</c:v>
                </c:pt>
                <c:pt idx="20">
                  <c:v>0.19028623882712775</c:v>
                </c:pt>
                <c:pt idx="21">
                  <c:v>0.18986815505406812</c:v>
                </c:pt>
                <c:pt idx="22">
                  <c:v>0.18918303699268332</c:v>
                </c:pt>
                <c:pt idx="23">
                  <c:v>0.19359819233454204</c:v>
                </c:pt>
                <c:pt idx="24">
                  <c:v>0.19839879694814577</c:v>
                </c:pt>
                <c:pt idx="25">
                  <c:v>0.20517276801486348</c:v>
                </c:pt>
                <c:pt idx="26">
                  <c:v>0.20865559232210346</c:v>
                </c:pt>
                <c:pt idx="27">
                  <c:v>0.20991109350558715</c:v>
                </c:pt>
                <c:pt idx="28">
                  <c:v>0.20719035751632653</c:v>
                </c:pt>
                <c:pt idx="29">
                  <c:v>0.19979630565702461</c:v>
                </c:pt>
                <c:pt idx="30">
                  <c:v>0.19553222781018909</c:v>
                </c:pt>
                <c:pt idx="31">
                  <c:v>0.19291793122369619</c:v>
                </c:pt>
                <c:pt idx="32">
                  <c:v>0.18960834661798953</c:v>
                </c:pt>
                <c:pt idx="33">
                  <c:v>0.18659876116742463</c:v>
                </c:pt>
                <c:pt idx="34">
                  <c:v>0.18580643822881271</c:v>
                </c:pt>
                <c:pt idx="35">
                  <c:v>0.18582595579538194</c:v>
                </c:pt>
                <c:pt idx="36">
                  <c:v>0.18647809764762663</c:v>
                </c:pt>
                <c:pt idx="37">
                  <c:v>0.18841445073926896</c:v>
                </c:pt>
                <c:pt idx="38">
                  <c:v>0.19210894845210733</c:v>
                </c:pt>
                <c:pt idx="39">
                  <c:v>0.19690735085584293</c:v>
                </c:pt>
                <c:pt idx="40">
                  <c:v>0.20401734833015739</c:v>
                </c:pt>
                <c:pt idx="41">
                  <c:v>0.21135079625643466</c:v>
                </c:pt>
                <c:pt idx="42">
                  <c:v>0.21669150112684368</c:v>
                </c:pt>
                <c:pt idx="43">
                  <c:v>0.22385155292179834</c:v>
                </c:pt>
                <c:pt idx="44">
                  <c:v>0.22541289083201441</c:v>
                </c:pt>
                <c:pt idx="45">
                  <c:v>0.22636651380568079</c:v>
                </c:pt>
                <c:pt idx="46">
                  <c:v>0.22227200832944316</c:v>
                </c:pt>
                <c:pt idx="47">
                  <c:v>0.21721498812703557</c:v>
                </c:pt>
                <c:pt idx="48">
                  <c:v>0.21331606009736692</c:v>
                </c:pt>
                <c:pt idx="49">
                  <c:v>0.20965833145829268</c:v>
                </c:pt>
                <c:pt idx="50">
                  <c:v>0.207718292566269</c:v>
                </c:pt>
                <c:pt idx="51">
                  <c:v>0.20867291795285298</c:v>
                </c:pt>
                <c:pt idx="52">
                  <c:v>0.21268772541671141</c:v>
                </c:pt>
                <c:pt idx="53">
                  <c:v>0.21564498619111971</c:v>
                </c:pt>
                <c:pt idx="54">
                  <c:v>0.2180600576196213</c:v>
                </c:pt>
                <c:pt idx="55">
                  <c:v>0.22269869873470127</c:v>
                </c:pt>
                <c:pt idx="56">
                  <c:v>0.22581783400972236</c:v>
                </c:pt>
                <c:pt idx="57">
                  <c:v>0.2288733983469346</c:v>
                </c:pt>
                <c:pt idx="58">
                  <c:v>0.2313245937825171</c:v>
                </c:pt>
                <c:pt idx="59">
                  <c:v>0.23215867241448043</c:v>
                </c:pt>
                <c:pt idx="60">
                  <c:v>0.23467500101293737</c:v>
                </c:pt>
                <c:pt idx="61">
                  <c:v>0.23870113950668748</c:v>
                </c:pt>
                <c:pt idx="62">
                  <c:v>0.24618903230202363</c:v>
                </c:pt>
                <c:pt idx="63">
                  <c:v>0.25662096756025871</c:v>
                </c:pt>
                <c:pt idx="64">
                  <c:v>0.27244295257433776</c:v>
                </c:pt>
                <c:pt idx="65">
                  <c:v>0.29321346893356315</c:v>
                </c:pt>
                <c:pt idx="66">
                  <c:v>0.32392600431885155</c:v>
                </c:pt>
                <c:pt idx="67">
                  <c:v>0.36529583859651571</c:v>
                </c:pt>
                <c:pt idx="68">
                  <c:v>0.41418140254016433</c:v>
                </c:pt>
                <c:pt idx="69">
                  <c:v>0.46725064147808371</c:v>
                </c:pt>
                <c:pt idx="70">
                  <c:v>0.5203226156252464</c:v>
                </c:pt>
                <c:pt idx="71">
                  <c:v>0.57029458684202616</c:v>
                </c:pt>
                <c:pt idx="72">
                  <c:v>0.60590843912058312</c:v>
                </c:pt>
                <c:pt idx="73">
                  <c:v>0.62492495482321997</c:v>
                </c:pt>
                <c:pt idx="74">
                  <c:v>0.62274712571858726</c:v>
                </c:pt>
                <c:pt idx="75">
                  <c:v>0.60827061991568976</c:v>
                </c:pt>
                <c:pt idx="76">
                  <c:v>0.57734801166906746</c:v>
                </c:pt>
                <c:pt idx="77">
                  <c:v>0.5399298295809134</c:v>
                </c:pt>
                <c:pt idx="78">
                  <c:v>0.50568628709577368</c:v>
                </c:pt>
                <c:pt idx="79">
                  <c:v>0.47875296154725011</c:v>
                </c:pt>
                <c:pt idx="80">
                  <c:v>0.45884770787020174</c:v>
                </c:pt>
                <c:pt idx="81">
                  <c:v>0.44854201533359017</c:v>
                </c:pt>
                <c:pt idx="82">
                  <c:v>0.44344386942697156</c:v>
                </c:pt>
                <c:pt idx="83">
                  <c:v>0.44259259044622101</c:v>
                </c:pt>
                <c:pt idx="84">
                  <c:v>0.43716808494692933</c:v>
                </c:pt>
                <c:pt idx="85">
                  <c:v>0.42769020948584757</c:v>
                </c:pt>
                <c:pt idx="86">
                  <c:v>0.41717739715970331</c:v>
                </c:pt>
                <c:pt idx="87">
                  <c:v>0.40080029196542816</c:v>
                </c:pt>
                <c:pt idx="88">
                  <c:v>0.38169426230306391</c:v>
                </c:pt>
                <c:pt idx="89">
                  <c:v>0.36082383647360916</c:v>
                </c:pt>
                <c:pt idx="90">
                  <c:v>0.34277612046391559</c:v>
                </c:pt>
                <c:pt idx="91">
                  <c:v>0.32532593787566733</c:v>
                </c:pt>
                <c:pt idx="92">
                  <c:v>0.31199288426485555</c:v>
                </c:pt>
                <c:pt idx="93">
                  <c:v>0.30134891516965201</c:v>
                </c:pt>
                <c:pt idx="94">
                  <c:v>0.29433374759852138</c:v>
                </c:pt>
                <c:pt idx="95">
                  <c:v>0.29022918482014859</c:v>
                </c:pt>
                <c:pt idx="96">
                  <c:v>0.28694877385495599</c:v>
                </c:pt>
                <c:pt idx="97">
                  <c:v>0.28682563996497984</c:v>
                </c:pt>
                <c:pt idx="98">
                  <c:v>0.28511861422534407</c:v>
                </c:pt>
                <c:pt idx="99">
                  <c:v>0.28553012565201574</c:v>
                </c:pt>
                <c:pt idx="100">
                  <c:v>0.28495012787027585</c:v>
                </c:pt>
                <c:pt idx="101">
                  <c:v>0.28578520420458031</c:v>
                </c:pt>
                <c:pt idx="102">
                  <c:v>0.28488281464030474</c:v>
                </c:pt>
                <c:pt idx="103">
                  <c:v>0.28265831367285787</c:v>
                </c:pt>
                <c:pt idx="104">
                  <c:v>0.2832808563148988</c:v>
                </c:pt>
                <c:pt idx="105">
                  <c:v>0.28129169538633636</c:v>
                </c:pt>
                <c:pt idx="106">
                  <c:v>0.28099780707151689</c:v>
                </c:pt>
                <c:pt idx="107">
                  <c:v>0.28001093924359788</c:v>
                </c:pt>
                <c:pt idx="108">
                  <c:v>0.27691620495184965</c:v>
                </c:pt>
                <c:pt idx="109">
                  <c:v>0.27841674065385702</c:v>
                </c:pt>
                <c:pt idx="110">
                  <c:v>0.27645404444446064</c:v>
                </c:pt>
                <c:pt idx="111">
                  <c:v>0.27617063923940444</c:v>
                </c:pt>
                <c:pt idx="112">
                  <c:v>0.27446706765580425</c:v>
                </c:pt>
                <c:pt idx="113">
                  <c:v>0.27528462756498773</c:v>
                </c:pt>
                <c:pt idx="114">
                  <c:v>0.274907767829561</c:v>
                </c:pt>
                <c:pt idx="115">
                  <c:v>0.27523006684341089</c:v>
                </c:pt>
                <c:pt idx="116">
                  <c:v>0.27448828526701557</c:v>
                </c:pt>
                <c:pt idx="117">
                  <c:v>0.27446200073798888</c:v>
                </c:pt>
                <c:pt idx="118">
                  <c:v>0.27437941630992613</c:v>
                </c:pt>
                <c:pt idx="119">
                  <c:v>0.27647081816891689</c:v>
                </c:pt>
                <c:pt idx="120">
                  <c:v>0.27668186901969927</c:v>
                </c:pt>
                <c:pt idx="121">
                  <c:v>0.27795291204932676</c:v>
                </c:pt>
                <c:pt idx="122">
                  <c:v>0.27849238249573016</c:v>
                </c:pt>
                <c:pt idx="123">
                  <c:v>0.28087665867452416</c:v>
                </c:pt>
                <c:pt idx="124">
                  <c:v>0.28247810611294405</c:v>
                </c:pt>
                <c:pt idx="125">
                  <c:v>0.28656159018469451</c:v>
                </c:pt>
                <c:pt idx="126">
                  <c:v>0.28427134577162883</c:v>
                </c:pt>
                <c:pt idx="127">
                  <c:v>0.28785875822940488</c:v>
                </c:pt>
                <c:pt idx="128">
                  <c:v>0.28879153294309157</c:v>
                </c:pt>
                <c:pt idx="129">
                  <c:v>0.28961638861350136</c:v>
                </c:pt>
                <c:pt idx="130">
                  <c:v>0.29214168125007878</c:v>
                </c:pt>
                <c:pt idx="131">
                  <c:v>0.29276195749160183</c:v>
                </c:pt>
                <c:pt idx="132">
                  <c:v>0.29507263073167761</c:v>
                </c:pt>
                <c:pt idx="133">
                  <c:v>0.29717666475928861</c:v>
                </c:pt>
                <c:pt idx="134">
                  <c:v>0.29606235094682021</c:v>
                </c:pt>
                <c:pt idx="135">
                  <c:v>0.29835187396553087</c:v>
                </c:pt>
                <c:pt idx="136">
                  <c:v>0.29911567368066649</c:v>
                </c:pt>
                <c:pt idx="137">
                  <c:v>0.30203281883788846</c:v>
                </c:pt>
                <c:pt idx="138">
                  <c:v>0.30446182730856514</c:v>
                </c:pt>
                <c:pt idx="139">
                  <c:v>0.30606018100247068</c:v>
                </c:pt>
                <c:pt idx="140">
                  <c:v>0.3098828380782544</c:v>
                </c:pt>
                <c:pt idx="141">
                  <c:v>0.31514096271326975</c:v>
                </c:pt>
                <c:pt idx="142">
                  <c:v>0.3187373684843261</c:v>
                </c:pt>
                <c:pt idx="143">
                  <c:v>0.32576604329748315</c:v>
                </c:pt>
                <c:pt idx="144">
                  <c:v>0.33521242896809383</c:v>
                </c:pt>
                <c:pt idx="145">
                  <c:v>0.34288120037048392</c:v>
                </c:pt>
                <c:pt idx="146">
                  <c:v>0.35495550598261078</c:v>
                </c:pt>
                <c:pt idx="147">
                  <c:v>0.36838689394688895</c:v>
                </c:pt>
                <c:pt idx="148">
                  <c:v>0.38047267880912294</c:v>
                </c:pt>
                <c:pt idx="149">
                  <c:v>0.39677025328449889</c:v>
                </c:pt>
                <c:pt idx="150">
                  <c:v>0.41259495056866874</c:v>
                </c:pt>
                <c:pt idx="151">
                  <c:v>0.43066633990533398</c:v>
                </c:pt>
                <c:pt idx="152">
                  <c:v>0.44654519953084887</c:v>
                </c:pt>
                <c:pt idx="153">
                  <c:v>0.46262921429994475</c:v>
                </c:pt>
                <c:pt idx="154">
                  <c:v>0.47864030515991918</c:v>
                </c:pt>
                <c:pt idx="155">
                  <c:v>0.49302909789849514</c:v>
                </c:pt>
                <c:pt idx="156">
                  <c:v>0.5044674087472083</c:v>
                </c:pt>
                <c:pt idx="157">
                  <c:v>0.51174734608559824</c:v>
                </c:pt>
                <c:pt idx="158">
                  <c:v>0.51675054258759867</c:v>
                </c:pt>
                <c:pt idx="159">
                  <c:v>0.51799230239295957</c:v>
                </c:pt>
                <c:pt idx="160">
                  <c:v>0.51649652744204122</c:v>
                </c:pt>
                <c:pt idx="161">
                  <c:v>0.50996819344891442</c:v>
                </c:pt>
                <c:pt idx="162">
                  <c:v>0.50271128344575455</c:v>
                </c:pt>
                <c:pt idx="163">
                  <c:v>0.49365283265321996</c:v>
                </c:pt>
                <c:pt idx="164">
                  <c:v>0.48409187256314334</c:v>
                </c:pt>
                <c:pt idx="165">
                  <c:v>0.47248373444449188</c:v>
                </c:pt>
                <c:pt idx="166">
                  <c:v>0.46389692998378051</c:v>
                </c:pt>
                <c:pt idx="167">
                  <c:v>0.45354733265408242</c:v>
                </c:pt>
                <c:pt idx="168">
                  <c:v>0.4461580344806364</c:v>
                </c:pt>
                <c:pt idx="169">
                  <c:v>0.44054066783905654</c:v>
                </c:pt>
                <c:pt idx="170">
                  <c:v>0.43326378592951531</c:v>
                </c:pt>
                <c:pt idx="171">
                  <c:v>0.43060630748963319</c:v>
                </c:pt>
                <c:pt idx="172">
                  <c:v>0.42742338602362151</c:v>
                </c:pt>
                <c:pt idx="173">
                  <c:v>0.42696812377757559</c:v>
                </c:pt>
                <c:pt idx="174">
                  <c:v>0.42580046935611593</c:v>
                </c:pt>
                <c:pt idx="175">
                  <c:v>0.42274506701262987</c:v>
                </c:pt>
                <c:pt idx="176">
                  <c:v>0.42215183227172992</c:v>
                </c:pt>
                <c:pt idx="177">
                  <c:v>0.42135992924887711</c:v>
                </c:pt>
                <c:pt idx="178">
                  <c:v>0.42166381658796881</c:v>
                </c:pt>
                <c:pt idx="179">
                  <c:v>0.41901489168274331</c:v>
                </c:pt>
                <c:pt idx="180">
                  <c:v>0.41461565493936209</c:v>
                </c:pt>
                <c:pt idx="181">
                  <c:v>0.41139960630253392</c:v>
                </c:pt>
                <c:pt idx="182">
                  <c:v>0.40846584424740195</c:v>
                </c:pt>
                <c:pt idx="183">
                  <c:v>0.40463457725536423</c:v>
                </c:pt>
                <c:pt idx="184">
                  <c:v>0.40117075415927567</c:v>
                </c:pt>
                <c:pt idx="185">
                  <c:v>0.39561010589591977</c:v>
                </c:pt>
                <c:pt idx="186">
                  <c:v>0.39095473460476177</c:v>
                </c:pt>
                <c:pt idx="187">
                  <c:v>0.38507213599372359</c:v>
                </c:pt>
                <c:pt idx="188">
                  <c:v>0.3797905666198359</c:v>
                </c:pt>
                <c:pt idx="189">
                  <c:v>0.37466726022732438</c:v>
                </c:pt>
                <c:pt idx="190">
                  <c:v>0.36933127922623332</c:v>
                </c:pt>
                <c:pt idx="191">
                  <c:v>0.36418129553133866</c:v>
                </c:pt>
                <c:pt idx="192">
                  <c:v>0.3587488552233461</c:v>
                </c:pt>
                <c:pt idx="193">
                  <c:v>0.35252555063889512</c:v>
                </c:pt>
                <c:pt idx="194">
                  <c:v>0.34792835909107478</c:v>
                </c:pt>
                <c:pt idx="195">
                  <c:v>0.34249440000773546</c:v>
                </c:pt>
                <c:pt idx="196">
                  <c:v>0.33789083340010156</c:v>
                </c:pt>
                <c:pt idx="197">
                  <c:v>0.33207355697288315</c:v>
                </c:pt>
                <c:pt idx="198">
                  <c:v>0.32703491892984271</c:v>
                </c:pt>
                <c:pt idx="199">
                  <c:v>0.3218307704393481</c:v>
                </c:pt>
                <c:pt idx="200">
                  <c:v>0.31940498925709188</c:v>
                </c:pt>
                <c:pt idx="201">
                  <c:v>0.31458715805878334</c:v>
                </c:pt>
                <c:pt idx="202">
                  <c:v>0.30719393386101446</c:v>
                </c:pt>
                <c:pt idx="203">
                  <c:v>0.30301188574897542</c:v>
                </c:pt>
                <c:pt idx="204">
                  <c:v>0.29973821069254869</c:v>
                </c:pt>
                <c:pt idx="205">
                  <c:v>0.29622815000186031</c:v>
                </c:pt>
                <c:pt idx="206">
                  <c:v>0.29240330295961536</c:v>
                </c:pt>
                <c:pt idx="207">
                  <c:v>0.28801686764131906</c:v>
                </c:pt>
                <c:pt idx="208">
                  <c:v>0.2835393067274421</c:v>
                </c:pt>
                <c:pt idx="209">
                  <c:v>0.280630474105724</c:v>
                </c:pt>
                <c:pt idx="210">
                  <c:v>0.27554104305711669</c:v>
                </c:pt>
                <c:pt idx="211">
                  <c:v>0.2730694718220239</c:v>
                </c:pt>
                <c:pt idx="212">
                  <c:v>0.26932123827151033</c:v>
                </c:pt>
                <c:pt idx="213">
                  <c:v>0.26580767860773968</c:v>
                </c:pt>
                <c:pt idx="214">
                  <c:v>0.26280216319566962</c:v>
                </c:pt>
                <c:pt idx="215">
                  <c:v>0.26040079699682894</c:v>
                </c:pt>
                <c:pt idx="216">
                  <c:v>0.25755886566931696</c:v>
                </c:pt>
                <c:pt idx="217">
                  <c:v>0.25268881167109081</c:v>
                </c:pt>
                <c:pt idx="218">
                  <c:v>0.25227908056347204</c:v>
                </c:pt>
                <c:pt idx="219">
                  <c:v>0.24906181734483465</c:v>
                </c:pt>
                <c:pt idx="220">
                  <c:v>0.24689430179826868</c:v>
                </c:pt>
                <c:pt idx="221">
                  <c:v>0.24409000777639892</c:v>
                </c:pt>
                <c:pt idx="222">
                  <c:v>0.24267394014195043</c:v>
                </c:pt>
                <c:pt idx="223">
                  <c:v>0.24133825916866267</c:v>
                </c:pt>
                <c:pt idx="224">
                  <c:v>0.23867760175623054</c:v>
                </c:pt>
                <c:pt idx="225">
                  <c:v>0.23575268853631703</c:v>
                </c:pt>
                <c:pt idx="226">
                  <c:v>0.23266929604683576</c:v>
                </c:pt>
                <c:pt idx="227">
                  <c:v>0.23349420192946155</c:v>
                </c:pt>
                <c:pt idx="228">
                  <c:v>0.23137538103990157</c:v>
                </c:pt>
                <c:pt idx="229">
                  <c:v>0.22737047460363066</c:v>
                </c:pt>
                <c:pt idx="230">
                  <c:v>0.22767252152709483</c:v>
                </c:pt>
                <c:pt idx="231">
                  <c:v>0.22668893705580473</c:v>
                </c:pt>
                <c:pt idx="232">
                  <c:v>0.22426961326274836</c:v>
                </c:pt>
                <c:pt idx="233">
                  <c:v>0.22180707657896107</c:v>
                </c:pt>
                <c:pt idx="234">
                  <c:v>0.22202840610828717</c:v>
                </c:pt>
                <c:pt idx="235">
                  <c:v>0.220663197611116</c:v>
                </c:pt>
                <c:pt idx="236">
                  <c:v>0.21907962714133444</c:v>
                </c:pt>
                <c:pt idx="237">
                  <c:v>0.21924113542937973</c:v>
                </c:pt>
                <c:pt idx="238">
                  <c:v>0.21766281695261766</c:v>
                </c:pt>
                <c:pt idx="239">
                  <c:v>0.2168079628563894</c:v>
                </c:pt>
                <c:pt idx="240">
                  <c:v>0.21683143169780045</c:v>
                </c:pt>
                <c:pt idx="241">
                  <c:v>0.21505223960814629</c:v>
                </c:pt>
                <c:pt idx="242">
                  <c:v>0.21525094632715486</c:v>
                </c:pt>
                <c:pt idx="243">
                  <c:v>0.21378784999934786</c:v>
                </c:pt>
                <c:pt idx="244">
                  <c:v>0.21293181885424581</c:v>
                </c:pt>
                <c:pt idx="245">
                  <c:v>0.21183385537976424</c:v>
                </c:pt>
                <c:pt idx="246">
                  <c:v>0.21200431571206368</c:v>
                </c:pt>
                <c:pt idx="247">
                  <c:v>0.21048386423817503</c:v>
                </c:pt>
                <c:pt idx="248">
                  <c:v>0.20892112842851393</c:v>
                </c:pt>
                <c:pt idx="249">
                  <c:v>0.20732124967060711</c:v>
                </c:pt>
                <c:pt idx="250">
                  <c:v>0.20733310200575336</c:v>
                </c:pt>
                <c:pt idx="251">
                  <c:v>0.2070483072997647</c:v>
                </c:pt>
                <c:pt idx="252">
                  <c:v>0.20572107473669671</c:v>
                </c:pt>
                <c:pt idx="253">
                  <c:v>0.20541298647074133</c:v>
                </c:pt>
                <c:pt idx="254">
                  <c:v>0.20523478470829179</c:v>
                </c:pt>
                <c:pt idx="255">
                  <c:v>0.20333496964008665</c:v>
                </c:pt>
                <c:pt idx="256">
                  <c:v>0.20267418112438268</c:v>
                </c:pt>
                <c:pt idx="257">
                  <c:v>0.20073887430373127</c:v>
                </c:pt>
                <c:pt idx="258">
                  <c:v>0.20005514755680837</c:v>
                </c:pt>
                <c:pt idx="259">
                  <c:v>0.20010259464940663</c:v>
                </c:pt>
                <c:pt idx="260">
                  <c:v>0.19861079343265173</c:v>
                </c:pt>
                <c:pt idx="261">
                  <c:v>0.20108690539737287</c:v>
                </c:pt>
                <c:pt idx="262">
                  <c:v>0.19794225145978453</c:v>
                </c:pt>
                <c:pt idx="263">
                  <c:v>0.19858255945115116</c:v>
                </c:pt>
                <c:pt idx="264">
                  <c:v>0.19602868914577004</c:v>
                </c:pt>
                <c:pt idx="265">
                  <c:v>0.19738149037388192</c:v>
                </c:pt>
                <c:pt idx="266">
                  <c:v>0.1964766204380749</c:v>
                </c:pt>
                <c:pt idx="267">
                  <c:v>0.19769568302820922</c:v>
                </c:pt>
                <c:pt idx="268">
                  <c:v>0.19586227438155265</c:v>
                </c:pt>
                <c:pt idx="269">
                  <c:v>0.19745928766802029</c:v>
                </c:pt>
                <c:pt idx="270">
                  <c:v>0.19552921109463212</c:v>
                </c:pt>
                <c:pt idx="271">
                  <c:v>0.19588243865769922</c:v>
                </c:pt>
                <c:pt idx="272">
                  <c:v>0.19553038715708831</c:v>
                </c:pt>
                <c:pt idx="273">
                  <c:v>0.19493578824905552</c:v>
                </c:pt>
                <c:pt idx="274">
                  <c:v>0.19461405614912969</c:v>
                </c:pt>
                <c:pt idx="275">
                  <c:v>0.19492014680010944</c:v>
                </c:pt>
                <c:pt idx="276">
                  <c:v>0.19315969149825318</c:v>
                </c:pt>
                <c:pt idx="277">
                  <c:v>0.19445895116960699</c:v>
                </c:pt>
                <c:pt idx="278">
                  <c:v>0.19176567055695548</c:v>
                </c:pt>
                <c:pt idx="279">
                  <c:v>0.19150765003740211</c:v>
                </c:pt>
                <c:pt idx="280">
                  <c:v>0.19192833349278438</c:v>
                </c:pt>
                <c:pt idx="281">
                  <c:v>0.18857664461523177</c:v>
                </c:pt>
                <c:pt idx="282">
                  <c:v>0.18745757532822688</c:v>
                </c:pt>
                <c:pt idx="283">
                  <c:v>0.18653804418798819</c:v>
                </c:pt>
                <c:pt idx="284">
                  <c:v>0.18646939225899767</c:v>
                </c:pt>
                <c:pt idx="285">
                  <c:v>0.18438302962584729</c:v>
                </c:pt>
                <c:pt idx="286">
                  <c:v>0.18463621110418887</c:v>
                </c:pt>
                <c:pt idx="287">
                  <c:v>0.18321911751439141</c:v>
                </c:pt>
                <c:pt idx="288">
                  <c:v>0.18268033867689037</c:v>
                </c:pt>
                <c:pt idx="289">
                  <c:v>0.1805673968186724</c:v>
                </c:pt>
                <c:pt idx="290">
                  <c:v>0.18064390203197211</c:v>
                </c:pt>
                <c:pt idx="291">
                  <c:v>0.17850638176639411</c:v>
                </c:pt>
                <c:pt idx="292">
                  <c:v>0.17759355285044104</c:v>
                </c:pt>
                <c:pt idx="293">
                  <c:v>0.17657302422463997</c:v>
                </c:pt>
                <c:pt idx="294">
                  <c:v>0.17548165225130571</c:v>
                </c:pt>
                <c:pt idx="295">
                  <c:v>0.17502097282961004</c:v>
                </c:pt>
                <c:pt idx="296">
                  <c:v>0.17359201262702562</c:v>
                </c:pt>
                <c:pt idx="297">
                  <c:v>0.17474412007403861</c:v>
                </c:pt>
                <c:pt idx="298">
                  <c:v>0.17315070209257161</c:v>
                </c:pt>
                <c:pt idx="299">
                  <c:v>0.17236129062029329</c:v>
                </c:pt>
                <c:pt idx="300">
                  <c:v>0.17206456910625353</c:v>
                </c:pt>
                <c:pt idx="301">
                  <c:v>0.17265654609376416</c:v>
                </c:pt>
                <c:pt idx="302">
                  <c:v>0.17206460922325736</c:v>
                </c:pt>
                <c:pt idx="303">
                  <c:v>0.17257653488763633</c:v>
                </c:pt>
                <c:pt idx="304">
                  <c:v>0.172591524563391</c:v>
                </c:pt>
                <c:pt idx="305">
                  <c:v>0.1731954851364986</c:v>
                </c:pt>
                <c:pt idx="306">
                  <c:v>0.17506914001733759</c:v>
                </c:pt>
                <c:pt idx="307">
                  <c:v>0.17290579219736477</c:v>
                </c:pt>
                <c:pt idx="308">
                  <c:v>0.17414763514793802</c:v>
                </c:pt>
                <c:pt idx="309">
                  <c:v>0.17388569924684438</c:v>
                </c:pt>
                <c:pt idx="310">
                  <c:v>0.17588497211685949</c:v>
                </c:pt>
                <c:pt idx="311">
                  <c:v>0.17517146073068526</c:v>
                </c:pt>
                <c:pt idx="312">
                  <c:v>0.17607976618692145</c:v>
                </c:pt>
                <c:pt idx="313">
                  <c:v>0.17667909161465789</c:v>
                </c:pt>
                <c:pt idx="314">
                  <c:v>0.17829961147809964</c:v>
                </c:pt>
                <c:pt idx="315">
                  <c:v>0.17861827388060936</c:v>
                </c:pt>
                <c:pt idx="316">
                  <c:v>0.1809519908849718</c:v>
                </c:pt>
                <c:pt idx="317">
                  <c:v>0.17969728318735498</c:v>
                </c:pt>
                <c:pt idx="318">
                  <c:v>0.18172634379365821</c:v>
                </c:pt>
                <c:pt idx="319">
                  <c:v>0.18404955414678925</c:v>
                </c:pt>
                <c:pt idx="320">
                  <c:v>0.18365907136693127</c:v>
                </c:pt>
                <c:pt idx="321">
                  <c:v>0.18582913614157276</c:v>
                </c:pt>
                <c:pt idx="322">
                  <c:v>0.18724732753334639</c:v>
                </c:pt>
                <c:pt idx="323">
                  <c:v>0.18733044023885298</c:v>
                </c:pt>
                <c:pt idx="324">
                  <c:v>0.19104984289312307</c:v>
                </c:pt>
                <c:pt idx="325">
                  <c:v>0.19061828684106413</c:v>
                </c:pt>
                <c:pt idx="326">
                  <c:v>0.19098845186672703</c:v>
                </c:pt>
                <c:pt idx="327">
                  <c:v>0.19434037069151777</c:v>
                </c:pt>
                <c:pt idx="328">
                  <c:v>0.19553223438276779</c:v>
                </c:pt>
                <c:pt idx="329">
                  <c:v>0.19587058471907162</c:v>
                </c:pt>
                <c:pt idx="330">
                  <c:v>0.19802322438488767</c:v>
                </c:pt>
                <c:pt idx="331">
                  <c:v>0.19918000525306406</c:v>
                </c:pt>
                <c:pt idx="332">
                  <c:v>0.20076657498501299</c:v>
                </c:pt>
                <c:pt idx="333">
                  <c:v>0.20268622444741763</c:v>
                </c:pt>
                <c:pt idx="334">
                  <c:v>0.20378930931754063</c:v>
                </c:pt>
                <c:pt idx="335">
                  <c:v>0.20318622775634443</c:v>
                </c:pt>
                <c:pt idx="336">
                  <c:v>0.2055846188320776</c:v>
                </c:pt>
                <c:pt idx="337">
                  <c:v>0.20523375634195826</c:v>
                </c:pt>
                <c:pt idx="338">
                  <c:v>0.20734547093518743</c:v>
                </c:pt>
                <c:pt idx="339">
                  <c:v>0.20772216040083791</c:v>
                </c:pt>
                <c:pt idx="340">
                  <c:v>0.20709639778420891</c:v>
                </c:pt>
                <c:pt idx="341">
                  <c:v>0.2077268896042215</c:v>
                </c:pt>
                <c:pt idx="342">
                  <c:v>0.20690337175095821</c:v>
                </c:pt>
                <c:pt idx="343">
                  <c:v>0.20527059478867274</c:v>
                </c:pt>
                <c:pt idx="344">
                  <c:v>0.20452079882204044</c:v>
                </c:pt>
                <c:pt idx="345">
                  <c:v>0.20290985010217297</c:v>
                </c:pt>
                <c:pt idx="346">
                  <c:v>0.20177416120514047</c:v>
                </c:pt>
                <c:pt idx="347">
                  <c:v>0.1987375269904158</c:v>
                </c:pt>
                <c:pt idx="348">
                  <c:v>0.19653447095795959</c:v>
                </c:pt>
                <c:pt idx="349">
                  <c:v>0.19427924238263802</c:v>
                </c:pt>
                <c:pt idx="350">
                  <c:v>0.1932414415733319</c:v>
                </c:pt>
                <c:pt idx="351">
                  <c:v>0.18926938676786814</c:v>
                </c:pt>
                <c:pt idx="352">
                  <c:v>0.18602186888986522</c:v>
                </c:pt>
                <c:pt idx="353">
                  <c:v>0.18122130456245422</c:v>
                </c:pt>
                <c:pt idx="354">
                  <c:v>0.17885969474378657</c:v>
                </c:pt>
                <c:pt idx="355">
                  <c:v>0.17519424913083376</c:v>
                </c:pt>
                <c:pt idx="356">
                  <c:v>0.17107820482658834</c:v>
                </c:pt>
                <c:pt idx="357">
                  <c:v>0.16627092675754426</c:v>
                </c:pt>
                <c:pt idx="358">
                  <c:v>0.16272470401098271</c:v>
                </c:pt>
                <c:pt idx="359">
                  <c:v>0.15831692206465919</c:v>
                </c:pt>
                <c:pt idx="360">
                  <c:v>0.15401087004641451</c:v>
                </c:pt>
                <c:pt idx="361">
                  <c:v>0.15026367889017833</c:v>
                </c:pt>
                <c:pt idx="362">
                  <c:v>0.14637883908637817</c:v>
                </c:pt>
                <c:pt idx="363">
                  <c:v>0.14233831340407943</c:v>
                </c:pt>
                <c:pt idx="364">
                  <c:v>0.13787956910877289</c:v>
                </c:pt>
                <c:pt idx="365">
                  <c:v>0.135203753999557</c:v>
                </c:pt>
                <c:pt idx="366">
                  <c:v>0.13203688536082173</c:v>
                </c:pt>
                <c:pt idx="367">
                  <c:v>0.12865396052053063</c:v>
                </c:pt>
                <c:pt idx="368">
                  <c:v>0.12450608332884497</c:v>
                </c:pt>
                <c:pt idx="369">
                  <c:v>0.12182541747935263</c:v>
                </c:pt>
                <c:pt idx="370">
                  <c:v>0.11863180469819073</c:v>
                </c:pt>
                <c:pt idx="371">
                  <c:v>0.11548125992252802</c:v>
                </c:pt>
                <c:pt idx="372">
                  <c:v>0.11407897563364974</c:v>
                </c:pt>
                <c:pt idx="373">
                  <c:v>0.11137059677377037</c:v>
                </c:pt>
                <c:pt idx="374">
                  <c:v>0.10919916826370724</c:v>
                </c:pt>
                <c:pt idx="375">
                  <c:v>0.10661878324465716</c:v>
                </c:pt>
                <c:pt idx="376">
                  <c:v>0.10618228536514067</c:v>
                </c:pt>
                <c:pt idx="377">
                  <c:v>0.10445373153081039</c:v>
                </c:pt>
                <c:pt idx="378">
                  <c:v>0.10261141380841204</c:v>
                </c:pt>
                <c:pt idx="379">
                  <c:v>0.10157464407079819</c:v>
                </c:pt>
                <c:pt idx="380">
                  <c:v>9.8982355754675372E-2</c:v>
                </c:pt>
                <c:pt idx="381">
                  <c:v>9.9889912024512736E-2</c:v>
                </c:pt>
                <c:pt idx="382">
                  <c:v>9.7373404154333848E-2</c:v>
                </c:pt>
                <c:pt idx="383">
                  <c:v>9.668609923823919E-2</c:v>
                </c:pt>
                <c:pt idx="384">
                  <c:v>9.6713449435386775E-2</c:v>
                </c:pt>
                <c:pt idx="385">
                  <c:v>9.5663286173394743E-2</c:v>
                </c:pt>
                <c:pt idx="386">
                  <c:v>9.4715742888544202E-2</c:v>
                </c:pt>
                <c:pt idx="387">
                  <c:v>9.3894533962387422E-2</c:v>
                </c:pt>
                <c:pt idx="388">
                  <c:v>9.4785887436663441E-2</c:v>
                </c:pt>
                <c:pt idx="389">
                  <c:v>9.3353955958555848E-2</c:v>
                </c:pt>
                <c:pt idx="390">
                  <c:v>9.3726881555092206E-2</c:v>
                </c:pt>
                <c:pt idx="391">
                  <c:v>9.3052759624476483E-2</c:v>
                </c:pt>
                <c:pt idx="392">
                  <c:v>9.3186485618155179E-2</c:v>
                </c:pt>
                <c:pt idx="393">
                  <c:v>9.2916912766136242E-2</c:v>
                </c:pt>
                <c:pt idx="394">
                  <c:v>9.2537483845357024E-2</c:v>
                </c:pt>
                <c:pt idx="395">
                  <c:v>9.2962189461441552E-2</c:v>
                </c:pt>
                <c:pt idx="396">
                  <c:v>9.3383753707877479E-2</c:v>
                </c:pt>
                <c:pt idx="397">
                  <c:v>9.2653740166589463E-2</c:v>
                </c:pt>
                <c:pt idx="398">
                  <c:v>9.4064765407421397E-2</c:v>
                </c:pt>
                <c:pt idx="399">
                  <c:v>9.3381376394693724E-2</c:v>
                </c:pt>
                <c:pt idx="400">
                  <c:v>9.5627274290620415E-2</c:v>
                </c:pt>
                <c:pt idx="401">
                  <c:v>9.5051727825197607E-2</c:v>
                </c:pt>
                <c:pt idx="402">
                  <c:v>9.579710097655883E-2</c:v>
                </c:pt>
                <c:pt idx="403">
                  <c:v>9.5715506584992241E-2</c:v>
                </c:pt>
                <c:pt idx="404">
                  <c:v>9.7668269741876521E-2</c:v>
                </c:pt>
                <c:pt idx="405">
                  <c:v>9.9481317135611202E-2</c:v>
                </c:pt>
                <c:pt idx="406">
                  <c:v>0.10170856270641707</c:v>
                </c:pt>
                <c:pt idx="407">
                  <c:v>0.10155194196068916</c:v>
                </c:pt>
                <c:pt idx="408">
                  <c:v>0.10426965055513424</c:v>
                </c:pt>
                <c:pt idx="409">
                  <c:v>0.10578087730061043</c:v>
                </c:pt>
                <c:pt idx="410">
                  <c:v>0.10774974570867044</c:v>
                </c:pt>
                <c:pt idx="411">
                  <c:v>0.10950323056016635</c:v>
                </c:pt>
                <c:pt idx="412">
                  <c:v>0.11161757205620056</c:v>
                </c:pt>
                <c:pt idx="413">
                  <c:v>0.11559680257067415</c:v>
                </c:pt>
                <c:pt idx="414">
                  <c:v>0.11706868898666568</c:v>
                </c:pt>
                <c:pt idx="415">
                  <c:v>0.12108621372309966</c:v>
                </c:pt>
                <c:pt idx="416">
                  <c:v>0.12375640200290693</c:v>
                </c:pt>
                <c:pt idx="417">
                  <c:v>0.12798077399740765</c:v>
                </c:pt>
                <c:pt idx="418">
                  <c:v>0.13157434587251737</c:v>
                </c:pt>
                <c:pt idx="419">
                  <c:v>0.13490104925779067</c:v>
                </c:pt>
                <c:pt idx="420">
                  <c:v>0.13939919650052437</c:v>
                </c:pt>
                <c:pt idx="421">
                  <c:v>0.14206607558433368</c:v>
                </c:pt>
                <c:pt idx="422">
                  <c:v>0.14693898135447761</c:v>
                </c:pt>
                <c:pt idx="423">
                  <c:v>0.15043673855169065</c:v>
                </c:pt>
                <c:pt idx="424">
                  <c:v>0.15449374305076746</c:v>
                </c:pt>
                <c:pt idx="425">
                  <c:v>0.15882013472763973</c:v>
                </c:pt>
                <c:pt idx="426">
                  <c:v>0.16301093732552996</c:v>
                </c:pt>
                <c:pt idx="427">
                  <c:v>0.16654109192624642</c:v>
                </c:pt>
                <c:pt idx="428">
                  <c:v>0.17083980920460135</c:v>
                </c:pt>
                <c:pt idx="429">
                  <c:v>0.17236891133703644</c:v>
                </c:pt>
                <c:pt idx="430">
                  <c:v>0.17604415161102144</c:v>
                </c:pt>
                <c:pt idx="431">
                  <c:v>0.18021194077618677</c:v>
                </c:pt>
                <c:pt idx="432">
                  <c:v>0.18300778666116363</c:v>
                </c:pt>
                <c:pt idx="433">
                  <c:v>0.18363034863593092</c:v>
                </c:pt>
                <c:pt idx="434">
                  <c:v>0.18587530948063996</c:v>
                </c:pt>
                <c:pt idx="435">
                  <c:v>0.18846393570789127</c:v>
                </c:pt>
                <c:pt idx="436">
                  <c:v>0.18816965575522338</c:v>
                </c:pt>
                <c:pt idx="437">
                  <c:v>0.18947345707531782</c:v>
                </c:pt>
                <c:pt idx="438">
                  <c:v>0.19058495636493575</c:v>
                </c:pt>
                <c:pt idx="439">
                  <c:v>0.1893657126628705</c:v>
                </c:pt>
                <c:pt idx="440">
                  <c:v>0.18918832885289816</c:v>
                </c:pt>
                <c:pt idx="441">
                  <c:v>0.18847357898028017</c:v>
                </c:pt>
                <c:pt idx="442">
                  <c:v>0.1856215903767148</c:v>
                </c:pt>
                <c:pt idx="443">
                  <c:v>0.18408061027902248</c:v>
                </c:pt>
                <c:pt idx="444">
                  <c:v>0.18242701541244449</c:v>
                </c:pt>
                <c:pt idx="445">
                  <c:v>0.18010549430462208</c:v>
                </c:pt>
                <c:pt idx="446">
                  <c:v>0.17547509368252825</c:v>
                </c:pt>
                <c:pt idx="447">
                  <c:v>0.17396645803342509</c:v>
                </c:pt>
                <c:pt idx="448">
                  <c:v>0.16874631388517825</c:v>
                </c:pt>
                <c:pt idx="449">
                  <c:v>0.16487770918475422</c:v>
                </c:pt>
                <c:pt idx="450">
                  <c:v>0.16036540855381207</c:v>
                </c:pt>
                <c:pt idx="451">
                  <c:v>0.15674770575980429</c:v>
                </c:pt>
                <c:pt idx="452">
                  <c:v>0.15151296499966788</c:v>
                </c:pt>
                <c:pt idx="453">
                  <c:v>0.14705925742854833</c:v>
                </c:pt>
                <c:pt idx="454">
                  <c:v>0.14285683918825773</c:v>
                </c:pt>
                <c:pt idx="455">
                  <c:v>0.13856284788631551</c:v>
                </c:pt>
                <c:pt idx="456">
                  <c:v>0.13258274901093639</c:v>
                </c:pt>
                <c:pt idx="457">
                  <c:v>0.12865660288934866</c:v>
                </c:pt>
                <c:pt idx="458">
                  <c:v>0.12555060284347136</c:v>
                </c:pt>
                <c:pt idx="459">
                  <c:v>0.12123073815156667</c:v>
                </c:pt>
                <c:pt idx="460">
                  <c:v>0.11699313276252946</c:v>
                </c:pt>
                <c:pt idx="461">
                  <c:v>0.11379968700223625</c:v>
                </c:pt>
                <c:pt idx="462">
                  <c:v>0.1109950320547621</c:v>
                </c:pt>
                <c:pt idx="463">
                  <c:v>0.10827615156379927</c:v>
                </c:pt>
                <c:pt idx="464">
                  <c:v>0.10422153488327851</c:v>
                </c:pt>
                <c:pt idx="465">
                  <c:v>0.10073271271643316</c:v>
                </c:pt>
                <c:pt idx="466">
                  <c:v>9.9758559989670537E-2</c:v>
                </c:pt>
                <c:pt idx="467">
                  <c:v>9.7429284146497847E-2</c:v>
                </c:pt>
                <c:pt idx="468">
                  <c:v>9.6463326189825602E-2</c:v>
                </c:pt>
                <c:pt idx="469">
                  <c:v>9.4550197546365386E-2</c:v>
                </c:pt>
                <c:pt idx="470">
                  <c:v>9.3830068073397055E-2</c:v>
                </c:pt>
                <c:pt idx="471">
                  <c:v>9.3107149976507347E-2</c:v>
                </c:pt>
                <c:pt idx="472">
                  <c:v>9.4009374126245965E-2</c:v>
                </c:pt>
                <c:pt idx="473">
                  <c:v>9.3625505061444389E-2</c:v>
                </c:pt>
                <c:pt idx="474">
                  <c:v>9.5025710226935567E-2</c:v>
                </c:pt>
                <c:pt idx="475">
                  <c:v>9.6595482544271555E-2</c:v>
                </c:pt>
                <c:pt idx="476">
                  <c:v>9.6825981012416004E-2</c:v>
                </c:pt>
                <c:pt idx="477">
                  <c:v>9.9071718538342318E-2</c:v>
                </c:pt>
                <c:pt idx="478">
                  <c:v>0.1011086906490757</c:v>
                </c:pt>
                <c:pt idx="479">
                  <c:v>0.10321217969421875</c:v>
                </c:pt>
                <c:pt idx="480">
                  <c:v>0.10626165438067343</c:v>
                </c:pt>
                <c:pt idx="481">
                  <c:v>0.10788405597566811</c:v>
                </c:pt>
                <c:pt idx="482">
                  <c:v>0.11236745288794986</c:v>
                </c:pt>
                <c:pt idx="483">
                  <c:v>0.1166831097953155</c:v>
                </c:pt>
                <c:pt idx="484">
                  <c:v>0.1210411856114689</c:v>
                </c:pt>
                <c:pt idx="485">
                  <c:v>0.12650368144474305</c:v>
                </c:pt>
                <c:pt idx="486">
                  <c:v>0.13115734043943819</c:v>
                </c:pt>
                <c:pt idx="487">
                  <c:v>0.13689408218680887</c:v>
                </c:pt>
                <c:pt idx="488">
                  <c:v>0.14157849629132616</c:v>
                </c:pt>
                <c:pt idx="489">
                  <c:v>0.14753605362249461</c:v>
                </c:pt>
                <c:pt idx="490">
                  <c:v>0.15423300485859462</c:v>
                </c:pt>
                <c:pt idx="491">
                  <c:v>0.16170106305250612</c:v>
                </c:pt>
                <c:pt idx="492">
                  <c:v>0.16805336361321349</c:v>
                </c:pt>
                <c:pt idx="493">
                  <c:v>0.17734050091853576</c:v>
                </c:pt>
                <c:pt idx="494">
                  <c:v>0.18275093053621619</c:v>
                </c:pt>
                <c:pt idx="495">
                  <c:v>0.19290003935428038</c:v>
                </c:pt>
                <c:pt idx="496">
                  <c:v>0.2015954863739278</c:v>
                </c:pt>
                <c:pt idx="497">
                  <c:v>0.21079163390220179</c:v>
                </c:pt>
                <c:pt idx="498">
                  <c:v>0.22049810215638954</c:v>
                </c:pt>
                <c:pt idx="499">
                  <c:v>0.23044387008552905</c:v>
                </c:pt>
                <c:pt idx="500">
                  <c:v>0.23936064443394917</c:v>
                </c:pt>
                <c:pt idx="501">
                  <c:v>0.24962144440523959</c:v>
                </c:pt>
                <c:pt idx="502">
                  <c:v>0.25989326523789641</c:v>
                </c:pt>
                <c:pt idx="503">
                  <c:v>0.27018966344382767</c:v>
                </c:pt>
                <c:pt idx="504">
                  <c:v>0.28092015396083336</c:v>
                </c:pt>
                <c:pt idx="505">
                  <c:v>0.29203777693869892</c:v>
                </c:pt>
                <c:pt idx="506">
                  <c:v>0.30223856995945991</c:v>
                </c:pt>
                <c:pt idx="507">
                  <c:v>0.31331993958517534</c:v>
                </c:pt>
                <c:pt idx="508">
                  <c:v>0.32482192325519305</c:v>
                </c:pt>
                <c:pt idx="509">
                  <c:v>0.33561672453237973</c:v>
                </c:pt>
                <c:pt idx="510">
                  <c:v>0</c:v>
                </c:pt>
                <c:pt idx="511">
                  <c:v>0</c:v>
                </c:pt>
              </c:numCache>
            </c:numRef>
          </c:yVal>
          <c:smooth val="1"/>
          <c:extLst>
            <c:ext xmlns:c16="http://schemas.microsoft.com/office/drawing/2014/chart" uri="{C3380CC4-5D6E-409C-BE32-E72D297353CC}">
              <c16:uniqueId val="{00000002-DDC0-4A4F-8C07-0622AE3D5EB0}"/>
            </c:ext>
          </c:extLst>
        </c:ser>
        <c:ser>
          <c:idx val="6"/>
          <c:order val="3"/>
          <c:tx>
            <c:strRef>
              <c:f>'calib_(2)'!$D$7</c:f>
              <c:strCache>
                <c:ptCount val="1"/>
                <c:pt idx="0">
                  <c:v>penetration</c:v>
                </c:pt>
              </c:strCache>
            </c:strRef>
          </c:tx>
          <c:spPr>
            <a:ln w="19046" cap="rnd">
              <a:solidFill>
                <a:schemeClr val="accent6"/>
              </a:solidFill>
              <a:prstDash val="dash"/>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'calib_(2)'!$D$8:$D$519</c:f>
              <c:numCache>
                <c:formatCode>General</c:formatCode>
                <c:ptCount val="512"/>
                <c:pt idx="0">
                  <c:v>3.0897797623661342E-2</c:v>
                </c:pt>
                <c:pt idx="1">
                  <c:v>3.4212437274727857E-2</c:v>
                </c:pt>
                <c:pt idx="2">
                  <c:v>3.6398069880277752E-2</c:v>
                </c:pt>
                <c:pt idx="3">
                  <c:v>3.7535157540029757E-2</c:v>
                </c:pt>
                <c:pt idx="4">
                  <c:v>3.8103794200830134E-2</c:v>
                </c:pt>
                <c:pt idx="5">
                  <c:v>3.8619881132285171E-2</c:v>
                </c:pt>
                <c:pt idx="6">
                  <c:v>3.8874335372740584E-2</c:v>
                </c:pt>
                <c:pt idx="7">
                  <c:v>3.8539090758891149E-2</c:v>
                </c:pt>
                <c:pt idx="8">
                  <c:v>3.9720662986533699E-2</c:v>
                </c:pt>
                <c:pt idx="9">
                  <c:v>3.9938360515342754E-2</c:v>
                </c:pt>
                <c:pt idx="10">
                  <c:v>3.9930510207485601E-2</c:v>
                </c:pt>
                <c:pt idx="11">
                  <c:v>3.9664410149335687E-2</c:v>
                </c:pt>
                <c:pt idx="12">
                  <c:v>3.9132495023875412E-2</c:v>
                </c:pt>
                <c:pt idx="13">
                  <c:v>3.9305834752917476E-2</c:v>
                </c:pt>
                <c:pt idx="14">
                  <c:v>3.9514801060810609E-2</c:v>
                </c:pt>
                <c:pt idx="15">
                  <c:v>3.9519502353450676E-2</c:v>
                </c:pt>
                <c:pt idx="16">
                  <c:v>3.9507272854557136E-2</c:v>
                </c:pt>
                <c:pt idx="17">
                  <c:v>3.9422509766959782E-2</c:v>
                </c:pt>
                <c:pt idx="18">
                  <c:v>3.9301672638586124E-2</c:v>
                </c:pt>
                <c:pt idx="19">
                  <c:v>3.9201646835337077E-2</c:v>
                </c:pt>
                <c:pt idx="20">
                  <c:v>3.9051618737416811E-2</c:v>
                </c:pt>
                <c:pt idx="21">
                  <c:v>3.9007264931022204E-2</c:v>
                </c:pt>
                <c:pt idx="22">
                  <c:v>3.9055465040739451E-2</c:v>
                </c:pt>
                <c:pt idx="23">
                  <c:v>4.1059966372355441E-2</c:v>
                </c:pt>
                <c:pt idx="24">
                  <c:v>4.3116447963674497E-2</c:v>
                </c:pt>
                <c:pt idx="25">
                  <c:v>4.5789933373667484E-2</c:v>
                </c:pt>
                <c:pt idx="26">
                  <c:v>4.7289765958903787E-2</c:v>
                </c:pt>
                <c:pt idx="27">
                  <c:v>4.7443670294141461E-2</c:v>
                </c:pt>
                <c:pt idx="28">
                  <c:v>4.568553415433748E-2</c:v>
                </c:pt>
                <c:pt idx="29">
                  <c:v>4.2548002796213312E-2</c:v>
                </c:pt>
                <c:pt idx="30">
                  <c:v>4.1365952331419285E-2</c:v>
                </c:pt>
                <c:pt idx="31">
                  <c:v>4.0322081483548343E-2</c:v>
                </c:pt>
                <c:pt idx="32">
                  <c:v>3.9434783950215102E-2</c:v>
                </c:pt>
                <c:pt idx="33">
                  <c:v>3.761202589041903E-2</c:v>
                </c:pt>
                <c:pt idx="34">
                  <c:v>3.7664594436741611E-2</c:v>
                </c:pt>
                <c:pt idx="35">
                  <c:v>3.7358110278788485E-2</c:v>
                </c:pt>
                <c:pt idx="36">
                  <c:v>3.6902182766265515E-2</c:v>
                </c:pt>
                <c:pt idx="37">
                  <c:v>3.6695884330756434E-2</c:v>
                </c:pt>
                <c:pt idx="38">
                  <c:v>3.6248995636779621E-2</c:v>
                </c:pt>
                <c:pt idx="39">
                  <c:v>3.6486531298083887E-2</c:v>
                </c:pt>
                <c:pt idx="40">
                  <c:v>3.6482860213779604E-2</c:v>
                </c:pt>
                <c:pt idx="41">
                  <c:v>3.6656533809706751E-2</c:v>
                </c:pt>
                <c:pt idx="42">
                  <c:v>3.5914296106611523E-2</c:v>
                </c:pt>
                <c:pt idx="43">
                  <c:v>3.653516783219516E-2</c:v>
                </c:pt>
                <c:pt idx="44">
                  <c:v>3.5869932820826414E-2</c:v>
                </c:pt>
                <c:pt idx="45">
                  <c:v>3.6777762984630133E-2</c:v>
                </c:pt>
                <c:pt idx="46">
                  <c:v>3.657550011069944E-2</c:v>
                </c:pt>
                <c:pt idx="47">
                  <c:v>3.6531081562331522E-2</c:v>
                </c:pt>
                <c:pt idx="48">
                  <c:v>3.6366164266912943E-2</c:v>
                </c:pt>
                <c:pt idx="49">
                  <c:v>3.632955146683977E-2</c:v>
                </c:pt>
                <c:pt idx="50">
                  <c:v>3.6486747479531081E-2</c:v>
                </c:pt>
                <c:pt idx="51">
                  <c:v>3.6664439029125043E-2</c:v>
                </c:pt>
                <c:pt idx="52">
                  <c:v>3.6680231672782532E-2</c:v>
                </c:pt>
                <c:pt idx="53">
                  <c:v>3.6240548163368295E-2</c:v>
                </c:pt>
                <c:pt idx="54">
                  <c:v>3.6639546619721304E-2</c:v>
                </c:pt>
                <c:pt idx="55">
                  <c:v>3.6947092594012396E-2</c:v>
                </c:pt>
                <c:pt idx="56">
                  <c:v>3.6607732677289923E-2</c:v>
                </c:pt>
                <c:pt idx="57">
                  <c:v>3.5531329864163366E-2</c:v>
                </c:pt>
                <c:pt idx="58">
                  <c:v>3.5825541898008684E-2</c:v>
                </c:pt>
                <c:pt idx="59">
                  <c:v>3.534976279134E-2</c:v>
                </c:pt>
                <c:pt idx="60">
                  <c:v>3.4579559814074484E-2</c:v>
                </c:pt>
                <c:pt idx="61">
                  <c:v>3.4579403633145142E-2</c:v>
                </c:pt>
                <c:pt idx="62">
                  <c:v>3.4119614676174526E-2</c:v>
                </c:pt>
                <c:pt idx="63">
                  <c:v>3.4014913741786446E-2</c:v>
                </c:pt>
                <c:pt idx="64">
                  <c:v>3.3179817980416186E-2</c:v>
                </c:pt>
                <c:pt idx="65">
                  <c:v>3.3034910133586601E-2</c:v>
                </c:pt>
                <c:pt idx="66">
                  <c:v>3.2688170504556968E-2</c:v>
                </c:pt>
                <c:pt idx="67">
                  <c:v>3.2728388927255297E-2</c:v>
                </c:pt>
                <c:pt idx="68">
                  <c:v>3.2010916383891738E-2</c:v>
                </c:pt>
                <c:pt idx="69">
                  <c:v>3.2228348232130027E-2</c:v>
                </c:pt>
                <c:pt idx="70">
                  <c:v>3.1906100361584866E-2</c:v>
                </c:pt>
                <c:pt idx="71">
                  <c:v>3.187362109581305E-2</c:v>
                </c:pt>
                <c:pt idx="72">
                  <c:v>3.154689460864029E-2</c:v>
                </c:pt>
                <c:pt idx="73">
                  <c:v>3.1296901325942539E-2</c:v>
                </c:pt>
                <c:pt idx="74">
                  <c:v>3.2155609433974032E-2</c:v>
                </c:pt>
                <c:pt idx="75">
                  <c:v>3.1446305210427641E-2</c:v>
                </c:pt>
                <c:pt idx="76">
                  <c:v>3.1474372456694981E-2</c:v>
                </c:pt>
                <c:pt idx="77">
                  <c:v>3.1683700347567151E-2</c:v>
                </c:pt>
                <c:pt idx="78">
                  <c:v>3.075645345974783E-2</c:v>
                </c:pt>
                <c:pt idx="79">
                  <c:v>3.0482190454523123E-2</c:v>
                </c:pt>
                <c:pt idx="80">
                  <c:v>3.0381878394326583E-2</c:v>
                </c:pt>
                <c:pt idx="81">
                  <c:v>3.0328737671430184E-2</c:v>
                </c:pt>
                <c:pt idx="82">
                  <c:v>3.070841759160059E-2</c:v>
                </c:pt>
                <c:pt idx="83">
                  <c:v>3.0038323245935878E-2</c:v>
                </c:pt>
                <c:pt idx="84">
                  <c:v>3.0054504135313336E-2</c:v>
                </c:pt>
                <c:pt idx="85">
                  <c:v>2.9865516115766148E-2</c:v>
                </c:pt>
                <c:pt idx="86">
                  <c:v>2.9938162885992749E-2</c:v>
                </c:pt>
                <c:pt idx="87">
                  <c:v>2.9756707723569562E-2</c:v>
                </c:pt>
                <c:pt idx="88">
                  <c:v>3.0204011115911894E-2</c:v>
                </c:pt>
                <c:pt idx="89">
                  <c:v>2.9647615832891175E-2</c:v>
                </c:pt>
                <c:pt idx="90">
                  <c:v>2.9506552269794747E-2</c:v>
                </c:pt>
                <c:pt idx="91">
                  <c:v>2.8921840203455663E-2</c:v>
                </c:pt>
                <c:pt idx="92">
                  <c:v>2.9538537681277087E-2</c:v>
                </c:pt>
                <c:pt idx="93">
                  <c:v>2.8728231244583589E-2</c:v>
                </c:pt>
                <c:pt idx="94">
                  <c:v>2.9377634720029959E-2</c:v>
                </c:pt>
                <c:pt idx="95">
                  <c:v>2.9167768092510551E-2</c:v>
                </c:pt>
                <c:pt idx="96">
                  <c:v>2.8619621114225946E-2</c:v>
                </c:pt>
                <c:pt idx="97">
                  <c:v>2.8582883888537448E-2</c:v>
                </c:pt>
                <c:pt idx="98">
                  <c:v>2.8336836770838297E-2</c:v>
                </c:pt>
                <c:pt idx="99">
                  <c:v>2.8554705819917134E-2</c:v>
                </c:pt>
                <c:pt idx="100">
                  <c:v>2.9046687122938841E-2</c:v>
                </c:pt>
                <c:pt idx="101">
                  <c:v>2.8772533753459145E-2</c:v>
                </c:pt>
                <c:pt idx="102">
                  <c:v>2.868774878671166E-2</c:v>
                </c:pt>
                <c:pt idx="103">
                  <c:v>2.8659412620010052E-2</c:v>
                </c:pt>
                <c:pt idx="104">
                  <c:v>2.8442004183057059E-2</c:v>
                </c:pt>
                <c:pt idx="105">
                  <c:v>2.8417763941188987E-2</c:v>
                </c:pt>
                <c:pt idx="106">
                  <c:v>2.8458052433070563E-2</c:v>
                </c:pt>
                <c:pt idx="107">
                  <c:v>2.8203811360997092E-2</c:v>
                </c:pt>
                <c:pt idx="108">
                  <c:v>2.8300782396997803E-2</c:v>
                </c:pt>
                <c:pt idx="109">
                  <c:v>2.7978425751805848E-2</c:v>
                </c:pt>
                <c:pt idx="110">
                  <c:v>2.8429534411132419E-2</c:v>
                </c:pt>
                <c:pt idx="111">
                  <c:v>2.8776343087368976E-2</c:v>
                </c:pt>
                <c:pt idx="112">
                  <c:v>2.8554826903697525E-2</c:v>
                </c:pt>
                <c:pt idx="113">
                  <c:v>2.7905271184296296E-2</c:v>
                </c:pt>
                <c:pt idx="114">
                  <c:v>2.8074936566644348E-2</c:v>
                </c:pt>
                <c:pt idx="115">
                  <c:v>2.8684191456721693E-2</c:v>
                </c:pt>
                <c:pt idx="116">
                  <c:v>2.8377205395389491E-2</c:v>
                </c:pt>
                <c:pt idx="117">
                  <c:v>2.8514401608994638E-2</c:v>
                </c:pt>
                <c:pt idx="118">
                  <c:v>2.88490094113516E-2</c:v>
                </c:pt>
                <c:pt idx="119">
                  <c:v>2.9050796849359687E-2</c:v>
                </c:pt>
                <c:pt idx="120">
                  <c:v>2.8764349306783933E-2</c:v>
                </c:pt>
                <c:pt idx="121">
                  <c:v>2.9087204541787606E-2</c:v>
                </c:pt>
                <c:pt idx="122">
                  <c:v>2.9224044754634561E-2</c:v>
                </c:pt>
                <c:pt idx="123">
                  <c:v>2.9833079282432881E-2</c:v>
                </c:pt>
                <c:pt idx="124">
                  <c:v>2.9728273634829105E-2</c:v>
                </c:pt>
                <c:pt idx="125">
                  <c:v>3.011133689834445E-2</c:v>
                </c:pt>
                <c:pt idx="126">
                  <c:v>3.0353342940083645E-2</c:v>
                </c:pt>
                <c:pt idx="127">
                  <c:v>3.0070829735031064E-2</c:v>
                </c:pt>
                <c:pt idx="128">
                  <c:v>3.1022978222720952E-2</c:v>
                </c:pt>
                <c:pt idx="129">
                  <c:v>3.067609424047044E-2</c:v>
                </c:pt>
                <c:pt idx="130">
                  <c:v>3.0832774797670541E-2</c:v>
                </c:pt>
                <c:pt idx="131">
                  <c:v>3.0821702416943961E-2</c:v>
                </c:pt>
                <c:pt idx="132">
                  <c:v>3.0570948429878429E-2</c:v>
                </c:pt>
                <c:pt idx="133">
                  <c:v>3.0695994835090848E-2</c:v>
                </c:pt>
                <c:pt idx="134">
                  <c:v>3.0296849359788484E-2</c:v>
                </c:pt>
                <c:pt idx="135">
                  <c:v>3.0591202184195913E-2</c:v>
                </c:pt>
                <c:pt idx="136">
                  <c:v>3.0631371526892152E-2</c:v>
                </c:pt>
                <c:pt idx="137">
                  <c:v>3.0873352359115043E-2</c:v>
                </c:pt>
                <c:pt idx="138">
                  <c:v>3.1301020849068439E-2</c:v>
                </c:pt>
                <c:pt idx="139">
                  <c:v>3.178492162880979E-2</c:v>
                </c:pt>
                <c:pt idx="140">
                  <c:v>3.3107498401188706E-2</c:v>
                </c:pt>
                <c:pt idx="141">
                  <c:v>3.4946843725196415E-2</c:v>
                </c:pt>
                <c:pt idx="142">
                  <c:v>3.7172601272551058E-2</c:v>
                </c:pt>
                <c:pt idx="143">
                  <c:v>4.0572320388931167E-2</c:v>
                </c:pt>
                <c:pt idx="144">
                  <c:v>4.5455156973726811E-2</c:v>
                </c:pt>
                <c:pt idx="145">
                  <c:v>5.0374881162040711E-2</c:v>
                </c:pt>
                <c:pt idx="146">
                  <c:v>5.6802897853663645E-2</c:v>
                </c:pt>
                <c:pt idx="147">
                  <c:v>6.4271614754267237E-2</c:v>
                </c:pt>
                <c:pt idx="148">
                  <c:v>7.2574603824789294E-2</c:v>
                </c:pt>
                <c:pt idx="149">
                  <c:v>8.3571965197208775E-2</c:v>
                </c:pt>
                <c:pt idx="150">
                  <c:v>9.4257750950010613E-2</c:v>
                </c:pt>
                <c:pt idx="151">
                  <c:v>0.10524994769320734</c:v>
                </c:pt>
                <c:pt idx="152">
                  <c:v>0.11696137453710027</c:v>
                </c:pt>
                <c:pt idx="153">
                  <c:v>0.12713575798613183</c:v>
                </c:pt>
                <c:pt idx="154">
                  <c:v>0.13651491766324086</c:v>
                </c:pt>
                <c:pt idx="155">
                  <c:v>0.14504394050579952</c:v>
                </c:pt>
                <c:pt idx="156">
                  <c:v>0.15150436503730458</c:v>
                </c:pt>
                <c:pt idx="157">
                  <c:v>0.15548867820630957</c:v>
                </c:pt>
                <c:pt idx="158">
                  <c:v>0.15667001293418392</c:v>
                </c:pt>
                <c:pt idx="159">
                  <c:v>0.15537518317841725</c:v>
                </c:pt>
                <c:pt idx="160">
                  <c:v>0.15138306071749194</c:v>
                </c:pt>
                <c:pt idx="161">
                  <c:v>0.14475383372335804</c:v>
                </c:pt>
                <c:pt idx="162">
                  <c:v>0.13631786071559629</c:v>
                </c:pt>
                <c:pt idx="163">
                  <c:v>0.12638914911305535</c:v>
                </c:pt>
                <c:pt idx="164">
                  <c:v>0.11557819430517152</c:v>
                </c:pt>
                <c:pt idx="165">
                  <c:v>0.10444825959272416</c:v>
                </c:pt>
                <c:pt idx="166">
                  <c:v>9.3624766770326787E-2</c:v>
                </c:pt>
                <c:pt idx="167">
                  <c:v>8.2228272135522085E-2</c:v>
                </c:pt>
                <c:pt idx="168">
                  <c:v>7.2844512803276862E-2</c:v>
                </c:pt>
                <c:pt idx="169">
                  <c:v>6.3876233849890232E-2</c:v>
                </c:pt>
                <c:pt idx="170">
                  <c:v>5.6117489430139132E-2</c:v>
                </c:pt>
                <c:pt idx="171">
                  <c:v>4.9697710866791957E-2</c:v>
                </c:pt>
                <c:pt idx="172">
                  <c:v>4.4462836375928655E-2</c:v>
                </c:pt>
                <c:pt idx="173">
                  <c:v>4.1237368399228834E-2</c:v>
                </c:pt>
                <c:pt idx="174">
                  <c:v>3.7922590707843359E-2</c:v>
                </c:pt>
                <c:pt idx="175">
                  <c:v>3.5207999074425726E-2</c:v>
                </c:pt>
                <c:pt idx="176">
                  <c:v>3.3740406934949195E-2</c:v>
                </c:pt>
                <c:pt idx="177">
                  <c:v>3.2329941835903264E-2</c:v>
                </c:pt>
                <c:pt idx="178">
                  <c:v>3.1583659227627396E-2</c:v>
                </c:pt>
                <c:pt idx="179">
                  <c:v>3.0740422001517928E-2</c:v>
                </c:pt>
                <c:pt idx="180">
                  <c:v>3.0889332054815581E-2</c:v>
                </c:pt>
                <c:pt idx="181">
                  <c:v>3.0595285941877701E-2</c:v>
                </c:pt>
                <c:pt idx="182">
                  <c:v>3.0639832960548067E-2</c:v>
                </c:pt>
                <c:pt idx="183">
                  <c:v>3.1405998974489722E-2</c:v>
                </c:pt>
                <c:pt idx="184">
                  <c:v>3.1829478302422595E-2</c:v>
                </c:pt>
                <c:pt idx="185">
                  <c:v>3.114740600821523E-2</c:v>
                </c:pt>
                <c:pt idx="186">
                  <c:v>3.1797020490979343E-2</c:v>
                </c:pt>
                <c:pt idx="187">
                  <c:v>3.1796965551191853E-2</c:v>
                </c:pt>
                <c:pt idx="188">
                  <c:v>3.2188515826111132E-2</c:v>
                </c:pt>
                <c:pt idx="189">
                  <c:v>3.236934518668938E-2</c:v>
                </c:pt>
                <c:pt idx="190">
                  <c:v>3.2212057746373701E-2</c:v>
                </c:pt>
                <c:pt idx="191">
                  <c:v>3.2203701898678758E-2</c:v>
                </c:pt>
                <c:pt idx="192">
                  <c:v>3.3224891913793984E-2</c:v>
                </c:pt>
                <c:pt idx="193">
                  <c:v>3.278065746633034E-2</c:v>
                </c:pt>
                <c:pt idx="194">
                  <c:v>3.3397579452650747E-2</c:v>
                </c:pt>
                <c:pt idx="195">
                  <c:v>3.3043032361774624E-2</c:v>
                </c:pt>
                <c:pt idx="196">
                  <c:v>3.3071526836447269E-2</c:v>
                </c:pt>
                <c:pt idx="197">
                  <c:v>3.3386003721431801E-2</c:v>
                </c:pt>
                <c:pt idx="198">
                  <c:v>3.3438393638952145E-2</c:v>
                </c:pt>
                <c:pt idx="199">
                  <c:v>3.3833494806077898E-2</c:v>
                </c:pt>
                <c:pt idx="200">
                  <c:v>3.3817175638608046E-2</c:v>
                </c:pt>
                <c:pt idx="201">
                  <c:v>3.4385626864330471E-2</c:v>
                </c:pt>
                <c:pt idx="202">
                  <c:v>3.3864936193727185E-2</c:v>
                </c:pt>
                <c:pt idx="203">
                  <c:v>3.3256666794163468E-2</c:v>
                </c:pt>
                <c:pt idx="204">
                  <c:v>3.3394281846982926E-2</c:v>
                </c:pt>
                <c:pt idx="205">
                  <c:v>3.4450641765564817E-2</c:v>
                </c:pt>
                <c:pt idx="206">
                  <c:v>3.4418380944454041E-2</c:v>
                </c:pt>
                <c:pt idx="207">
                  <c:v>3.4035467690454485E-2</c:v>
                </c:pt>
                <c:pt idx="208">
                  <c:v>3.4676169878856272E-2</c:v>
                </c:pt>
                <c:pt idx="209">
                  <c:v>3.447827359813771E-2</c:v>
                </c:pt>
                <c:pt idx="210">
                  <c:v>3.4945922603039553E-2</c:v>
                </c:pt>
                <c:pt idx="211">
                  <c:v>3.4837797136202941E-2</c:v>
                </c:pt>
                <c:pt idx="212">
                  <c:v>3.5736352870549354E-2</c:v>
                </c:pt>
                <c:pt idx="213">
                  <c:v>3.5624175879688441E-2</c:v>
                </c:pt>
                <c:pt idx="214">
                  <c:v>3.5402357657875728E-2</c:v>
                </c:pt>
                <c:pt idx="215">
                  <c:v>3.587859698583E-2</c:v>
                </c:pt>
                <c:pt idx="216">
                  <c:v>3.6470833196868169E-2</c:v>
                </c:pt>
                <c:pt idx="217">
                  <c:v>3.6547256535210348E-2</c:v>
                </c:pt>
                <c:pt idx="218">
                  <c:v>3.64384834608769E-2</c:v>
                </c:pt>
                <c:pt idx="219">
                  <c:v>3.7268532490161523E-2</c:v>
                </c:pt>
                <c:pt idx="220">
                  <c:v>3.6757121239397894E-2</c:v>
                </c:pt>
                <c:pt idx="221">
                  <c:v>3.8003546525871346E-2</c:v>
                </c:pt>
                <c:pt idx="222">
                  <c:v>3.8035276410360544E-2</c:v>
                </c:pt>
                <c:pt idx="223">
                  <c:v>3.9027064142957535E-2</c:v>
                </c:pt>
                <c:pt idx="224">
                  <c:v>3.8950625601296328E-2</c:v>
                </c:pt>
                <c:pt idx="225">
                  <c:v>3.8688953389239888E-2</c:v>
                </c:pt>
                <c:pt idx="226">
                  <c:v>3.9878674365760952E-2</c:v>
                </c:pt>
                <c:pt idx="227">
                  <c:v>4.0338532041484208E-2</c:v>
                </c:pt>
                <c:pt idx="228">
                  <c:v>4.0083605735290843E-2</c:v>
                </c:pt>
                <c:pt idx="229">
                  <c:v>4.076950862504311E-2</c:v>
                </c:pt>
                <c:pt idx="230">
                  <c:v>4.1487260321945989E-2</c:v>
                </c:pt>
                <c:pt idx="231">
                  <c:v>4.1491711392235502E-2</c:v>
                </c:pt>
                <c:pt idx="232">
                  <c:v>4.2427043108568784E-2</c:v>
                </c:pt>
                <c:pt idx="233">
                  <c:v>4.2995669581563395E-2</c:v>
                </c:pt>
                <c:pt idx="234">
                  <c:v>4.337851439482731E-2</c:v>
                </c:pt>
                <c:pt idx="235">
                  <c:v>4.4076559253237745E-2</c:v>
                </c:pt>
                <c:pt idx="236">
                  <c:v>4.4527832227728603E-2</c:v>
                </c:pt>
                <c:pt idx="237">
                  <c:v>4.5515912133502603E-2</c:v>
                </c:pt>
                <c:pt idx="238">
                  <c:v>4.5801918663172396E-2</c:v>
                </c:pt>
                <c:pt idx="239">
                  <c:v>4.6632869278108981E-2</c:v>
                </c:pt>
                <c:pt idx="240">
                  <c:v>4.776607210506556E-2</c:v>
                </c:pt>
                <c:pt idx="241">
                  <c:v>4.7939591057939754E-2</c:v>
                </c:pt>
                <c:pt idx="242">
                  <c:v>4.8919524483241952E-2</c:v>
                </c:pt>
                <c:pt idx="243">
                  <c:v>4.9641225534254201E-2</c:v>
                </c:pt>
                <c:pt idx="244">
                  <c:v>4.9922964811377112E-2</c:v>
                </c:pt>
                <c:pt idx="245">
                  <c:v>4.975834729088599E-2</c:v>
                </c:pt>
                <c:pt idx="246">
                  <c:v>5.1088950542207516E-2</c:v>
                </c:pt>
                <c:pt idx="247">
                  <c:v>5.1208915480840361E-2</c:v>
                </c:pt>
                <c:pt idx="248">
                  <c:v>5.1459772665977101E-2</c:v>
                </c:pt>
                <c:pt idx="249">
                  <c:v>5.2214362812651099E-2</c:v>
                </c:pt>
                <c:pt idx="250">
                  <c:v>5.276215897337666E-2</c:v>
                </c:pt>
                <c:pt idx="251">
                  <c:v>5.2730458031394201E-2</c:v>
                </c:pt>
                <c:pt idx="252">
                  <c:v>5.3136989248545048E-2</c:v>
                </c:pt>
                <c:pt idx="253">
                  <c:v>5.3730117707305639E-2</c:v>
                </c:pt>
                <c:pt idx="254">
                  <c:v>5.504864990886401E-2</c:v>
                </c:pt>
                <c:pt idx="255">
                  <c:v>5.4266550698640684E-2</c:v>
                </c:pt>
                <c:pt idx="256">
                  <c:v>5.4742561275399108E-2</c:v>
                </c:pt>
                <c:pt idx="257">
                  <c:v>5.4959874433090465E-2</c:v>
                </c:pt>
                <c:pt idx="258">
                  <c:v>5.5463543088766526E-2</c:v>
                </c:pt>
                <c:pt idx="259">
                  <c:v>5.6239059824173016E-2</c:v>
                </c:pt>
                <c:pt idx="260">
                  <c:v>5.6888147748924076E-2</c:v>
                </c:pt>
                <c:pt idx="261">
                  <c:v>5.7625867790073712E-2</c:v>
                </c:pt>
                <c:pt idx="262">
                  <c:v>5.7242790543924532E-2</c:v>
                </c:pt>
                <c:pt idx="263">
                  <c:v>5.8133637726417213E-2</c:v>
                </c:pt>
                <c:pt idx="264">
                  <c:v>5.7637904467723725E-2</c:v>
                </c:pt>
                <c:pt idx="265">
                  <c:v>5.8831528757820467E-2</c:v>
                </c:pt>
                <c:pt idx="266">
                  <c:v>5.9077547892973419E-2</c:v>
                </c:pt>
                <c:pt idx="267">
                  <c:v>5.9835574398995561E-2</c:v>
                </c:pt>
                <c:pt idx="268">
                  <c:v>6.0618155613451845E-2</c:v>
                </c:pt>
                <c:pt idx="269">
                  <c:v>6.1142559885764974E-2</c:v>
                </c:pt>
                <c:pt idx="270">
                  <c:v>6.1065383671498955E-2</c:v>
                </c:pt>
                <c:pt idx="271">
                  <c:v>6.2105635044610391E-2</c:v>
                </c:pt>
                <c:pt idx="272">
                  <c:v>6.2411631344382358E-2</c:v>
                </c:pt>
                <c:pt idx="273">
                  <c:v>6.276650115455544E-2</c:v>
                </c:pt>
                <c:pt idx="274">
                  <c:v>6.2820394708172356E-2</c:v>
                </c:pt>
                <c:pt idx="275">
                  <c:v>6.3468633458146892E-2</c:v>
                </c:pt>
                <c:pt idx="276">
                  <c:v>6.3319444075757916E-2</c:v>
                </c:pt>
                <c:pt idx="277">
                  <c:v>6.4364049407451898E-2</c:v>
                </c:pt>
                <c:pt idx="278">
                  <c:v>6.3988600444643801E-2</c:v>
                </c:pt>
                <c:pt idx="279">
                  <c:v>6.3735332638889919E-2</c:v>
                </c:pt>
                <c:pt idx="280">
                  <c:v>6.4335892345592907E-2</c:v>
                </c:pt>
                <c:pt idx="281">
                  <c:v>6.3238808254790779E-2</c:v>
                </c:pt>
                <c:pt idx="282">
                  <c:v>6.3153791551857741E-2</c:v>
                </c:pt>
                <c:pt idx="283">
                  <c:v>6.3186244633478841E-2</c:v>
                </c:pt>
                <c:pt idx="284">
                  <c:v>6.2751672529996416E-2</c:v>
                </c:pt>
                <c:pt idx="285">
                  <c:v>6.2432447376830263E-2</c:v>
                </c:pt>
                <c:pt idx="286">
                  <c:v>6.2210462809480463E-2</c:v>
                </c:pt>
                <c:pt idx="287">
                  <c:v>6.2351287495933834E-2</c:v>
                </c:pt>
                <c:pt idx="288">
                  <c:v>6.1678438772886014E-2</c:v>
                </c:pt>
                <c:pt idx="289">
                  <c:v>6.1275288879723694E-2</c:v>
                </c:pt>
                <c:pt idx="290">
                  <c:v>6.1477060224827601E-2</c:v>
                </c:pt>
                <c:pt idx="291">
                  <c:v>6.0521096605403495E-2</c:v>
                </c:pt>
                <c:pt idx="292">
                  <c:v>6.0859810254180552E-2</c:v>
                </c:pt>
                <c:pt idx="293">
                  <c:v>6.0053162462336475E-2</c:v>
                </c:pt>
                <c:pt idx="294">
                  <c:v>5.9625501415111172E-2</c:v>
                </c:pt>
                <c:pt idx="295">
                  <c:v>6.0529604776416238E-2</c:v>
                </c:pt>
                <c:pt idx="296">
                  <c:v>5.956910214290876E-2</c:v>
                </c:pt>
                <c:pt idx="297">
                  <c:v>6.0782940263861177E-2</c:v>
                </c:pt>
                <c:pt idx="298">
                  <c:v>6.0585633666136417E-2</c:v>
                </c:pt>
                <c:pt idx="299">
                  <c:v>6.0590229067120541E-2</c:v>
                </c:pt>
                <c:pt idx="300">
                  <c:v>6.0460624456682585E-2</c:v>
                </c:pt>
                <c:pt idx="301">
                  <c:v>6.0836138399593814E-2</c:v>
                </c:pt>
                <c:pt idx="302">
                  <c:v>6.1231019601378459E-2</c:v>
                </c:pt>
                <c:pt idx="303">
                  <c:v>6.1694408780046617E-2</c:v>
                </c:pt>
                <c:pt idx="304">
                  <c:v>6.2799788371922849E-2</c:v>
                </c:pt>
                <c:pt idx="305">
                  <c:v>6.398970662812499E-2</c:v>
                </c:pt>
                <c:pt idx="306">
                  <c:v>6.5122364558105675E-2</c:v>
                </c:pt>
                <c:pt idx="307">
                  <c:v>6.5138868127208316E-2</c:v>
                </c:pt>
                <c:pt idx="308">
                  <c:v>6.593318495236962E-2</c:v>
                </c:pt>
                <c:pt idx="309">
                  <c:v>6.598497719462941E-2</c:v>
                </c:pt>
                <c:pt idx="310">
                  <c:v>6.709851332433861E-2</c:v>
                </c:pt>
                <c:pt idx="311">
                  <c:v>6.8287943512689214E-2</c:v>
                </c:pt>
                <c:pt idx="312">
                  <c:v>6.9961617115885957E-2</c:v>
                </c:pt>
                <c:pt idx="313">
                  <c:v>7.1135515973585139E-2</c:v>
                </c:pt>
                <c:pt idx="314">
                  <c:v>7.2239587185922258E-2</c:v>
                </c:pt>
                <c:pt idx="315">
                  <c:v>7.3013631598336404E-2</c:v>
                </c:pt>
                <c:pt idx="316">
                  <c:v>7.5332753890702944E-2</c:v>
                </c:pt>
                <c:pt idx="317">
                  <c:v>7.6002186696811497E-2</c:v>
                </c:pt>
                <c:pt idx="318">
                  <c:v>7.6981861196723206E-2</c:v>
                </c:pt>
                <c:pt idx="319">
                  <c:v>7.9462349892000211E-2</c:v>
                </c:pt>
                <c:pt idx="320">
                  <c:v>8.0405792402271775E-2</c:v>
                </c:pt>
                <c:pt idx="321">
                  <c:v>8.22769558152735E-2</c:v>
                </c:pt>
                <c:pt idx="322">
                  <c:v>8.337341762124742E-2</c:v>
                </c:pt>
                <c:pt idx="323">
                  <c:v>8.44627424686408E-2</c:v>
                </c:pt>
                <c:pt idx="324">
                  <c:v>8.7568029399129013E-2</c:v>
                </c:pt>
                <c:pt idx="325">
                  <c:v>8.8741109083748673E-2</c:v>
                </c:pt>
                <c:pt idx="326">
                  <c:v>8.9374254680808701E-2</c:v>
                </c:pt>
                <c:pt idx="327">
                  <c:v>9.1798212792944728E-2</c:v>
                </c:pt>
                <c:pt idx="328">
                  <c:v>9.3745623100968622E-2</c:v>
                </c:pt>
                <c:pt idx="329">
                  <c:v>9.5036150229762834E-2</c:v>
                </c:pt>
                <c:pt idx="330">
                  <c:v>9.6677505758451215E-2</c:v>
                </c:pt>
                <c:pt idx="331">
                  <c:v>9.8273645654128869E-2</c:v>
                </c:pt>
                <c:pt idx="332">
                  <c:v>0.10083548476035241</c:v>
                </c:pt>
                <c:pt idx="333">
                  <c:v>0.10201209982251942</c:v>
                </c:pt>
                <c:pt idx="334">
                  <c:v>0.10331103316175272</c:v>
                </c:pt>
                <c:pt idx="335">
                  <c:v>0.10362558891927304</c:v>
                </c:pt>
                <c:pt idx="336">
                  <c:v>0.10600446728871074</c:v>
                </c:pt>
                <c:pt idx="337">
                  <c:v>0.10664912142831584</c:v>
                </c:pt>
                <c:pt idx="338">
                  <c:v>0.1087629454465676</c:v>
                </c:pt>
                <c:pt idx="339">
                  <c:v>0.10906117749287104</c:v>
                </c:pt>
                <c:pt idx="340">
                  <c:v>0.1086535323379787</c:v>
                </c:pt>
                <c:pt idx="341">
                  <c:v>0.10849652355259454</c:v>
                </c:pt>
                <c:pt idx="342">
                  <c:v>0.10906570091822085</c:v>
                </c:pt>
                <c:pt idx="343">
                  <c:v>0.10846044236354944</c:v>
                </c:pt>
                <c:pt idx="344">
                  <c:v>0.10748070586053471</c:v>
                </c:pt>
                <c:pt idx="345">
                  <c:v>0.10668221892839164</c:v>
                </c:pt>
                <c:pt idx="346">
                  <c:v>0.10616588591533895</c:v>
                </c:pt>
                <c:pt idx="347">
                  <c:v>0.10414600955849859</c:v>
                </c:pt>
                <c:pt idx="348">
                  <c:v>0.10218168462479506</c:v>
                </c:pt>
                <c:pt idx="349">
                  <c:v>0.10043880541482164</c:v>
                </c:pt>
                <c:pt idx="350">
                  <c:v>9.8782208726630877E-2</c:v>
                </c:pt>
                <c:pt idx="351">
                  <c:v>9.6774537605425037E-2</c:v>
                </c:pt>
                <c:pt idx="352">
                  <c:v>9.4128448791217567E-2</c:v>
                </c:pt>
                <c:pt idx="353">
                  <c:v>9.0753614505245023E-2</c:v>
                </c:pt>
                <c:pt idx="354">
                  <c:v>8.7958500096539979E-2</c:v>
                </c:pt>
                <c:pt idx="355">
                  <c:v>8.5229032653296552E-2</c:v>
                </c:pt>
                <c:pt idx="356">
                  <c:v>8.1873963815879441E-2</c:v>
                </c:pt>
                <c:pt idx="357">
                  <c:v>7.8119044231994464E-2</c:v>
                </c:pt>
                <c:pt idx="358">
                  <c:v>7.4953535171467217E-2</c:v>
                </c:pt>
                <c:pt idx="359">
                  <c:v>7.1190987009164985E-2</c:v>
                </c:pt>
                <c:pt idx="360">
                  <c:v>6.7610440506373395E-2</c:v>
                </c:pt>
                <c:pt idx="361">
                  <c:v>6.4396354708775944E-2</c:v>
                </c:pt>
                <c:pt idx="362">
                  <c:v>6.0843693744354471E-2</c:v>
                </c:pt>
                <c:pt idx="363">
                  <c:v>5.8137606996731997E-2</c:v>
                </c:pt>
                <c:pt idx="364">
                  <c:v>5.397684854940607E-2</c:v>
                </c:pt>
                <c:pt idx="365">
                  <c:v>5.1628809716965013E-2</c:v>
                </c:pt>
                <c:pt idx="366">
                  <c:v>4.9459972666751228E-2</c:v>
                </c:pt>
                <c:pt idx="367">
                  <c:v>4.6322504138956562E-2</c:v>
                </c:pt>
                <c:pt idx="368">
                  <c:v>4.2885885778918852E-2</c:v>
                </c:pt>
                <c:pt idx="369">
                  <c:v>4.0825867133032052E-2</c:v>
                </c:pt>
                <c:pt idx="370">
                  <c:v>3.8479122289322612E-2</c:v>
                </c:pt>
                <c:pt idx="371">
                  <c:v>3.610741543157036E-2</c:v>
                </c:pt>
                <c:pt idx="372">
                  <c:v>3.3978302961179353E-2</c:v>
                </c:pt>
                <c:pt idx="373">
                  <c:v>3.2446574020870679E-2</c:v>
                </c:pt>
                <c:pt idx="374">
                  <c:v>3.0675852180553805E-2</c:v>
                </c:pt>
                <c:pt idx="375">
                  <c:v>2.8422142571327587E-2</c:v>
                </c:pt>
                <c:pt idx="376">
                  <c:v>2.7518439407825283E-2</c:v>
                </c:pt>
                <c:pt idx="377">
                  <c:v>2.6474285344696077E-2</c:v>
                </c:pt>
                <c:pt idx="378">
                  <c:v>2.4821102647576442E-2</c:v>
                </c:pt>
                <c:pt idx="379">
                  <c:v>2.4360950773665794E-2</c:v>
                </c:pt>
                <c:pt idx="380">
                  <c:v>2.2457523271463432E-2</c:v>
                </c:pt>
                <c:pt idx="381">
                  <c:v>2.2057993447912285E-2</c:v>
                </c:pt>
                <c:pt idx="382">
                  <c:v>2.1187253494161486E-2</c:v>
                </c:pt>
                <c:pt idx="383">
                  <c:v>2.0037856180196725E-2</c:v>
                </c:pt>
                <c:pt idx="384">
                  <c:v>1.9671231346968753E-2</c:v>
                </c:pt>
                <c:pt idx="385">
                  <c:v>1.9279439153854265E-2</c:v>
                </c:pt>
                <c:pt idx="386">
                  <c:v>1.8590525736716233E-2</c:v>
                </c:pt>
                <c:pt idx="387">
                  <c:v>1.8388769657317311E-2</c:v>
                </c:pt>
                <c:pt idx="388">
                  <c:v>1.8396467891249692E-2</c:v>
                </c:pt>
                <c:pt idx="389">
                  <c:v>1.7606291522271701E-2</c:v>
                </c:pt>
                <c:pt idx="390">
                  <c:v>1.7594013351275511E-2</c:v>
                </c:pt>
                <c:pt idx="391">
                  <c:v>1.7618499652091654E-2</c:v>
                </c:pt>
                <c:pt idx="392">
                  <c:v>1.7719024563095098E-2</c:v>
                </c:pt>
                <c:pt idx="393">
                  <c:v>1.7614317638422212E-2</c:v>
                </c:pt>
                <c:pt idx="394">
                  <c:v>1.80619785128504E-2</c:v>
                </c:pt>
                <c:pt idx="395">
                  <c:v>1.792886132452761E-2</c:v>
                </c:pt>
                <c:pt idx="396">
                  <c:v>1.8098225855314919E-2</c:v>
                </c:pt>
                <c:pt idx="397">
                  <c:v>1.8190921680305144E-2</c:v>
                </c:pt>
                <c:pt idx="398">
                  <c:v>1.8836518407508124E-2</c:v>
                </c:pt>
                <c:pt idx="399">
                  <c:v>1.9707379365813474E-2</c:v>
                </c:pt>
                <c:pt idx="400">
                  <c:v>2.0167169996421395E-2</c:v>
                </c:pt>
                <c:pt idx="401">
                  <c:v>2.0586553274831103E-2</c:v>
                </c:pt>
                <c:pt idx="402">
                  <c:v>2.1598710127228988E-2</c:v>
                </c:pt>
                <c:pt idx="403">
                  <c:v>2.2191080178666101E-2</c:v>
                </c:pt>
                <c:pt idx="404">
                  <c:v>2.338127539888395E-2</c:v>
                </c:pt>
                <c:pt idx="405">
                  <c:v>2.47238756481277E-2</c:v>
                </c:pt>
                <c:pt idx="406">
                  <c:v>2.6405283774837234E-2</c:v>
                </c:pt>
                <c:pt idx="407">
                  <c:v>2.7562601772058371E-2</c:v>
                </c:pt>
                <c:pt idx="408">
                  <c:v>2.980889200654193E-2</c:v>
                </c:pt>
                <c:pt idx="409">
                  <c:v>3.1264870901424768E-2</c:v>
                </c:pt>
                <c:pt idx="410">
                  <c:v>3.3377754674079725E-2</c:v>
                </c:pt>
                <c:pt idx="411">
                  <c:v>3.56804450590191E-2</c:v>
                </c:pt>
                <c:pt idx="412">
                  <c:v>3.7482549302551758E-2</c:v>
                </c:pt>
                <c:pt idx="413">
                  <c:v>4.1285402315776695E-2</c:v>
                </c:pt>
                <c:pt idx="414">
                  <c:v>4.30112558857643E-2</c:v>
                </c:pt>
                <c:pt idx="415">
                  <c:v>4.6430732820923616E-2</c:v>
                </c:pt>
                <c:pt idx="416">
                  <c:v>4.9032278587485094E-2</c:v>
                </c:pt>
                <c:pt idx="417">
                  <c:v>5.3302806076044734E-2</c:v>
                </c:pt>
                <c:pt idx="418">
                  <c:v>5.5992493806778752E-2</c:v>
                </c:pt>
                <c:pt idx="419">
                  <c:v>5.9916109047112531E-2</c:v>
                </c:pt>
                <c:pt idx="420">
                  <c:v>6.4154977241760808E-2</c:v>
                </c:pt>
                <c:pt idx="421">
                  <c:v>6.7106826507302417E-2</c:v>
                </c:pt>
                <c:pt idx="422">
                  <c:v>7.1473657983899375E-2</c:v>
                </c:pt>
                <c:pt idx="423">
                  <c:v>7.4554360215560764E-2</c:v>
                </c:pt>
                <c:pt idx="424">
                  <c:v>7.8595230837568558E-2</c:v>
                </c:pt>
                <c:pt idx="425">
                  <c:v>8.2982813904730904E-2</c:v>
                </c:pt>
                <c:pt idx="426">
                  <c:v>8.6583956987296817E-2</c:v>
                </c:pt>
                <c:pt idx="427">
                  <c:v>8.9724591274448651E-2</c:v>
                </c:pt>
                <c:pt idx="428">
                  <c:v>9.4003271715066741E-2</c:v>
                </c:pt>
                <c:pt idx="429">
                  <c:v>9.7383133785661977E-2</c:v>
                </c:pt>
                <c:pt idx="430">
                  <c:v>0.10021808732943714</c:v>
                </c:pt>
                <c:pt idx="431">
                  <c:v>0.10354098727729216</c:v>
                </c:pt>
                <c:pt idx="432">
                  <c:v>0.10707329107373506</c:v>
                </c:pt>
                <c:pt idx="433">
                  <c:v>0.1074850229578285</c:v>
                </c:pt>
                <c:pt idx="434">
                  <c:v>0.11074682001526837</c:v>
                </c:pt>
                <c:pt idx="435">
                  <c:v>0.11361387094882021</c:v>
                </c:pt>
                <c:pt idx="436">
                  <c:v>0.11388520869970981</c:v>
                </c:pt>
                <c:pt idx="437">
                  <c:v>0.11459768305234429</c:v>
                </c:pt>
                <c:pt idx="438">
                  <c:v>0.11523090993811128</c:v>
                </c:pt>
                <c:pt idx="439">
                  <c:v>0.11449746694581583</c:v>
                </c:pt>
                <c:pt idx="440">
                  <c:v>0.11526368194336491</c:v>
                </c:pt>
                <c:pt idx="441">
                  <c:v>0.11498150979886147</c:v>
                </c:pt>
                <c:pt idx="442">
                  <c:v>0.11314236361489151</c:v>
                </c:pt>
                <c:pt idx="443">
                  <c:v>0.11193623115987084</c:v>
                </c:pt>
                <c:pt idx="444">
                  <c:v>0.10998443448911077</c:v>
                </c:pt>
                <c:pt idx="445">
                  <c:v>0.10858925297098951</c:v>
                </c:pt>
                <c:pt idx="446">
                  <c:v>0.10442802700937448</c:v>
                </c:pt>
                <c:pt idx="447">
                  <c:v>0.10330653525205272</c:v>
                </c:pt>
                <c:pt idx="448">
                  <c:v>9.9576553630815398E-2</c:v>
                </c:pt>
                <c:pt idx="449">
                  <c:v>9.5741568076992078E-2</c:v>
                </c:pt>
                <c:pt idx="450">
                  <c:v>9.2528252797389604E-2</c:v>
                </c:pt>
                <c:pt idx="451">
                  <c:v>8.9922319541172052E-2</c:v>
                </c:pt>
                <c:pt idx="452">
                  <c:v>8.4744630820353953E-2</c:v>
                </c:pt>
                <c:pt idx="453">
                  <c:v>8.1393438061624343E-2</c:v>
                </c:pt>
                <c:pt idx="454">
                  <c:v>7.7994913021067411E-2</c:v>
                </c:pt>
                <c:pt idx="455">
                  <c:v>7.3892751213280566E-2</c:v>
                </c:pt>
                <c:pt idx="456">
                  <c:v>6.9425022214225959E-2</c:v>
                </c:pt>
                <c:pt idx="457">
                  <c:v>6.5920217553977103E-2</c:v>
                </c:pt>
                <c:pt idx="458">
                  <c:v>6.2840683950753234E-2</c:v>
                </c:pt>
                <c:pt idx="459">
                  <c:v>5.9049336123235707E-2</c:v>
                </c:pt>
                <c:pt idx="460">
                  <c:v>5.6678068287314233E-2</c:v>
                </c:pt>
                <c:pt idx="461">
                  <c:v>5.2952549733899346E-2</c:v>
                </c:pt>
                <c:pt idx="462">
                  <c:v>5.0479824201589904E-2</c:v>
                </c:pt>
                <c:pt idx="463">
                  <c:v>4.8234084655754142E-2</c:v>
                </c:pt>
                <c:pt idx="464">
                  <c:v>4.510427979433259E-2</c:v>
                </c:pt>
                <c:pt idx="465">
                  <c:v>4.2749454359380108E-2</c:v>
                </c:pt>
                <c:pt idx="466">
                  <c:v>4.1539641742576398E-2</c:v>
                </c:pt>
                <c:pt idx="467">
                  <c:v>4.0003120201349246E-2</c:v>
                </c:pt>
                <c:pt idx="468">
                  <c:v>3.8563752992717706E-2</c:v>
                </c:pt>
                <c:pt idx="469">
                  <c:v>3.7744740963704879E-2</c:v>
                </c:pt>
                <c:pt idx="470">
                  <c:v>3.6918640942837873E-2</c:v>
                </c:pt>
                <c:pt idx="471">
                  <c:v>3.6337626708182025E-2</c:v>
                </c:pt>
                <c:pt idx="472">
                  <c:v>3.6692962553975979E-2</c:v>
                </c:pt>
                <c:pt idx="473">
                  <c:v>3.753133472173751E-2</c:v>
                </c:pt>
                <c:pt idx="474">
                  <c:v>3.8152257133052675E-2</c:v>
                </c:pt>
                <c:pt idx="475">
                  <c:v>3.9463077253983909E-2</c:v>
                </c:pt>
                <c:pt idx="476">
                  <c:v>4.0765419950367594E-2</c:v>
                </c:pt>
                <c:pt idx="477">
                  <c:v>4.3197078474436011E-2</c:v>
                </c:pt>
                <c:pt idx="478">
                  <c:v>4.466116975553E-2</c:v>
                </c:pt>
                <c:pt idx="479">
                  <c:v>4.7641138785282804E-2</c:v>
                </c:pt>
                <c:pt idx="480">
                  <c:v>4.9963777932404314E-2</c:v>
                </c:pt>
                <c:pt idx="481">
                  <c:v>5.2416170280318496E-2</c:v>
                </c:pt>
                <c:pt idx="482">
                  <c:v>5.6500546572966243E-2</c:v>
                </c:pt>
                <c:pt idx="483">
                  <c:v>6.0464732413098875E-2</c:v>
                </c:pt>
                <c:pt idx="484">
                  <c:v>6.4916118731673647E-2</c:v>
                </c:pt>
                <c:pt idx="485">
                  <c:v>6.9791652533266357E-2</c:v>
                </c:pt>
                <c:pt idx="486">
                  <c:v>7.3889125119115301E-2</c:v>
                </c:pt>
                <c:pt idx="487">
                  <c:v>7.9655083372461993E-2</c:v>
                </c:pt>
                <c:pt idx="488">
                  <c:v>8.476894535179523E-2</c:v>
                </c:pt>
                <c:pt idx="489">
                  <c:v>9.0127766417315944E-2</c:v>
                </c:pt>
                <c:pt idx="490">
                  <c:v>9.6806529120550197E-2</c:v>
                </c:pt>
                <c:pt idx="491">
                  <c:v>0.10368181480469689</c:v>
                </c:pt>
                <c:pt idx="492">
                  <c:v>0.11061062147660684</c:v>
                </c:pt>
                <c:pt idx="493">
                  <c:v>0.11899375073814331</c:v>
                </c:pt>
                <c:pt idx="494">
                  <c:v>0.12451735482247547</c:v>
                </c:pt>
                <c:pt idx="495">
                  <c:v>0.13424511839692249</c:v>
                </c:pt>
                <c:pt idx="496">
                  <c:v>0.14239456734345374</c:v>
                </c:pt>
                <c:pt idx="497">
                  <c:v>0.15114929963298129</c:v>
                </c:pt>
                <c:pt idx="498">
                  <c:v>0.16075824220532758</c:v>
                </c:pt>
                <c:pt idx="499">
                  <c:v>0.16997348517903008</c:v>
                </c:pt>
                <c:pt idx="500">
                  <c:v>0.17884400371865311</c:v>
                </c:pt>
                <c:pt idx="501">
                  <c:v>0.1884827731089278</c:v>
                </c:pt>
                <c:pt idx="502">
                  <c:v>0.19916903901627978</c:v>
                </c:pt>
                <c:pt idx="503">
                  <c:v>0.20876673258143547</c:v>
                </c:pt>
                <c:pt idx="504">
                  <c:v>0.21933255682817515</c:v>
                </c:pt>
                <c:pt idx="505">
                  <c:v>0.22945564473255931</c:v>
                </c:pt>
                <c:pt idx="506">
                  <c:v>0.24026106538994607</c:v>
                </c:pt>
                <c:pt idx="507">
                  <c:v>0.25139067082071942</c:v>
                </c:pt>
                <c:pt idx="508">
                  <c:v>0.26219960299633721</c:v>
                </c:pt>
                <c:pt idx="509">
                  <c:v>0.27349035673117517</c:v>
                </c:pt>
                <c:pt idx="510">
                  <c:v>0</c:v>
                </c:pt>
                <c:pt idx="511">
                  <c:v>0</c:v>
                </c:pt>
              </c:numCache>
            </c:numRef>
          </c:yVal>
          <c:smooth val="1"/>
          <c:extLst>
            <c:ext xmlns:c16="http://schemas.microsoft.com/office/drawing/2014/chart" uri="{C3380CC4-5D6E-409C-BE32-E72D297353CC}">
              <c16:uniqueId val="{00000003-DDC0-4A4F-8C07-0622AE3D5EB0}"/>
            </c:ext>
          </c:extLst>
        </c:ser>
        <c:ser>
          <c:idx val="7"/>
          <c:order val="4"/>
          <c:tx>
            <c:strRef>
              <c:f>'calib_(2)'!$T$7</c:f>
              <c:strCache>
                <c:ptCount val="1"/>
                <c:pt idx="0">
                  <c:v>20%±10%</c:v>
                </c:pt>
              </c:strCache>
            </c:strRef>
          </c:tx>
          <c:spPr>
            <a:ln w="19046" cap="rnd">
              <a:solidFill>
                <a:srgbClr val="0D3A4E"/>
              </a:solidFill>
              <a:prstDash val="solid"/>
              <a:round/>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'calib_(2)'!$T$8:$T$519</c:f>
              <c:numCache>
                <c:formatCode>General</c:formatCode>
                <c:ptCount val="51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0.31180353682170497</c:v>
                </c:pt>
                <c:pt idx="143">
                  <c:v>0.31497256807322899</c:v>
                </c:pt>
                <c:pt idx="144">
                  <c:v>0.318141599324753</c:v>
                </c:pt>
                <c:pt idx="145">
                  <c:v>0.32131063057627601</c:v>
                </c:pt>
                <c:pt idx="146">
                  <c:v>0.32447966182780003</c:v>
                </c:pt>
                <c:pt idx="147">
                  <c:v>0.32764869307932298</c:v>
                </c:pt>
                <c:pt idx="148">
                  <c:v>0.330817724330847</c:v>
                </c:pt>
                <c:pt idx="149">
                  <c:v>0.33398675558237001</c:v>
                </c:pt>
                <c:pt idx="150">
                  <c:v>0.33715578683389402</c:v>
                </c:pt>
                <c:pt idx="151">
                  <c:v>0.34032481808541798</c:v>
                </c:pt>
                <c:pt idx="152">
                  <c:v>0.34349384933694099</c:v>
                </c:pt>
                <c:pt idx="153">
                  <c:v>0.34666288058846501</c:v>
                </c:pt>
                <c:pt idx="154">
                  <c:v>0.34983191183998802</c:v>
                </c:pt>
                <c:pt idx="155">
                  <c:v>0.35300094309151198</c:v>
                </c:pt>
                <c:pt idx="156">
                  <c:v>0.35616997434303499</c:v>
                </c:pt>
                <c:pt idx="157">
                  <c:v>0.359339005594559</c:v>
                </c:pt>
                <c:pt idx="158">
                  <c:v>0.36250803684608301</c:v>
                </c:pt>
                <c:pt idx="159">
                  <c:v>0.36567706809760597</c:v>
                </c:pt>
                <c:pt idx="160">
                  <c:v>0.36884609934912999</c:v>
                </c:pt>
                <c:pt idx="161">
                  <c:v>0.372015130600653</c:v>
                </c:pt>
                <c:pt idx="162">
                  <c:v>0.37518416185217701</c:v>
                </c:pt>
                <c:pt idx="163">
                  <c:v>0.37835319310370003</c:v>
                </c:pt>
                <c:pt idx="164">
                  <c:v>0.38152222435522398</c:v>
                </c:pt>
                <c:pt idx="165">
                  <c:v>0.38469125560674799</c:v>
                </c:pt>
                <c:pt idx="166">
                  <c:v>0.38786028685827101</c:v>
                </c:pt>
                <c:pt idx="167">
                  <c:v>0.39102931810979502</c:v>
                </c:pt>
                <c:pt idx="168">
                  <c:v>0.39419834936131798</c:v>
                </c:pt>
                <c:pt idx="169">
                  <c:v>0.39736738061284199</c:v>
                </c:pt>
                <c:pt idx="170">
                  <c:v>0.40053641186436501</c:v>
                </c:pt>
                <c:pt idx="171">
                  <c:v>0.40370544311588902</c:v>
                </c:pt>
                <c:pt idx="172">
                  <c:v>0.40687447436741297</c:v>
                </c:pt>
                <c:pt idx="173">
                  <c:v>0.41004350561893599</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numCache>
            </c:numRef>
          </c:yVal>
          <c:smooth val="1"/>
          <c:extLst>
            <c:ext xmlns:c16="http://schemas.microsoft.com/office/drawing/2014/chart" uri="{C3380CC4-5D6E-409C-BE32-E72D297353CC}">
              <c16:uniqueId val="{00000004-DDC0-4A4F-8C07-0622AE3D5EB0}"/>
            </c:ext>
          </c:extLst>
        </c:ser>
        <c:ser>
          <c:idx val="1"/>
          <c:order val="5"/>
          <c:tx>
            <c:strRef>
              <c:f>'calib_(2)'!$I$7</c:f>
              <c:strCache>
                <c:ptCount val="1"/>
                <c:pt idx="0">
                  <c:v>undesired without septa</c:v>
                </c:pt>
              </c:strCache>
            </c:strRef>
          </c:tx>
          <c:spPr>
            <a:ln w="22225">
              <a:solidFill>
                <a:schemeClr val="accent6"/>
              </a:solidFill>
              <a:prstDash val="sysDot"/>
            </a:ln>
          </c:spPr>
          <c:marker>
            <c:symbol val="none"/>
          </c:marker>
          <c:xVal>
            <c:numRef>
              <c:f>'calib_(2)'!$A$8:$A$519</c:f>
              <c:numCache>
                <c:formatCode>General</c:formatCode>
                <c:ptCount val="51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numCache>
            </c:numRef>
          </c:xVal>
          <c:yVal>
            <c:numRef>
              <c:f>'calib_(2)'!$J$8:$J$519</c:f>
              <c:numCache>
                <c:formatCode>General</c:formatCode>
                <c:ptCount val="512"/>
                <c:pt idx="0">
                  <c:v>0.12523886810771104</c:v>
                </c:pt>
                <c:pt idx="1">
                  <c:v>0.13949052783048463</c:v>
                </c:pt>
                <c:pt idx="2">
                  <c:v>0.14485506536069714</c:v>
                </c:pt>
                <c:pt idx="3">
                  <c:v>0.14903133133080768</c:v>
                </c:pt>
                <c:pt idx="4">
                  <c:v>0.15178972113034336</c:v>
                </c:pt>
                <c:pt idx="5">
                  <c:v>0.15387403574981143</c:v>
                </c:pt>
                <c:pt idx="6">
                  <c:v>0.15494204139147649</c:v>
                </c:pt>
                <c:pt idx="7">
                  <c:v>0.15361270804226348</c:v>
                </c:pt>
                <c:pt idx="8">
                  <c:v>0.15574708360815429</c:v>
                </c:pt>
                <c:pt idx="9">
                  <c:v>0.15604338984986593</c:v>
                </c:pt>
                <c:pt idx="10">
                  <c:v>0.15610420939697781</c:v>
                </c:pt>
                <c:pt idx="11">
                  <c:v>0.15716250749992616</c:v>
                </c:pt>
                <c:pt idx="12">
                  <c:v>0.15618105922509759</c:v>
                </c:pt>
                <c:pt idx="13">
                  <c:v>0.15537074246831545</c:v>
                </c:pt>
                <c:pt idx="14">
                  <c:v>0.15599663012150469</c:v>
                </c:pt>
                <c:pt idx="15">
                  <c:v>0.15440931623112428</c:v>
                </c:pt>
                <c:pt idx="16">
                  <c:v>0.1547085290348113</c:v>
                </c:pt>
                <c:pt idx="17">
                  <c:v>0.1531380236366145</c:v>
                </c:pt>
                <c:pt idx="18">
                  <c:v>0.15317606631829556</c:v>
                </c:pt>
                <c:pt idx="19">
                  <c:v>0.15072084676667863</c:v>
                </c:pt>
                <c:pt idx="20">
                  <c:v>0.15123462008971095</c:v>
                </c:pt>
                <c:pt idx="21">
                  <c:v>0.15086089012304593</c:v>
                </c:pt>
                <c:pt idx="22">
                  <c:v>0.15012757195194384</c:v>
                </c:pt>
                <c:pt idx="23">
                  <c:v>0.15253822596218658</c:v>
                </c:pt>
                <c:pt idx="24">
                  <c:v>0.1552823489844713</c:v>
                </c:pt>
                <c:pt idx="25">
                  <c:v>0.15938283464119601</c:v>
                </c:pt>
                <c:pt idx="26">
                  <c:v>0.16136582636319968</c:v>
                </c:pt>
                <c:pt idx="27">
                  <c:v>0.16246742321144569</c:v>
                </c:pt>
                <c:pt idx="28">
                  <c:v>0.16150482336198904</c:v>
                </c:pt>
                <c:pt idx="29">
                  <c:v>0.15724830286081129</c:v>
                </c:pt>
                <c:pt idx="30">
                  <c:v>0.15416627547876979</c:v>
                </c:pt>
                <c:pt idx="31">
                  <c:v>0.15259584974014784</c:v>
                </c:pt>
                <c:pt idx="32">
                  <c:v>0.15017356266777443</c:v>
                </c:pt>
                <c:pt idx="33">
                  <c:v>0.14898673527700559</c:v>
                </c:pt>
                <c:pt idx="34">
                  <c:v>0.1481418437920711</c:v>
                </c:pt>
                <c:pt idx="35">
                  <c:v>0.14846784551659345</c:v>
                </c:pt>
                <c:pt idx="36">
                  <c:v>0.14957591488136113</c:v>
                </c:pt>
                <c:pt idx="37">
                  <c:v>0.15171856640851253</c:v>
                </c:pt>
                <c:pt idx="38">
                  <c:v>0.15585995281532769</c:v>
                </c:pt>
                <c:pt idx="39">
                  <c:v>0.16042081955775905</c:v>
                </c:pt>
                <c:pt idx="40">
                  <c:v>0.16753448811637778</c:v>
                </c:pt>
                <c:pt idx="41">
                  <c:v>0.17469426244672792</c:v>
                </c:pt>
                <c:pt idx="42">
                  <c:v>0.18077720502023215</c:v>
                </c:pt>
                <c:pt idx="43">
                  <c:v>0.18731638508960319</c:v>
                </c:pt>
                <c:pt idx="44">
                  <c:v>0.18954295801118798</c:v>
                </c:pt>
                <c:pt idx="45">
                  <c:v>0.18958875082105067</c:v>
                </c:pt>
                <c:pt idx="46">
                  <c:v>0.18569650821874373</c:v>
                </c:pt>
                <c:pt idx="47">
                  <c:v>0.18068390656470407</c:v>
                </c:pt>
                <c:pt idx="48">
                  <c:v>0.17694989583045395</c:v>
                </c:pt>
                <c:pt idx="49">
                  <c:v>0.17332877999145291</c:v>
                </c:pt>
                <c:pt idx="50">
                  <c:v>0.17123154508673794</c:v>
                </c:pt>
                <c:pt idx="51">
                  <c:v>0.17200847892372792</c:v>
                </c:pt>
                <c:pt idx="52">
                  <c:v>0.17600749374392888</c:v>
                </c:pt>
                <c:pt idx="53">
                  <c:v>0.17940443802775141</c:v>
                </c:pt>
                <c:pt idx="54">
                  <c:v>0.1814205109999</c:v>
                </c:pt>
                <c:pt idx="55">
                  <c:v>0.18575160614068886</c:v>
                </c:pt>
                <c:pt idx="56">
                  <c:v>0.18921010133243243</c:v>
                </c:pt>
                <c:pt idx="57">
                  <c:v>0.19334206848277122</c:v>
                </c:pt>
                <c:pt idx="58">
                  <c:v>0.19549905188450842</c:v>
                </c:pt>
                <c:pt idx="59">
                  <c:v>0.19680890962314043</c:v>
                </c:pt>
                <c:pt idx="60">
                  <c:v>0.20009544119886286</c:v>
                </c:pt>
                <c:pt idx="61">
                  <c:v>0.20412173587354232</c:v>
                </c:pt>
                <c:pt idx="62">
                  <c:v>0.21206941762584908</c:v>
                </c:pt>
                <c:pt idx="63">
                  <c:v>0.22260605381847223</c:v>
                </c:pt>
                <c:pt idx="64">
                  <c:v>0.23926313459392159</c:v>
                </c:pt>
                <c:pt idx="65">
                  <c:v>0.26017855879997653</c:v>
                </c:pt>
                <c:pt idx="66">
                  <c:v>0.29123783381429452</c:v>
                </c:pt>
                <c:pt idx="67">
                  <c:v>0.33256744966926038</c:v>
                </c:pt>
                <c:pt idx="68">
                  <c:v>0.38217048615627264</c:v>
                </c:pt>
                <c:pt idx="69">
                  <c:v>0.43502229324595371</c:v>
                </c:pt>
                <c:pt idx="70">
                  <c:v>0.48841651526366148</c:v>
                </c:pt>
                <c:pt idx="71">
                  <c:v>0.53842096574621312</c:v>
                </c:pt>
                <c:pt idx="72">
                  <c:v>0.57436154451194288</c:v>
                </c:pt>
                <c:pt idx="73">
                  <c:v>0.59362805349727732</c:v>
                </c:pt>
                <c:pt idx="74">
                  <c:v>0.59059151628461315</c:v>
                </c:pt>
                <c:pt idx="75">
                  <c:v>0.57682431470526219</c:v>
                </c:pt>
                <c:pt idx="76">
                  <c:v>0.54587363921237253</c:v>
                </c:pt>
                <c:pt idx="77">
                  <c:v>0.50824612923334622</c:v>
                </c:pt>
                <c:pt idx="78">
                  <c:v>0.47492983363602581</c:v>
                </c:pt>
                <c:pt idx="79">
                  <c:v>0.44827077109272695</c:v>
                </c:pt>
                <c:pt idx="80">
                  <c:v>0.42846582947587514</c:v>
                </c:pt>
                <c:pt idx="81">
                  <c:v>0.41821327766215993</c:v>
                </c:pt>
                <c:pt idx="82">
                  <c:v>0.41273545183537091</c:v>
                </c:pt>
                <c:pt idx="83">
                  <c:v>0.41255426720028515</c:v>
                </c:pt>
                <c:pt idx="84">
                  <c:v>0.40711358081161603</c:v>
                </c:pt>
                <c:pt idx="85">
                  <c:v>0.39782469337008142</c:v>
                </c:pt>
                <c:pt idx="86">
                  <c:v>0.38723923427371054</c:v>
                </c:pt>
                <c:pt idx="87">
                  <c:v>0.37104358424185863</c:v>
                </c:pt>
                <c:pt idx="88">
                  <c:v>0.35149025118715199</c:v>
                </c:pt>
                <c:pt idx="89">
                  <c:v>0.331176220640718</c:v>
                </c:pt>
                <c:pt idx="90">
                  <c:v>0.31326956819412083</c:v>
                </c:pt>
                <c:pt idx="91">
                  <c:v>0.29640409767221165</c:v>
                </c:pt>
                <c:pt idx="92">
                  <c:v>0.28245434658357843</c:v>
                </c:pt>
                <c:pt idx="93">
                  <c:v>0.27262068392506839</c:v>
                </c:pt>
                <c:pt idx="94">
                  <c:v>0.26495611287849141</c:v>
                </c:pt>
                <c:pt idx="95">
                  <c:v>0.26106141672763805</c:v>
                </c:pt>
                <c:pt idx="96">
                  <c:v>0.25832915274073004</c:v>
                </c:pt>
                <c:pt idx="97">
                  <c:v>0.25824275607644243</c:v>
                </c:pt>
                <c:pt idx="98">
                  <c:v>0.25678177745450576</c:v>
                </c:pt>
                <c:pt idx="99">
                  <c:v>0.25697541983209859</c:v>
                </c:pt>
                <c:pt idx="100">
                  <c:v>0.25590344074733695</c:v>
                </c:pt>
                <c:pt idx="101">
                  <c:v>0.25701267045112119</c:v>
                </c:pt>
                <c:pt idx="102">
                  <c:v>0.25619506585359308</c:v>
                </c:pt>
                <c:pt idx="103">
                  <c:v>0.25399890105284784</c:v>
                </c:pt>
                <c:pt idx="104">
                  <c:v>0.25483885213184176</c:v>
                </c:pt>
                <c:pt idx="105">
                  <c:v>0.25287393144514742</c:v>
                </c:pt>
                <c:pt idx="106">
                  <c:v>0.25253975463844636</c:v>
                </c:pt>
                <c:pt idx="107">
                  <c:v>0.25180712788260079</c:v>
                </c:pt>
                <c:pt idx="108">
                  <c:v>0.24861542255485183</c:v>
                </c:pt>
                <c:pt idx="109">
                  <c:v>0.25043831490205121</c:v>
                </c:pt>
                <c:pt idx="110">
                  <c:v>0.24802451003332823</c:v>
                </c:pt>
                <c:pt idx="111">
                  <c:v>0.24739429615203548</c:v>
                </c:pt>
                <c:pt idx="112">
                  <c:v>0.24591224075210671</c:v>
                </c:pt>
                <c:pt idx="113">
                  <c:v>0.24737935638069145</c:v>
                </c:pt>
                <c:pt idx="114">
                  <c:v>0.24683283126291664</c:v>
                </c:pt>
                <c:pt idx="115">
                  <c:v>0.24654587538668921</c:v>
                </c:pt>
                <c:pt idx="116">
                  <c:v>0.24611107987162611</c:v>
                </c:pt>
                <c:pt idx="117">
                  <c:v>0.24594759912899428</c:v>
                </c:pt>
                <c:pt idx="118">
                  <c:v>0.24553040689857453</c:v>
                </c:pt>
                <c:pt idx="119">
                  <c:v>0.2474200213195572</c:v>
                </c:pt>
                <c:pt idx="120">
                  <c:v>0.24791751971291531</c:v>
                </c:pt>
                <c:pt idx="121">
                  <c:v>0.24886570750753914</c:v>
                </c:pt>
                <c:pt idx="122">
                  <c:v>0.24926833774109561</c:v>
                </c:pt>
                <c:pt idx="123">
                  <c:v>0.25104357939209127</c:v>
                </c:pt>
                <c:pt idx="124">
                  <c:v>0.25274983247811494</c:v>
                </c:pt>
                <c:pt idx="125">
                  <c:v>0.25645025328635002</c:v>
                </c:pt>
                <c:pt idx="126">
                  <c:v>0.2539180028315452</c:v>
                </c:pt>
                <c:pt idx="127">
                  <c:v>0.25778792849437382</c:v>
                </c:pt>
                <c:pt idx="128">
                  <c:v>0.25776855472037064</c:v>
                </c:pt>
                <c:pt idx="129">
                  <c:v>0.2589402943730309</c:v>
                </c:pt>
                <c:pt idx="130">
                  <c:v>0.26130890645240823</c:v>
                </c:pt>
                <c:pt idx="131">
                  <c:v>0.2619402550746579</c:v>
                </c:pt>
                <c:pt idx="132">
                  <c:v>0.26450168230179916</c:v>
                </c:pt>
                <c:pt idx="133">
                  <c:v>0.26648066992419778</c:v>
                </c:pt>
                <c:pt idx="134">
                  <c:v>0.26576550158703177</c:v>
                </c:pt>
                <c:pt idx="135">
                  <c:v>0.26776067178133495</c:v>
                </c:pt>
                <c:pt idx="136">
                  <c:v>0.26848430215377433</c:v>
                </c:pt>
                <c:pt idx="137">
                  <c:v>0.27115946647877337</c:v>
                </c:pt>
                <c:pt idx="138">
                  <c:v>0.2731608064594967</c:v>
                </c:pt>
                <c:pt idx="139">
                  <c:v>0.27427525937366087</c:v>
                </c:pt>
                <c:pt idx="140">
                  <c:v>0.27677533967706569</c:v>
                </c:pt>
                <c:pt idx="141">
                  <c:v>0.28019411898807334</c:v>
                </c:pt>
                <c:pt idx="142">
                  <c:v>0.28156476721177504</c:v>
                </c:pt>
                <c:pt idx="143">
                  <c:v>0.28519372290855194</c:v>
                </c:pt>
                <c:pt idx="144">
                  <c:v>0.28975727199436702</c:v>
                </c:pt>
                <c:pt idx="145">
                  <c:v>0.29250631920844322</c:v>
                </c:pt>
                <c:pt idx="146">
                  <c:v>0.29815260812894712</c:v>
                </c:pt>
                <c:pt idx="147">
                  <c:v>0.30411527919262171</c:v>
                </c:pt>
                <c:pt idx="148">
                  <c:v>0.30789807498433364</c:v>
                </c:pt>
                <c:pt idx="149">
                  <c:v>0.31319828808729011</c:v>
                </c:pt>
                <c:pt idx="150">
                  <c:v>0.31833719961865814</c:v>
                </c:pt>
                <c:pt idx="151">
                  <c:v>0.32541639221212665</c:v>
                </c:pt>
                <c:pt idx="152">
                  <c:v>0.32958382499374861</c:v>
                </c:pt>
                <c:pt idx="153">
                  <c:v>0.33549345631381294</c:v>
                </c:pt>
                <c:pt idx="154">
                  <c:v>0.34212538749667831</c:v>
                </c:pt>
                <c:pt idx="155">
                  <c:v>0.34798515739269559</c:v>
                </c:pt>
                <c:pt idx="156">
                  <c:v>0.35296304370990367</c:v>
                </c:pt>
                <c:pt idx="157">
                  <c:v>0.35625866787928867</c:v>
                </c:pt>
                <c:pt idx="158">
                  <c:v>0.3600805296534148</c:v>
                </c:pt>
                <c:pt idx="159">
                  <c:v>0.36261711921454237</c:v>
                </c:pt>
                <c:pt idx="160">
                  <c:v>0.36511346672454925</c:v>
                </c:pt>
                <c:pt idx="161">
                  <c:v>0.36521435972555644</c:v>
                </c:pt>
                <c:pt idx="162">
                  <c:v>0.36639342273015818</c:v>
                </c:pt>
                <c:pt idx="163">
                  <c:v>0.36726368354016464</c:v>
                </c:pt>
                <c:pt idx="164">
                  <c:v>0.36851367825797182</c:v>
                </c:pt>
                <c:pt idx="165">
                  <c:v>0.36803547485176769</c:v>
                </c:pt>
                <c:pt idx="166">
                  <c:v>0.37027216321345369</c:v>
                </c:pt>
                <c:pt idx="167">
                  <c:v>0.37131906051856034</c:v>
                </c:pt>
                <c:pt idx="168">
                  <c:v>0.37331352167735954</c:v>
                </c:pt>
                <c:pt idx="169">
                  <c:v>0.37666443398916633</c:v>
                </c:pt>
                <c:pt idx="170">
                  <c:v>0.3771462964993762</c:v>
                </c:pt>
                <c:pt idx="171">
                  <c:v>0.38090859662284121</c:v>
                </c:pt>
                <c:pt idx="172">
                  <c:v>0.38296054964769288</c:v>
                </c:pt>
                <c:pt idx="173">
                  <c:v>0.38573075537834678</c:v>
                </c:pt>
                <c:pt idx="174">
                  <c:v>0.38787787864827256</c:v>
                </c:pt>
                <c:pt idx="175">
                  <c:v>0.38753706793820414</c:v>
                </c:pt>
                <c:pt idx="176">
                  <c:v>0.38841142533678069</c:v>
                </c:pt>
                <c:pt idx="177">
                  <c:v>0.38902998741297384</c:v>
                </c:pt>
                <c:pt idx="178">
                  <c:v>0.39008015736034141</c:v>
                </c:pt>
                <c:pt idx="179">
                  <c:v>0.38827446968122542</c:v>
                </c:pt>
                <c:pt idx="180">
                  <c:v>0.3837263228845465</c:v>
                </c:pt>
                <c:pt idx="181">
                  <c:v>0.38080432036065626</c:v>
                </c:pt>
                <c:pt idx="182">
                  <c:v>0.37782601128685389</c:v>
                </c:pt>
                <c:pt idx="183">
                  <c:v>0.37322857828087452</c:v>
                </c:pt>
                <c:pt idx="184">
                  <c:v>0.36934127585685306</c:v>
                </c:pt>
                <c:pt idx="185">
                  <c:v>0.36446269988770458</c:v>
                </c:pt>
                <c:pt idx="186">
                  <c:v>0.35915771411378244</c:v>
                </c:pt>
                <c:pt idx="187">
                  <c:v>0.35327517044253176</c:v>
                </c:pt>
                <c:pt idx="188">
                  <c:v>0.3476020507937248</c:v>
                </c:pt>
                <c:pt idx="189">
                  <c:v>0.342297915040635</c:v>
                </c:pt>
                <c:pt idx="190">
                  <c:v>0.33711922147985962</c:v>
                </c:pt>
                <c:pt idx="191">
                  <c:v>0.33197759363265988</c:v>
                </c:pt>
                <c:pt idx="192">
                  <c:v>0.32552396330955208</c:v>
                </c:pt>
                <c:pt idx="193">
                  <c:v>0.31974489317256483</c:v>
                </c:pt>
                <c:pt idx="194">
                  <c:v>0.31453077963842402</c:v>
                </c:pt>
                <c:pt idx="195">
                  <c:v>0.30945136764596082</c:v>
                </c:pt>
                <c:pt idx="196">
                  <c:v>0.3048193065636543</c:v>
                </c:pt>
                <c:pt idx="197">
                  <c:v>0.29868755325145135</c:v>
                </c:pt>
                <c:pt idx="198">
                  <c:v>0.29359652529089059</c:v>
                </c:pt>
                <c:pt idx="199">
                  <c:v>0.28799727563327021</c:v>
                </c:pt>
                <c:pt idx="200">
                  <c:v>0.28558781361848384</c:v>
                </c:pt>
                <c:pt idx="201">
                  <c:v>0.2802015311944529</c:v>
                </c:pt>
                <c:pt idx="202">
                  <c:v>0.2733289976672873</c:v>
                </c:pt>
                <c:pt idx="203">
                  <c:v>0.26975521895481197</c:v>
                </c:pt>
                <c:pt idx="204">
                  <c:v>0.26634392884556574</c:v>
                </c:pt>
                <c:pt idx="205">
                  <c:v>0.26177750823629548</c:v>
                </c:pt>
                <c:pt idx="206">
                  <c:v>0.25798492201516132</c:v>
                </c:pt>
                <c:pt idx="207">
                  <c:v>0.25398139995086461</c:v>
                </c:pt>
                <c:pt idx="208">
                  <c:v>0.2488631368485858</c:v>
                </c:pt>
                <c:pt idx="209">
                  <c:v>0.24615220050758629</c:v>
                </c:pt>
                <c:pt idx="210">
                  <c:v>0.24059512045407716</c:v>
                </c:pt>
                <c:pt idx="211">
                  <c:v>0.23823167468582096</c:v>
                </c:pt>
                <c:pt idx="212">
                  <c:v>0.23358488540096098</c:v>
                </c:pt>
                <c:pt idx="213">
                  <c:v>0.23018350272805127</c:v>
                </c:pt>
                <c:pt idx="214">
                  <c:v>0.22739980553779393</c:v>
                </c:pt>
                <c:pt idx="215">
                  <c:v>0.22452220001099896</c:v>
                </c:pt>
                <c:pt idx="216">
                  <c:v>0.22108803247244882</c:v>
                </c:pt>
                <c:pt idx="217">
                  <c:v>0.21614155513588043</c:v>
                </c:pt>
                <c:pt idx="218">
                  <c:v>0.21584059710259515</c:v>
                </c:pt>
                <c:pt idx="219">
                  <c:v>0.21179328485467314</c:v>
                </c:pt>
                <c:pt idx="220">
                  <c:v>0.21013718055887079</c:v>
                </c:pt>
                <c:pt idx="221">
                  <c:v>0.20608646125052757</c:v>
                </c:pt>
                <c:pt idx="222">
                  <c:v>0.2046386637315899</c:v>
                </c:pt>
                <c:pt idx="223">
                  <c:v>0.20231119502570513</c:v>
                </c:pt>
                <c:pt idx="224">
                  <c:v>0.19972697615493423</c:v>
                </c:pt>
                <c:pt idx="225">
                  <c:v>0.19706373514707715</c:v>
                </c:pt>
                <c:pt idx="226">
                  <c:v>0.1927906216810748</c:v>
                </c:pt>
                <c:pt idx="227">
                  <c:v>0.19315566988797733</c:v>
                </c:pt>
                <c:pt idx="228">
                  <c:v>0.19129177530461072</c:v>
                </c:pt>
                <c:pt idx="229">
                  <c:v>0.18660096597858755</c:v>
                </c:pt>
                <c:pt idx="230">
                  <c:v>0.18618526120514886</c:v>
                </c:pt>
                <c:pt idx="231">
                  <c:v>0.18519722566356922</c:v>
                </c:pt>
                <c:pt idx="232">
                  <c:v>0.18184257015417959</c:v>
                </c:pt>
                <c:pt idx="233">
                  <c:v>0.17881140699739767</c:v>
                </c:pt>
                <c:pt idx="234">
                  <c:v>0.17864989171345988</c:v>
                </c:pt>
                <c:pt idx="235">
                  <c:v>0.17658663835787825</c:v>
                </c:pt>
                <c:pt idx="236">
                  <c:v>0.17455179491360584</c:v>
                </c:pt>
                <c:pt idx="237">
                  <c:v>0.17372522329587711</c:v>
                </c:pt>
                <c:pt idx="238">
                  <c:v>0.17186089828944526</c:v>
                </c:pt>
                <c:pt idx="239">
                  <c:v>0.17017509357828042</c:v>
                </c:pt>
                <c:pt idx="240">
                  <c:v>0.16906535959273489</c:v>
                </c:pt>
                <c:pt idx="241">
                  <c:v>0.16711264855020655</c:v>
                </c:pt>
                <c:pt idx="242">
                  <c:v>0.16633142184391292</c:v>
                </c:pt>
                <c:pt idx="243">
                  <c:v>0.16414662446509368</c:v>
                </c:pt>
                <c:pt idx="244">
                  <c:v>0.16300885404286869</c:v>
                </c:pt>
                <c:pt idx="245">
                  <c:v>0.16207550808887825</c:v>
                </c:pt>
                <c:pt idx="246">
                  <c:v>0.16091536516985616</c:v>
                </c:pt>
                <c:pt idx="247">
                  <c:v>0.15927494875733467</c:v>
                </c:pt>
                <c:pt idx="248">
                  <c:v>0.15746135576253684</c:v>
                </c:pt>
                <c:pt idx="249">
                  <c:v>0.15510688685795601</c:v>
                </c:pt>
                <c:pt idx="250">
                  <c:v>0.1545709430323767</c:v>
                </c:pt>
                <c:pt idx="251">
                  <c:v>0.1543178492683705</c:v>
                </c:pt>
                <c:pt idx="252">
                  <c:v>0.15258408548815164</c:v>
                </c:pt>
                <c:pt idx="253">
                  <c:v>0.15168286876343567</c:v>
                </c:pt>
                <c:pt idx="254">
                  <c:v>0.15018613479942777</c:v>
                </c:pt>
                <c:pt idx="255">
                  <c:v>0.14906841894144596</c:v>
                </c:pt>
                <c:pt idx="256">
                  <c:v>0.14793161984898356</c:v>
                </c:pt>
                <c:pt idx="257">
                  <c:v>0.1457789998706408</c:v>
                </c:pt>
                <c:pt idx="258">
                  <c:v>0.14459160446804184</c:v>
                </c:pt>
                <c:pt idx="259">
                  <c:v>0.14386353482523362</c:v>
                </c:pt>
                <c:pt idx="260">
                  <c:v>0.14172264568372767</c:v>
                </c:pt>
                <c:pt idx="261">
                  <c:v>0.14346103760729914</c:v>
                </c:pt>
                <c:pt idx="262">
                  <c:v>0.14069946091586</c:v>
                </c:pt>
                <c:pt idx="263">
                  <c:v>0.14044892172473394</c:v>
                </c:pt>
                <c:pt idx="264">
                  <c:v>0.1383907846780463</c:v>
                </c:pt>
                <c:pt idx="265">
                  <c:v>0.13854996161606142</c:v>
                </c:pt>
                <c:pt idx="266">
                  <c:v>0.1373990725451015</c:v>
                </c:pt>
                <c:pt idx="267">
                  <c:v>0.13786010862921366</c:v>
                </c:pt>
                <c:pt idx="268">
                  <c:v>0.13524411876810083</c:v>
                </c:pt>
                <c:pt idx="269">
                  <c:v>0.13631672778225534</c:v>
                </c:pt>
                <c:pt idx="270">
                  <c:v>0.13446382742313318</c:v>
                </c:pt>
                <c:pt idx="271">
                  <c:v>0.13377680361308883</c:v>
                </c:pt>
                <c:pt idx="272">
                  <c:v>0.13311875581270596</c:v>
                </c:pt>
                <c:pt idx="273">
                  <c:v>0.1321692870945001</c:v>
                </c:pt>
                <c:pt idx="274">
                  <c:v>0.13179366144095733</c:v>
                </c:pt>
                <c:pt idx="275">
                  <c:v>0.13145151334196256</c:v>
                </c:pt>
                <c:pt idx="276">
                  <c:v>0.12984024742249528</c:v>
                </c:pt>
                <c:pt idx="277">
                  <c:v>0.1300949017621551</c:v>
                </c:pt>
                <c:pt idx="278">
                  <c:v>0.12777707011231165</c:v>
                </c:pt>
                <c:pt idx="279">
                  <c:v>0.12777231739851219</c:v>
                </c:pt>
                <c:pt idx="280">
                  <c:v>0.12759244114719145</c:v>
                </c:pt>
                <c:pt idx="281">
                  <c:v>0.12533783636044099</c:v>
                </c:pt>
                <c:pt idx="282">
                  <c:v>0.12430378377636914</c:v>
                </c:pt>
                <c:pt idx="283">
                  <c:v>0.12335179955450937</c:v>
                </c:pt>
                <c:pt idx="284">
                  <c:v>0.12371771972900125</c:v>
                </c:pt>
                <c:pt idx="285">
                  <c:v>0.12195058224901703</c:v>
                </c:pt>
                <c:pt idx="286">
                  <c:v>0.12242574829470843</c:v>
                </c:pt>
                <c:pt idx="287">
                  <c:v>0.12086783001845758</c:v>
                </c:pt>
                <c:pt idx="288">
                  <c:v>0.12100189990400435</c:v>
                </c:pt>
                <c:pt idx="289">
                  <c:v>0.11929210793894869</c:v>
                </c:pt>
                <c:pt idx="290">
                  <c:v>0.11916684180714451</c:v>
                </c:pt>
                <c:pt idx="291">
                  <c:v>0.11798528516099061</c:v>
                </c:pt>
                <c:pt idx="292">
                  <c:v>0.11673374259626049</c:v>
                </c:pt>
                <c:pt idx="293">
                  <c:v>0.1165198617623035</c:v>
                </c:pt>
                <c:pt idx="294">
                  <c:v>0.11585615083619455</c:v>
                </c:pt>
                <c:pt idx="295">
                  <c:v>0.11449136805319379</c:v>
                </c:pt>
                <c:pt idx="296">
                  <c:v>0.11402291048411684</c:v>
                </c:pt>
                <c:pt idx="297">
                  <c:v>0.11396117981017745</c:v>
                </c:pt>
                <c:pt idx="298">
                  <c:v>0.11256506842643518</c:v>
                </c:pt>
                <c:pt idx="299">
                  <c:v>0.11177106155317276</c:v>
                </c:pt>
                <c:pt idx="300">
                  <c:v>0.11160394464957095</c:v>
                </c:pt>
                <c:pt idx="301">
                  <c:v>0.11182040769417034</c:v>
                </c:pt>
                <c:pt idx="302">
                  <c:v>0.11083358962187892</c:v>
                </c:pt>
                <c:pt idx="303">
                  <c:v>0.11088212610758971</c:v>
                </c:pt>
                <c:pt idx="304">
                  <c:v>0.10979173619146815</c:v>
                </c:pt>
                <c:pt idx="305">
                  <c:v>0.10920577850837361</c:v>
                </c:pt>
                <c:pt idx="306">
                  <c:v>0.10994677545923193</c:v>
                </c:pt>
                <c:pt idx="307">
                  <c:v>0.10776692407015645</c:v>
                </c:pt>
                <c:pt idx="308">
                  <c:v>0.1082144501955684</c:v>
                </c:pt>
                <c:pt idx="309">
                  <c:v>0.10790072205221496</c:v>
                </c:pt>
                <c:pt idx="310">
                  <c:v>0.10878645879252088</c:v>
                </c:pt>
                <c:pt idx="311">
                  <c:v>0.10688351721799605</c:v>
                </c:pt>
                <c:pt idx="312">
                  <c:v>0.10611814907103549</c:v>
                </c:pt>
                <c:pt idx="313">
                  <c:v>0.10554357564107275</c:v>
                </c:pt>
                <c:pt idx="314">
                  <c:v>0.10606002429217737</c:v>
                </c:pt>
                <c:pt idx="315">
                  <c:v>0.10560464228227295</c:v>
                </c:pt>
                <c:pt idx="316">
                  <c:v>0.10561923699426884</c:v>
                </c:pt>
                <c:pt idx="317">
                  <c:v>0.10369509649054347</c:v>
                </c:pt>
                <c:pt idx="318">
                  <c:v>0.10474448259693503</c:v>
                </c:pt>
                <c:pt idx="319">
                  <c:v>0.10458720425478904</c:v>
                </c:pt>
                <c:pt idx="320">
                  <c:v>0.1032532789646595</c:v>
                </c:pt>
                <c:pt idx="321">
                  <c:v>0.10355218032629926</c:v>
                </c:pt>
                <c:pt idx="322">
                  <c:v>0.10387390991209895</c:v>
                </c:pt>
                <c:pt idx="323">
                  <c:v>0.10286769777021217</c:v>
                </c:pt>
                <c:pt idx="324">
                  <c:v>0.10348181349399407</c:v>
                </c:pt>
                <c:pt idx="325">
                  <c:v>0.10187717775731547</c:v>
                </c:pt>
                <c:pt idx="326">
                  <c:v>0.1016141971859183</c:v>
                </c:pt>
                <c:pt idx="327">
                  <c:v>0.10254215789857304</c:v>
                </c:pt>
                <c:pt idx="328">
                  <c:v>0.10178661128179917</c:v>
                </c:pt>
                <c:pt idx="329">
                  <c:v>0.10083443448930879</c:v>
                </c:pt>
                <c:pt idx="330">
                  <c:v>0.10134571862643646</c:v>
                </c:pt>
                <c:pt idx="331">
                  <c:v>0.10090635959893518</c:v>
                </c:pt>
                <c:pt idx="332">
                  <c:v>9.993109022466061E-2</c:v>
                </c:pt>
                <c:pt idx="333">
                  <c:v>0.10067412462489819</c:v>
                </c:pt>
                <c:pt idx="334">
                  <c:v>0.10047827615578789</c:v>
                </c:pt>
                <c:pt idx="335">
                  <c:v>9.9560638837071391E-2</c:v>
                </c:pt>
                <c:pt idx="336">
                  <c:v>9.9580151543366871E-2</c:v>
                </c:pt>
                <c:pt idx="337">
                  <c:v>9.8584634913642416E-2</c:v>
                </c:pt>
                <c:pt idx="338">
                  <c:v>9.8582525488619843E-2</c:v>
                </c:pt>
                <c:pt idx="339">
                  <c:v>9.8660982907966849E-2</c:v>
                </c:pt>
                <c:pt idx="340">
                  <c:v>9.844286544623021E-2</c:v>
                </c:pt>
                <c:pt idx="341">
                  <c:v>9.9230366051626967E-2</c:v>
                </c:pt>
                <c:pt idx="342">
                  <c:v>9.7837670832737367E-2</c:v>
                </c:pt>
                <c:pt idx="343">
                  <c:v>9.681015242512328E-2</c:v>
                </c:pt>
                <c:pt idx="344">
                  <c:v>9.7040092961505731E-2</c:v>
                </c:pt>
                <c:pt idx="345">
                  <c:v>9.6227631173781331E-2</c:v>
                </c:pt>
                <c:pt idx="346">
                  <c:v>9.5608275289801495E-2</c:v>
                </c:pt>
                <c:pt idx="347">
                  <c:v>9.459151743191721E-2</c:v>
                </c:pt>
                <c:pt idx="348">
                  <c:v>9.4352786333164532E-2</c:v>
                </c:pt>
                <c:pt idx="349">
                  <c:v>9.3840436967816382E-2</c:v>
                </c:pt>
                <c:pt idx="350">
                  <c:v>9.4459232846700991E-2</c:v>
                </c:pt>
                <c:pt idx="351">
                  <c:v>9.2494849162443105E-2</c:v>
                </c:pt>
                <c:pt idx="352">
                  <c:v>9.1893420098647649E-2</c:v>
                </c:pt>
                <c:pt idx="353">
                  <c:v>9.0467690057209227E-2</c:v>
                </c:pt>
                <c:pt idx="354">
                  <c:v>9.0901194647246594E-2</c:v>
                </c:pt>
                <c:pt idx="355">
                  <c:v>8.9965216477537219E-2</c:v>
                </c:pt>
                <c:pt idx="356">
                  <c:v>8.9204241010708868E-2</c:v>
                </c:pt>
                <c:pt idx="357">
                  <c:v>8.8151882525549785E-2</c:v>
                </c:pt>
                <c:pt idx="358">
                  <c:v>8.7771168839515495E-2</c:v>
                </c:pt>
                <c:pt idx="359">
                  <c:v>8.7125935055494208E-2</c:v>
                </c:pt>
                <c:pt idx="360">
                  <c:v>8.6400429540041124E-2</c:v>
                </c:pt>
                <c:pt idx="361">
                  <c:v>8.5867324181402416E-2</c:v>
                </c:pt>
                <c:pt idx="362">
                  <c:v>8.5535145342023694E-2</c:v>
                </c:pt>
                <c:pt idx="363">
                  <c:v>8.420070640734742E-2</c:v>
                </c:pt>
                <c:pt idx="364">
                  <c:v>8.3902720559366817E-2</c:v>
                </c:pt>
                <c:pt idx="365">
                  <c:v>8.357494428259199E-2</c:v>
                </c:pt>
                <c:pt idx="366">
                  <c:v>8.2576912694070498E-2</c:v>
                </c:pt>
                <c:pt idx="367">
                  <c:v>8.2331456381574047E-2</c:v>
                </c:pt>
                <c:pt idx="368">
                  <c:v>8.162019754992611E-2</c:v>
                </c:pt>
                <c:pt idx="369">
                  <c:v>8.0999550346320587E-2</c:v>
                </c:pt>
                <c:pt idx="370">
                  <c:v>8.0152682408868109E-2</c:v>
                </c:pt>
                <c:pt idx="371">
                  <c:v>7.9373844490957648E-2</c:v>
                </c:pt>
                <c:pt idx="372">
                  <c:v>8.0100672672470397E-2</c:v>
                </c:pt>
                <c:pt idx="373">
                  <c:v>7.8924022752899697E-2</c:v>
                </c:pt>
                <c:pt idx="374">
                  <c:v>7.8523316083153438E-2</c:v>
                </c:pt>
                <c:pt idx="375">
                  <c:v>7.8196640673329584E-2</c:v>
                </c:pt>
                <c:pt idx="376">
                  <c:v>7.8663845957315376E-2</c:v>
                </c:pt>
                <c:pt idx="377">
                  <c:v>7.7979446186114312E-2</c:v>
                </c:pt>
                <c:pt idx="378">
                  <c:v>7.7790311160835596E-2</c:v>
                </c:pt>
                <c:pt idx="379">
                  <c:v>7.7213693297132388E-2</c:v>
                </c:pt>
                <c:pt idx="380">
                  <c:v>7.6524832483211944E-2</c:v>
                </c:pt>
                <c:pt idx="381">
                  <c:v>7.7831918576600448E-2</c:v>
                </c:pt>
                <c:pt idx="382">
                  <c:v>7.6186150660172355E-2</c:v>
                </c:pt>
                <c:pt idx="383">
                  <c:v>7.6648243058042465E-2</c:v>
                </c:pt>
                <c:pt idx="384">
                  <c:v>7.7042218088418032E-2</c:v>
                </c:pt>
                <c:pt idx="385">
                  <c:v>7.6383847019540485E-2</c:v>
                </c:pt>
                <c:pt idx="386">
                  <c:v>7.6125217151827976E-2</c:v>
                </c:pt>
                <c:pt idx="387">
                  <c:v>7.5505764305070111E-2</c:v>
                </c:pt>
                <c:pt idx="388">
                  <c:v>7.6389419545413756E-2</c:v>
                </c:pt>
                <c:pt idx="389">
                  <c:v>7.574766443628414E-2</c:v>
                </c:pt>
                <c:pt idx="390">
                  <c:v>7.6132868203816692E-2</c:v>
                </c:pt>
                <c:pt idx="391">
                  <c:v>7.5434259972384843E-2</c:v>
                </c:pt>
                <c:pt idx="392">
                  <c:v>7.5467461055060081E-2</c:v>
                </c:pt>
                <c:pt idx="393">
                  <c:v>7.5302595127714034E-2</c:v>
                </c:pt>
                <c:pt idx="394">
                  <c:v>7.4475505332506631E-2</c:v>
                </c:pt>
                <c:pt idx="395">
                  <c:v>7.5033328136913949E-2</c:v>
                </c:pt>
                <c:pt idx="396">
                  <c:v>7.5285527852562567E-2</c:v>
                </c:pt>
                <c:pt idx="397">
                  <c:v>7.4462818486284318E-2</c:v>
                </c:pt>
                <c:pt idx="398">
                  <c:v>7.5228246999913276E-2</c:v>
                </c:pt>
                <c:pt idx="399">
                  <c:v>7.367399702888025E-2</c:v>
                </c:pt>
                <c:pt idx="400">
                  <c:v>7.5460104294199012E-2</c:v>
                </c:pt>
                <c:pt idx="401">
                  <c:v>7.4465174550366497E-2</c:v>
                </c:pt>
                <c:pt idx="402">
                  <c:v>7.4198390849329832E-2</c:v>
                </c:pt>
                <c:pt idx="403">
                  <c:v>7.3524426406326143E-2</c:v>
                </c:pt>
                <c:pt idx="404">
                  <c:v>7.4286994342992574E-2</c:v>
                </c:pt>
                <c:pt idx="405">
                  <c:v>7.4757441487483506E-2</c:v>
                </c:pt>
                <c:pt idx="406">
                  <c:v>7.5303278931579815E-2</c:v>
                </c:pt>
                <c:pt idx="407">
                  <c:v>7.3989340188630792E-2</c:v>
                </c:pt>
                <c:pt idx="408">
                  <c:v>7.4460758548592312E-2</c:v>
                </c:pt>
                <c:pt idx="409">
                  <c:v>7.4516006399185666E-2</c:v>
                </c:pt>
                <c:pt idx="410">
                  <c:v>7.4371991034590718E-2</c:v>
                </c:pt>
                <c:pt idx="411">
                  <c:v>7.3822785501147251E-2</c:v>
                </c:pt>
                <c:pt idx="412">
                  <c:v>7.4135022753648805E-2</c:v>
                </c:pt>
                <c:pt idx="413">
                  <c:v>7.431140025489745E-2</c:v>
                </c:pt>
                <c:pt idx="414">
                  <c:v>7.4057433100901376E-2</c:v>
                </c:pt>
                <c:pt idx="415">
                  <c:v>7.4655480902176038E-2</c:v>
                </c:pt>
                <c:pt idx="416">
                  <c:v>7.4724123415421839E-2</c:v>
                </c:pt>
                <c:pt idx="417">
                  <c:v>7.4677967921362914E-2</c:v>
                </c:pt>
                <c:pt idx="418">
                  <c:v>7.5581852065738642E-2</c:v>
                </c:pt>
                <c:pt idx="419">
                  <c:v>7.4984940210678142E-2</c:v>
                </c:pt>
                <c:pt idx="420">
                  <c:v>7.5244219258763553E-2</c:v>
                </c:pt>
                <c:pt idx="421">
                  <c:v>7.4959249077031248E-2</c:v>
                </c:pt>
                <c:pt idx="422">
                  <c:v>7.5465323370578249E-2</c:v>
                </c:pt>
                <c:pt idx="423">
                  <c:v>7.5882378336129874E-2</c:v>
                </c:pt>
                <c:pt idx="424">
                  <c:v>7.5898512213198904E-2</c:v>
                </c:pt>
                <c:pt idx="425">
                  <c:v>7.583732082290881E-2</c:v>
                </c:pt>
                <c:pt idx="426">
                  <c:v>7.6426980338233128E-2</c:v>
                </c:pt>
                <c:pt idx="427">
                  <c:v>7.6816500651797764E-2</c:v>
                </c:pt>
                <c:pt idx="428">
                  <c:v>7.6836537489534618E-2</c:v>
                </c:pt>
                <c:pt idx="429">
                  <c:v>7.4985777551374477E-2</c:v>
                </c:pt>
                <c:pt idx="430">
                  <c:v>7.5826064281584282E-2</c:v>
                </c:pt>
                <c:pt idx="431">
                  <c:v>7.6670953498894592E-2</c:v>
                </c:pt>
                <c:pt idx="432">
                  <c:v>7.5934495587428555E-2</c:v>
                </c:pt>
                <c:pt idx="433">
                  <c:v>7.6145325678102435E-2</c:v>
                </c:pt>
                <c:pt idx="434">
                  <c:v>7.5128489465371609E-2</c:v>
                </c:pt>
                <c:pt idx="435">
                  <c:v>7.4850064759071092E-2</c:v>
                </c:pt>
                <c:pt idx="436">
                  <c:v>7.4284447055513569E-2</c:v>
                </c:pt>
                <c:pt idx="437">
                  <c:v>7.4875774022973532E-2</c:v>
                </c:pt>
                <c:pt idx="438">
                  <c:v>7.5354046426824473E-2</c:v>
                </c:pt>
                <c:pt idx="439">
                  <c:v>7.4868245717054652E-2</c:v>
                </c:pt>
                <c:pt idx="440">
                  <c:v>7.3924646909533237E-2</c:v>
                </c:pt>
                <c:pt idx="441">
                  <c:v>7.3492069181418707E-2</c:v>
                </c:pt>
                <c:pt idx="442">
                  <c:v>7.2479226761823293E-2</c:v>
                </c:pt>
                <c:pt idx="443">
                  <c:v>7.2144379119151641E-2</c:v>
                </c:pt>
                <c:pt idx="444">
                  <c:v>7.2442580923333735E-2</c:v>
                </c:pt>
                <c:pt idx="445">
                  <c:v>7.1516241333632588E-2</c:v>
                </c:pt>
                <c:pt idx="446">
                  <c:v>7.1047066673153775E-2</c:v>
                </c:pt>
                <c:pt idx="447">
                  <c:v>7.0659922781372383E-2</c:v>
                </c:pt>
                <c:pt idx="448">
                  <c:v>6.9169760254362833E-2</c:v>
                </c:pt>
                <c:pt idx="449">
                  <c:v>6.9136141107762158E-2</c:v>
                </c:pt>
                <c:pt idx="450">
                  <c:v>6.7837155756422463E-2</c:v>
                </c:pt>
                <c:pt idx="451">
                  <c:v>6.6825386218632252E-2</c:v>
                </c:pt>
                <c:pt idx="452">
                  <c:v>6.6768334179313937E-2</c:v>
                </c:pt>
                <c:pt idx="453">
                  <c:v>6.5665819366923991E-2</c:v>
                </c:pt>
                <c:pt idx="454">
                  <c:v>6.4861926167190304E-2</c:v>
                </c:pt>
                <c:pt idx="455">
                  <c:v>6.4670096673034944E-2</c:v>
                </c:pt>
                <c:pt idx="456">
                  <c:v>6.3157726796710431E-2</c:v>
                </c:pt>
                <c:pt idx="457">
                  <c:v>6.2736385335371542E-2</c:v>
                </c:pt>
                <c:pt idx="458">
                  <c:v>6.2709918892718139E-2</c:v>
                </c:pt>
                <c:pt idx="459">
                  <c:v>6.2181402028330959E-2</c:v>
                </c:pt>
                <c:pt idx="460">
                  <c:v>6.0315064475215216E-2</c:v>
                </c:pt>
                <c:pt idx="461">
                  <c:v>6.0847137268336904E-2</c:v>
                </c:pt>
                <c:pt idx="462">
                  <c:v>6.0515207853172194E-2</c:v>
                </c:pt>
                <c:pt idx="463">
                  <c:v>6.004206690804513E-2</c:v>
                </c:pt>
                <c:pt idx="464">
                  <c:v>5.9117255088945921E-2</c:v>
                </c:pt>
                <c:pt idx="465">
                  <c:v>5.798325835705305E-2</c:v>
                </c:pt>
                <c:pt idx="466">
                  <c:v>5.8218918247094152E-2</c:v>
                </c:pt>
                <c:pt idx="467">
                  <c:v>5.7426163945148601E-2</c:v>
                </c:pt>
                <c:pt idx="468">
                  <c:v>5.7899573197107902E-2</c:v>
                </c:pt>
                <c:pt idx="469">
                  <c:v>5.6805456582660514E-2</c:v>
                </c:pt>
                <c:pt idx="470">
                  <c:v>5.6911427130559189E-2</c:v>
                </c:pt>
                <c:pt idx="471">
                  <c:v>5.6769523268325316E-2</c:v>
                </c:pt>
                <c:pt idx="472">
                  <c:v>5.7316411572269993E-2</c:v>
                </c:pt>
                <c:pt idx="473">
                  <c:v>5.6094170339706886E-2</c:v>
                </c:pt>
                <c:pt idx="474">
                  <c:v>5.6873453093882899E-2</c:v>
                </c:pt>
                <c:pt idx="475">
                  <c:v>5.7132405290287652E-2</c:v>
                </c:pt>
                <c:pt idx="476">
                  <c:v>5.6060561062048417E-2</c:v>
                </c:pt>
                <c:pt idx="477">
                  <c:v>5.5874640063906307E-2</c:v>
                </c:pt>
                <c:pt idx="478">
                  <c:v>5.644752089354569E-2</c:v>
                </c:pt>
                <c:pt idx="479">
                  <c:v>5.5571040908935949E-2</c:v>
                </c:pt>
                <c:pt idx="480">
                  <c:v>5.629787644826912E-2</c:v>
                </c:pt>
                <c:pt idx="481">
                  <c:v>5.5467885695349613E-2</c:v>
                </c:pt>
                <c:pt idx="482">
                  <c:v>5.5866906314983616E-2</c:v>
                </c:pt>
                <c:pt idx="483">
                  <c:v>5.6218377382216633E-2</c:v>
                </c:pt>
                <c:pt idx="484">
                  <c:v>5.6125066879795245E-2</c:v>
                </c:pt>
                <c:pt idx="485">
                  <c:v>5.6712028911476683E-2</c:v>
                </c:pt>
                <c:pt idx="486">
                  <c:v>5.726821532032287E-2</c:v>
                </c:pt>
                <c:pt idx="487">
                  <c:v>5.7238998814346895E-2</c:v>
                </c:pt>
                <c:pt idx="488">
                  <c:v>5.6809550939530939E-2</c:v>
                </c:pt>
                <c:pt idx="489">
                  <c:v>5.7408287205178668E-2</c:v>
                </c:pt>
                <c:pt idx="490">
                  <c:v>5.7426475738044422E-2</c:v>
                </c:pt>
                <c:pt idx="491">
                  <c:v>5.8019248247809199E-2</c:v>
                </c:pt>
                <c:pt idx="492">
                  <c:v>5.7442742136606648E-2</c:v>
                </c:pt>
                <c:pt idx="493">
                  <c:v>5.8346750180392461E-2</c:v>
                </c:pt>
                <c:pt idx="494">
                  <c:v>5.8233575713740729E-2</c:v>
                </c:pt>
                <c:pt idx="495">
                  <c:v>5.8654920957357887E-2</c:v>
                </c:pt>
                <c:pt idx="496">
                  <c:v>5.9200919030474038E-2</c:v>
                </c:pt>
                <c:pt idx="497">
                  <c:v>5.9642334269220491E-2</c:v>
                </c:pt>
                <c:pt idx="498">
                  <c:v>5.9739859951061944E-2</c:v>
                </c:pt>
                <c:pt idx="499">
                  <c:v>6.0470384906498975E-2</c:v>
                </c:pt>
                <c:pt idx="500">
                  <c:v>6.0516640715296048E-2</c:v>
                </c:pt>
                <c:pt idx="501">
                  <c:v>6.1138671296311793E-2</c:v>
                </c:pt>
                <c:pt idx="502">
                  <c:v>6.0724226221616634E-2</c:v>
                </c:pt>
                <c:pt idx="503">
                  <c:v>6.1422930862392172E-2</c:v>
                </c:pt>
                <c:pt idx="504">
                  <c:v>6.1587597132658184E-2</c:v>
                </c:pt>
                <c:pt idx="505">
                  <c:v>6.2582132206139618E-2</c:v>
                </c:pt>
                <c:pt idx="506">
                  <c:v>6.1977504569513849E-2</c:v>
                </c:pt>
                <c:pt idx="507">
                  <c:v>6.1929268764455953E-2</c:v>
                </c:pt>
                <c:pt idx="508">
                  <c:v>6.2622320258855863E-2</c:v>
                </c:pt>
                <c:pt idx="509">
                  <c:v>6.2126367801204598E-2</c:v>
                </c:pt>
                <c:pt idx="510">
                  <c:v>0</c:v>
                </c:pt>
                <c:pt idx="511">
                  <c:v>0</c:v>
                </c:pt>
              </c:numCache>
            </c:numRef>
          </c:yVal>
          <c:smooth val="1"/>
          <c:extLst>
            <c:ext xmlns:c16="http://schemas.microsoft.com/office/drawing/2014/chart" uri="{C3380CC4-5D6E-409C-BE32-E72D297353CC}">
              <c16:uniqueId val="{00000005-DDC0-4A4F-8C07-0622AE3D5EB0}"/>
            </c:ext>
          </c:extLst>
        </c:ser>
        <c:dLbls>
          <c:showLegendKey val="0"/>
          <c:showVal val="0"/>
          <c:showCatName val="0"/>
          <c:showSerName val="0"/>
          <c:showPercent val="0"/>
          <c:showBubbleSize val="0"/>
        </c:dLbls>
        <c:axId val="1640125088"/>
        <c:axId val="1640115488"/>
      </c:scatterChart>
      <c:valAx>
        <c:axId val="1640115488"/>
        <c:scaling>
          <c:orientation val="minMax"/>
          <c:max val="1"/>
          <c:min val="0"/>
        </c:scaling>
        <c:delete val="0"/>
        <c:axPos val="l"/>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ysClr val="windowText" lastClr="000000"/>
                </a:solidFill>
                <a:latin typeface="Aptos Narrow"/>
              </a:defRPr>
            </a:pPr>
            <a:endParaRPr lang="ja-JP"/>
          </a:p>
        </c:txPr>
        <c:crossAx val="1640125088"/>
        <c:crosses val="autoZero"/>
        <c:crossBetween val="midCat"/>
        <c:majorUnit val="0.25"/>
      </c:valAx>
      <c:valAx>
        <c:axId val="1640125088"/>
        <c:scaling>
          <c:orientation val="minMax"/>
          <c:max val="185"/>
          <c:min val="135"/>
        </c:scaling>
        <c:delete val="0"/>
        <c:axPos val="b"/>
        <c:numFmt formatCode="General" sourceLinked="1"/>
        <c:majorTickMark val="none"/>
        <c:minorTickMark val="none"/>
        <c:tickLblPos val="nextTo"/>
        <c:spPr>
          <a:noFill/>
          <a:ln w="9528" cap="flat">
            <a:noFill/>
            <a:prstDash val="solid"/>
            <a:round/>
          </a:ln>
        </c:spPr>
        <c:txPr>
          <a:bodyPr lIns="0" tIns="0" rIns="0" bIns="0"/>
          <a:lstStyle/>
          <a:p>
            <a:pPr marL="0" marR="0" indent="0" defTabSz="914400" fontAlgn="auto" hangingPunct="1">
              <a:lnSpc>
                <a:spcPct val="100000"/>
              </a:lnSpc>
              <a:spcBef>
                <a:spcPts val="0"/>
              </a:spcBef>
              <a:spcAft>
                <a:spcPts val="0"/>
              </a:spcAft>
              <a:tabLst/>
              <a:defRPr sz="1100" b="0" i="0" u="none" strike="noStrike" kern="1200" baseline="0">
                <a:solidFill>
                  <a:sysClr val="windowText" lastClr="000000"/>
                </a:solidFill>
                <a:latin typeface="Aptos Narrow"/>
              </a:defRPr>
            </a:pPr>
            <a:endParaRPr lang="ja-JP"/>
          </a:p>
        </c:txPr>
        <c:crossAx val="1640115488"/>
        <c:crosses val="autoZero"/>
        <c:crossBetween val="midCat"/>
      </c:valAx>
      <c:spPr>
        <a:noFill/>
        <a:ln>
          <a:solidFill>
            <a:schemeClr val="tx1"/>
          </a:solidFill>
        </a:ln>
      </c:spPr>
    </c:plotArea>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000" b="0" i="0" u="none" strike="noStrike" kern="1200" baseline="0">
          <a:solidFill>
            <a:srgbClr val="000000"/>
          </a:solidFill>
          <a:latin typeface="Aptos Narrow"/>
        </a:defRPr>
      </a:pPr>
      <a:endParaRPr lang="ja-JP"/>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0.48424</cdr:x>
      <cdr:y>0.25846</cdr:y>
    </cdr:from>
    <cdr:to>
      <cdr:x>0.85066</cdr:x>
      <cdr:y>0.3511</cdr:y>
    </cdr:to>
    <cdr:sp macro="" textlink="">
      <cdr:nvSpPr>
        <cdr:cNvPr id="2" name="テキスト ボックス 10">
          <a:extLst xmlns:a="http://schemas.openxmlformats.org/drawingml/2006/main">
            <a:ext uri="{FF2B5EF4-FFF2-40B4-BE49-F238E27FC236}">
              <a16:creationId xmlns:a16="http://schemas.microsoft.com/office/drawing/2014/main" id="{7BFA6F83-ED7C-B6E7-66CF-22FB6202F73D}"/>
            </a:ext>
          </a:extLst>
        </cdr:cNvPr>
        <cdr:cNvSpPr txBox="1"/>
      </cdr:nvSpPr>
      <cdr:spPr>
        <a:xfrm xmlns:a="http://schemas.openxmlformats.org/drawingml/2006/main">
          <a:off x="2293532" y="729856"/>
          <a:ext cx="1735494" cy="26161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xmlns:a="http://schemas.openxmlformats.org/drawingml/2006/main">
          <a:r>
            <a:rPr lang="ja-JP" altLang="en-US" sz="1100" dirty="0"/>
            <a:t>全光子</a:t>
          </a:r>
          <a:endParaRPr kumimoji="1" lang="ja-JP" altLang="en-US" sz="1100" dirty="0"/>
        </a:p>
      </cdr:txBody>
    </cdr:sp>
  </cdr:relSizeAnchor>
  <cdr:relSizeAnchor xmlns:cdr="http://schemas.openxmlformats.org/drawingml/2006/chartDrawing">
    <cdr:from>
      <cdr:x>0.40993</cdr:x>
      <cdr:y>0.30478</cdr:y>
    </cdr:from>
    <cdr:to>
      <cdr:x>0.5</cdr:x>
      <cdr:y>0.30478</cdr:y>
    </cdr:to>
    <cdr:cxnSp macro="">
      <cdr:nvCxnSpPr>
        <cdr:cNvPr id="3" name="直線矢印コネクタ 2">
          <a:extLst xmlns:a="http://schemas.openxmlformats.org/drawingml/2006/main">
            <a:ext uri="{FF2B5EF4-FFF2-40B4-BE49-F238E27FC236}">
              <a16:creationId xmlns:a16="http://schemas.microsoft.com/office/drawing/2014/main" id="{8D2D0501-275A-8C4A-FC27-865E2CE70293}"/>
            </a:ext>
          </a:extLst>
        </cdr:cNvPr>
        <cdr:cNvCxnSpPr>
          <a:cxnSpLocks xmlns:a="http://schemas.openxmlformats.org/drawingml/2006/main"/>
        </cdr:cNvCxnSpPr>
      </cdr:nvCxnSpPr>
      <cdr:spPr>
        <a:xfrm xmlns:a="http://schemas.openxmlformats.org/drawingml/2006/main" flipH="1">
          <a:off x="1941589" y="860661"/>
          <a:ext cx="426587" cy="0"/>
        </a:xfrm>
        <a:prstGeom xmlns:a="http://schemas.openxmlformats.org/drawingml/2006/main" prst="straightConnector1">
          <a:avLst/>
        </a:prstGeom>
        <a:ln xmlns:a="http://schemas.openxmlformats.org/drawingml/2006/main">
          <a:solidFill>
            <a:schemeClr val="tx1"/>
          </a:solidFill>
          <a:tailEnd type="triangle"/>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0.43925</cdr:x>
      <cdr:y>0.34801</cdr:y>
    </cdr:from>
    <cdr:to>
      <cdr:x>0.60441</cdr:x>
      <cdr:y>0.44065</cdr:y>
    </cdr:to>
    <cdr:sp macro="" textlink="">
      <cdr:nvSpPr>
        <cdr:cNvPr id="6" name="テキスト ボックス 10">
          <a:extLst xmlns:a="http://schemas.openxmlformats.org/drawingml/2006/main">
            <a:ext uri="{FF2B5EF4-FFF2-40B4-BE49-F238E27FC236}">
              <a16:creationId xmlns:a16="http://schemas.microsoft.com/office/drawing/2014/main" id="{608545DB-2034-0F29-7CF6-B5F602846A8A}"/>
            </a:ext>
          </a:extLst>
        </cdr:cNvPr>
        <cdr:cNvSpPr txBox="1"/>
      </cdr:nvSpPr>
      <cdr:spPr>
        <a:xfrm xmlns:a="http://schemas.openxmlformats.org/drawingml/2006/main">
          <a:off x="2080452" y="982732"/>
          <a:ext cx="782245" cy="26161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kumimoji="1" lang="ja-JP" altLang="en-US" sz="1100" dirty="0"/>
            <a:t>一次光子</a:t>
          </a:r>
        </a:p>
      </cdr:txBody>
    </cdr:sp>
  </cdr:relSizeAnchor>
  <cdr:relSizeAnchor xmlns:cdr="http://schemas.openxmlformats.org/drawingml/2006/chartDrawing">
    <cdr:from>
      <cdr:x>0.41584</cdr:x>
      <cdr:y>0.42896</cdr:y>
    </cdr:from>
    <cdr:to>
      <cdr:x>0.49858</cdr:x>
      <cdr:y>0.67677</cdr:y>
    </cdr:to>
    <cdr:cxnSp macro="">
      <cdr:nvCxnSpPr>
        <cdr:cNvPr id="7" name="直線矢印コネクタ 6">
          <a:extLst xmlns:a="http://schemas.openxmlformats.org/drawingml/2006/main">
            <a:ext uri="{FF2B5EF4-FFF2-40B4-BE49-F238E27FC236}">
              <a16:creationId xmlns:a16="http://schemas.microsoft.com/office/drawing/2014/main" id="{86327A2B-9419-C561-B462-06BED72F0FD5}"/>
            </a:ext>
          </a:extLst>
        </cdr:cNvPr>
        <cdr:cNvCxnSpPr>
          <a:cxnSpLocks xmlns:a="http://schemas.openxmlformats.org/drawingml/2006/main"/>
        </cdr:cNvCxnSpPr>
      </cdr:nvCxnSpPr>
      <cdr:spPr>
        <a:xfrm xmlns:a="http://schemas.openxmlformats.org/drawingml/2006/main" flipH="1">
          <a:off x="1969581" y="1211333"/>
          <a:ext cx="391886" cy="699796"/>
        </a:xfrm>
        <a:prstGeom xmlns:a="http://schemas.openxmlformats.org/drawingml/2006/main" prst="straightConnector1">
          <a:avLst/>
        </a:prstGeom>
        <a:ln xmlns:a="http://schemas.openxmlformats.org/drawingml/2006/main">
          <a:solidFill>
            <a:schemeClr val="tx1"/>
          </a:solidFill>
          <a:tailEnd type="triangle"/>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0.73361</cdr:x>
      <cdr:y>0.33617</cdr:y>
    </cdr:from>
    <cdr:to>
      <cdr:x>0.89876</cdr:x>
      <cdr:y>0.42881</cdr:y>
    </cdr:to>
    <cdr:sp macro="" textlink="">
      <cdr:nvSpPr>
        <cdr:cNvPr id="10" name="テキスト ボックス 10">
          <a:extLst xmlns:a="http://schemas.openxmlformats.org/drawingml/2006/main">
            <a:ext uri="{FF2B5EF4-FFF2-40B4-BE49-F238E27FC236}">
              <a16:creationId xmlns:a16="http://schemas.microsoft.com/office/drawing/2014/main" id="{C2CAE6C8-86A8-C7A1-2012-6B67C87D38E0}"/>
            </a:ext>
          </a:extLst>
        </cdr:cNvPr>
        <cdr:cNvSpPr txBox="1"/>
      </cdr:nvSpPr>
      <cdr:spPr>
        <a:xfrm xmlns:a="http://schemas.openxmlformats.org/drawingml/2006/main">
          <a:off x="3474616" y="949302"/>
          <a:ext cx="782245" cy="26161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kumimoji="1" lang="ja-JP" altLang="en-US" dirty="0"/>
            <a:t>二</a:t>
          </a:r>
          <a:r>
            <a:rPr kumimoji="1" lang="ja-JP" altLang="en-US" sz="1100" dirty="0"/>
            <a:t>次光子</a:t>
          </a:r>
        </a:p>
      </cdr:txBody>
    </cdr:sp>
  </cdr:relSizeAnchor>
  <cdr:relSizeAnchor xmlns:cdr="http://schemas.openxmlformats.org/drawingml/2006/chartDrawing">
    <cdr:from>
      <cdr:x>0.7102</cdr:x>
      <cdr:y>0.41712</cdr:y>
    </cdr:from>
    <cdr:to>
      <cdr:x>0.79294</cdr:x>
      <cdr:y>0.66494</cdr:y>
    </cdr:to>
    <cdr:cxnSp macro="">
      <cdr:nvCxnSpPr>
        <cdr:cNvPr id="11" name="直線矢印コネクタ 10">
          <a:extLst xmlns:a="http://schemas.openxmlformats.org/drawingml/2006/main">
            <a:ext uri="{FF2B5EF4-FFF2-40B4-BE49-F238E27FC236}">
              <a16:creationId xmlns:a16="http://schemas.microsoft.com/office/drawing/2014/main" id="{F7E7F0A3-EEBC-410E-623D-9ACAD4E8CE36}"/>
            </a:ext>
          </a:extLst>
        </cdr:cNvPr>
        <cdr:cNvCxnSpPr>
          <a:cxnSpLocks xmlns:a="http://schemas.openxmlformats.org/drawingml/2006/main"/>
        </cdr:cNvCxnSpPr>
      </cdr:nvCxnSpPr>
      <cdr:spPr>
        <a:xfrm xmlns:a="http://schemas.openxmlformats.org/drawingml/2006/main" flipH="1">
          <a:off x="3363745" y="1177903"/>
          <a:ext cx="391886" cy="699796"/>
        </a:xfrm>
        <a:prstGeom xmlns:a="http://schemas.openxmlformats.org/drawingml/2006/main" prst="straightConnector1">
          <a:avLst/>
        </a:prstGeom>
        <a:ln xmlns:a="http://schemas.openxmlformats.org/drawingml/2006/main">
          <a:solidFill>
            <a:schemeClr val="tx1"/>
          </a:solidFill>
          <a:tailEnd type="triangle"/>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0.59052</cdr:x>
      <cdr:y>0.44059</cdr:y>
    </cdr:from>
    <cdr:to>
      <cdr:x>0.66384</cdr:x>
      <cdr:y>0.82374</cdr:y>
    </cdr:to>
    <cdr:cxnSp macro="">
      <cdr:nvCxnSpPr>
        <cdr:cNvPr id="2" name="直線矢印コネクタ 1">
          <a:extLst xmlns:a="http://schemas.openxmlformats.org/drawingml/2006/main">
            <a:ext uri="{FF2B5EF4-FFF2-40B4-BE49-F238E27FC236}">
              <a16:creationId xmlns:a16="http://schemas.microsoft.com/office/drawing/2014/main" id="{0B779C19-F9C1-33BB-90A6-39B65CDB2F38}"/>
            </a:ext>
          </a:extLst>
        </cdr:cNvPr>
        <cdr:cNvCxnSpPr>
          <a:cxnSpLocks xmlns:a="http://schemas.openxmlformats.org/drawingml/2006/main"/>
        </cdr:cNvCxnSpPr>
      </cdr:nvCxnSpPr>
      <cdr:spPr>
        <a:xfrm xmlns:a="http://schemas.openxmlformats.org/drawingml/2006/main" flipH="1">
          <a:off x="2187942" y="1317743"/>
          <a:ext cx="271659" cy="1145946"/>
        </a:xfrm>
        <a:prstGeom xmlns:a="http://schemas.openxmlformats.org/drawingml/2006/main" prst="straightConnector1">
          <a:avLst/>
        </a:prstGeom>
        <a:ln xmlns:a="http://schemas.openxmlformats.org/drawingml/2006/main">
          <a:solidFill>
            <a:schemeClr val="tx1"/>
          </a:solidFill>
          <a:tailEnd type="triangle"/>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0.62585</cdr:x>
      <cdr:y>0.35562</cdr:y>
    </cdr:from>
    <cdr:to>
      <cdr:x>0.86452</cdr:x>
      <cdr:y>0.44309</cdr:y>
    </cdr:to>
    <cdr:sp macro="" textlink="">
      <cdr:nvSpPr>
        <cdr:cNvPr id="4" name="テキスト ボックス 10">
          <a:extLst xmlns:a="http://schemas.openxmlformats.org/drawingml/2006/main">
            <a:ext uri="{FF2B5EF4-FFF2-40B4-BE49-F238E27FC236}">
              <a16:creationId xmlns:a16="http://schemas.microsoft.com/office/drawing/2014/main" id="{BEF08D33-BCBB-F6E5-80EE-7F44543D5AA7}"/>
            </a:ext>
          </a:extLst>
        </cdr:cNvPr>
        <cdr:cNvSpPr txBox="1"/>
      </cdr:nvSpPr>
      <cdr:spPr>
        <a:xfrm xmlns:a="http://schemas.openxmlformats.org/drawingml/2006/main">
          <a:off x="2318844" y="1063600"/>
          <a:ext cx="884295" cy="26161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xmlns:a="http://schemas.openxmlformats.org/drawingml/2006/main">
          <a:r>
            <a:rPr lang="ja-JP" altLang="en-US" sz="1100" dirty="0"/>
            <a:t>貫通光子</a:t>
          </a:r>
          <a:endParaRPr kumimoji="1" lang="ja-JP" alt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59C42-A429-47D2-BAD0-5054FBA5FBCA}" type="datetimeFigureOut">
              <a:rPr kumimoji="1" lang="ja-JP" altLang="en-US" smtClean="0"/>
              <a:t>2024/10/28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4F2A14-61EB-415A-BAFD-914A8086F740}" type="slidenum">
              <a:rPr kumimoji="1" lang="ja-JP" altLang="en-US" smtClean="0"/>
              <a:t>‹#›</a:t>
            </a:fld>
            <a:endParaRPr kumimoji="1" lang="ja-JP" altLang="en-US"/>
          </a:p>
        </p:txBody>
      </p:sp>
    </p:spTree>
    <p:extLst>
      <p:ext uri="{BB962C8B-B14F-4D97-AF65-F5344CB8AC3E}">
        <p14:creationId xmlns:p14="http://schemas.microsoft.com/office/powerpoint/2010/main" val="17103590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体内のターゲットに対しての線量測定を行う場合、高精度で関心領域内の放射能量を測定することが求められている。しかし、低エネルギー高分解能コリメータとヨウ素</a:t>
            </a:r>
            <a:r>
              <a:rPr kumimoji="1" lang="en-US" altLang="ja-JP" dirty="0"/>
              <a:t>123</a:t>
            </a:r>
            <a:r>
              <a:rPr kumimoji="1" lang="ja-JP" altLang="en-US" dirty="0"/>
              <a:t>の組み合わせ測定を行った場合、スライド右側に示すように、メインピークとなる</a:t>
            </a:r>
            <a:r>
              <a:rPr kumimoji="1" lang="en-US" altLang="ja-JP" dirty="0"/>
              <a:t>159kev</a:t>
            </a:r>
            <a:r>
              <a:rPr kumimoji="1" lang="ja-JP" altLang="en-US" dirty="0"/>
              <a:t>よりも高いエネルギーの光子成分が散乱などを起こし、</a:t>
            </a:r>
            <a:r>
              <a:rPr kumimoji="1" lang="en-US" altLang="ja-JP" dirty="0"/>
              <a:t>2</a:t>
            </a:r>
            <a:r>
              <a:rPr kumimoji="1" lang="ja-JP" altLang="en-US" dirty="0"/>
              <a:t>次光子として</a:t>
            </a:r>
            <a:r>
              <a:rPr kumimoji="1" lang="en-US" altLang="ja-JP" dirty="0"/>
              <a:t>159kev</a:t>
            </a:r>
            <a:r>
              <a:rPr kumimoji="1" lang="ja-JP" altLang="en-US" dirty="0"/>
              <a:t>の領域に混入し、線量測定における定量を著しく低下させてしまう原因となってしまう。そのため、多くの場合、</a:t>
            </a:r>
            <a:r>
              <a:rPr kumimoji="1" lang="en-US" altLang="ja-JP" dirty="0"/>
              <a:t>triple-energy-window</a:t>
            </a:r>
            <a:r>
              <a:rPr kumimoji="1" lang="ja-JP" altLang="en-US" dirty="0"/>
              <a:t>法を用いて、この</a:t>
            </a:r>
            <a:r>
              <a:rPr kumimoji="1" lang="en-US" altLang="ja-JP" dirty="0"/>
              <a:t>2</a:t>
            </a:r>
            <a:r>
              <a:rPr kumimoji="1" lang="ja-JP" altLang="en-US" dirty="0"/>
              <a:t>次光子成分を補正し、定量性を高めている。つまり、</a:t>
            </a:r>
            <a:r>
              <a:rPr kumimoji="1" lang="en-US" altLang="ja-JP" dirty="0"/>
              <a:t>triple-energy-window</a:t>
            </a:r>
            <a:r>
              <a:rPr kumimoji="1" lang="ja-JP" altLang="en-US" dirty="0"/>
              <a:t>法の設定は線量測定の定量性において重要な要素となっている。</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B4F2A14-61EB-415A-BAFD-914A8086F740}" type="slidenum">
              <a:rPr kumimoji="1" lang="ja-JP" altLang="en-US" smtClean="0"/>
              <a:t>3</a:t>
            </a:fld>
            <a:endParaRPr kumimoji="1" lang="ja-JP" altLang="en-US"/>
          </a:p>
        </p:txBody>
      </p:sp>
    </p:spTree>
    <p:extLst>
      <p:ext uri="{BB962C8B-B14F-4D97-AF65-F5344CB8AC3E}">
        <p14:creationId xmlns:p14="http://schemas.microsoft.com/office/powerpoint/2010/main" val="1285644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そこで、我々は、低エネルギー高分解能コリメータと</a:t>
            </a:r>
            <a:r>
              <a:rPr kumimoji="1" lang="en-US" altLang="ja-JP" dirty="0"/>
              <a:t>i-123</a:t>
            </a:r>
            <a:r>
              <a:rPr kumimoji="1" lang="ja-JP" altLang="en-US" dirty="0"/>
              <a:t>の組み合わせにおける線量測定で、</a:t>
            </a:r>
            <a:r>
              <a:rPr kumimoji="1" lang="en-US" altLang="ja-JP" dirty="0"/>
              <a:t>triple-energy-window</a:t>
            </a:r>
            <a:r>
              <a:rPr kumimoji="1" lang="ja-JP" altLang="en-US" dirty="0"/>
              <a:t>法の設定が、放射能量とカウントの校正係数であるキャリブレーションファクタの測定と、実際の線量測定に及ぼす影響をモンテカルロシミュレーションを用いて評価することを目的としました。</a:t>
            </a:r>
          </a:p>
        </p:txBody>
      </p:sp>
      <p:sp>
        <p:nvSpPr>
          <p:cNvPr id="4" name="スライド番号プレースホルダー 3"/>
          <p:cNvSpPr>
            <a:spLocks noGrp="1"/>
          </p:cNvSpPr>
          <p:nvPr>
            <p:ph type="sldNum" sz="quarter" idx="5"/>
          </p:nvPr>
        </p:nvSpPr>
        <p:spPr/>
        <p:txBody>
          <a:bodyPr/>
          <a:lstStyle/>
          <a:p>
            <a:fld id="{CB4F2A14-61EB-415A-BAFD-914A8086F740}" type="slidenum">
              <a:rPr kumimoji="1" lang="ja-JP" altLang="en-US" smtClean="0"/>
              <a:t>4</a:t>
            </a:fld>
            <a:endParaRPr kumimoji="1" lang="ja-JP" altLang="en-US"/>
          </a:p>
        </p:txBody>
      </p:sp>
    </p:spTree>
    <p:extLst>
      <p:ext uri="{BB962C8B-B14F-4D97-AF65-F5344CB8AC3E}">
        <p14:creationId xmlns:p14="http://schemas.microsoft.com/office/powerpoint/2010/main" val="3260337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使用機器は、</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モンテカルロシミュレーションコードには</a:t>
            </a:r>
            <a:r>
              <a:rPr kumimoji="1" lang="en-US" altLang="ja-JP" dirty="0"/>
              <a:t>SIMIND</a:t>
            </a:r>
            <a:r>
              <a:rPr kumimoji="1" lang="ja-JP" altLang="en-US" dirty="0"/>
              <a:t>コードを使用して、シーメンス社製</a:t>
            </a:r>
            <a:r>
              <a:rPr kumimoji="1" lang="en-US" altLang="ja-JP" dirty="0"/>
              <a:t>SymbiaT16</a:t>
            </a:r>
            <a:r>
              <a:rPr kumimoji="1" lang="ja-JP" altLang="en-US" dirty="0"/>
              <a:t>と低エネルギー高分解能コリメータを構築した。核種はヨウ素</a:t>
            </a:r>
            <a:r>
              <a:rPr kumimoji="1" lang="en-US" altLang="ja-JP" dirty="0"/>
              <a:t>123</a:t>
            </a:r>
            <a:r>
              <a:rPr kumimoji="1" lang="ja-JP" altLang="en-US" dirty="0"/>
              <a:t>とした。</a:t>
            </a:r>
            <a:endParaRPr kumimoji="1" lang="en-US" altLang="ja-JP" dirty="0"/>
          </a:p>
          <a:p>
            <a:endParaRPr kumimoji="1" lang="en-US" altLang="ja-JP" dirty="0"/>
          </a:p>
          <a:p>
            <a:r>
              <a:rPr kumimoji="1" lang="ja-JP" altLang="en-US" dirty="0"/>
              <a:t>収集条件について、</a:t>
            </a:r>
            <a:endParaRPr kumimoji="1" lang="en-US" altLang="ja-JP" dirty="0"/>
          </a:p>
          <a:p>
            <a:r>
              <a:rPr kumimoji="1" lang="ja-JP" altLang="en-US" dirty="0"/>
              <a:t>今回の検討で用いた</a:t>
            </a:r>
            <a:r>
              <a:rPr kumimoji="1" lang="en-US" altLang="ja-JP" dirty="0"/>
              <a:t>triple-energy-window</a:t>
            </a:r>
            <a:r>
              <a:rPr kumimoji="1" lang="ja-JP" altLang="en-US" dirty="0"/>
              <a:t>の設定は、メインウィンドウを</a:t>
            </a:r>
            <a:r>
              <a:rPr kumimoji="1" lang="en-US" altLang="ja-JP" dirty="0"/>
              <a:t>159kev</a:t>
            </a:r>
            <a:r>
              <a:rPr kumimoji="1" lang="ja-JP" altLang="en-US" dirty="0"/>
              <a:t>に対して</a:t>
            </a:r>
            <a:r>
              <a:rPr kumimoji="1" lang="en-US" altLang="ja-JP" dirty="0"/>
              <a:t>15%</a:t>
            </a:r>
            <a:r>
              <a:rPr kumimoji="1" lang="ja-JP" altLang="en-US" dirty="0"/>
              <a:t>と</a:t>
            </a:r>
            <a:r>
              <a:rPr kumimoji="1" lang="en-US" altLang="ja-JP" dirty="0"/>
              <a:t>20%</a:t>
            </a:r>
            <a:r>
              <a:rPr kumimoji="1" lang="ja-JP" altLang="en-US" dirty="0"/>
              <a:t>の</a:t>
            </a:r>
            <a:r>
              <a:rPr kumimoji="1" lang="en-US" altLang="ja-JP" dirty="0"/>
              <a:t>2</a:t>
            </a:r>
            <a:r>
              <a:rPr kumimoji="1" lang="ja-JP" altLang="en-US" dirty="0"/>
              <a:t>種類とし、サブウィンドウの設定を</a:t>
            </a:r>
            <a:r>
              <a:rPr kumimoji="1" lang="en-US" altLang="ja-JP" dirty="0"/>
              <a:t>15</a:t>
            </a:r>
            <a:r>
              <a:rPr kumimoji="1" lang="ja-JP" altLang="en-US" dirty="0"/>
              <a:t>％では</a:t>
            </a:r>
            <a:r>
              <a:rPr kumimoji="1" lang="en-US" altLang="ja-JP" dirty="0"/>
              <a:t>±15</a:t>
            </a:r>
            <a:r>
              <a:rPr kumimoji="1" lang="ja-JP" altLang="en-US" dirty="0"/>
              <a:t>％と広い設定と</a:t>
            </a:r>
            <a:r>
              <a:rPr kumimoji="1" lang="en-US" altLang="ja-JP" dirty="0"/>
              <a:t>±5%</a:t>
            </a:r>
            <a:r>
              <a:rPr kumimoji="1" lang="ja-JP" altLang="en-US" dirty="0"/>
              <a:t>と狭い設定、メインウィンドウ</a:t>
            </a:r>
            <a:r>
              <a:rPr kumimoji="1" lang="en-US" altLang="ja-JP" dirty="0"/>
              <a:t>20%</a:t>
            </a:r>
            <a:r>
              <a:rPr kumimoji="1" lang="ja-JP" altLang="en-US" dirty="0"/>
              <a:t>に対しては、</a:t>
            </a:r>
            <a:r>
              <a:rPr kumimoji="1" lang="en-US" altLang="ja-JP" dirty="0"/>
              <a:t>±10%</a:t>
            </a:r>
            <a:r>
              <a:rPr kumimoji="1" lang="ja-JP" altLang="en-US" dirty="0"/>
              <a:t>の広い設定と、</a:t>
            </a:r>
            <a:r>
              <a:rPr kumimoji="1" lang="en-US" altLang="ja-JP" dirty="0"/>
              <a:t>±3</a:t>
            </a:r>
            <a:r>
              <a:rPr kumimoji="1" lang="ja-JP" altLang="en-US" dirty="0"/>
              <a:t>％の狭い設定、計</a:t>
            </a:r>
            <a:r>
              <a:rPr kumimoji="1" lang="en-US" altLang="ja-JP" dirty="0"/>
              <a:t>4</a:t>
            </a:r>
            <a:r>
              <a:rPr kumimoji="1" lang="ja-JP" altLang="en-US" dirty="0"/>
              <a:t>種類を検討した。</a:t>
            </a:r>
            <a:endParaRPr kumimoji="1" lang="en-US" altLang="ja-JP" dirty="0"/>
          </a:p>
          <a:p>
            <a:r>
              <a:rPr kumimoji="1" lang="ja-JP" altLang="en-US" dirty="0"/>
              <a:t>そのほかの条件はスライドの通りである。</a:t>
            </a:r>
          </a:p>
        </p:txBody>
      </p:sp>
      <p:sp>
        <p:nvSpPr>
          <p:cNvPr id="4" name="スライド番号プレースホルダー 3"/>
          <p:cNvSpPr>
            <a:spLocks noGrp="1"/>
          </p:cNvSpPr>
          <p:nvPr>
            <p:ph type="sldNum" sz="quarter" idx="5"/>
          </p:nvPr>
        </p:nvSpPr>
        <p:spPr/>
        <p:txBody>
          <a:bodyPr/>
          <a:lstStyle/>
          <a:p>
            <a:fld id="{CB4F2A14-61EB-415A-BAFD-914A8086F740}" type="slidenum">
              <a:rPr kumimoji="1" lang="ja-JP" altLang="en-US" smtClean="0"/>
              <a:t>5</a:t>
            </a:fld>
            <a:endParaRPr kumimoji="1" lang="ja-JP" altLang="en-US"/>
          </a:p>
        </p:txBody>
      </p:sp>
    </p:spTree>
    <p:extLst>
      <p:ext uri="{BB962C8B-B14F-4D97-AF65-F5344CB8AC3E}">
        <p14:creationId xmlns:p14="http://schemas.microsoft.com/office/powerpoint/2010/main" val="3732578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FF93A-F6CD-894B-1184-14C80EFD17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113E15-5FDF-D537-DB9D-9BDB22C64F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BA7907-ADBF-CAA7-C375-5A6D4C015431}"/>
              </a:ext>
            </a:extLst>
          </p:cNvPr>
          <p:cNvSpPr>
            <a:spLocks noGrp="1"/>
          </p:cNvSpPr>
          <p:nvPr>
            <p:ph type="body" idx="1"/>
          </p:nvPr>
        </p:nvSpPr>
        <p:spPr/>
        <p:txBody>
          <a:bodyPr/>
          <a:lstStyle/>
          <a:p>
            <a:r>
              <a:rPr kumimoji="1" lang="en-US" altLang="ja-JP" dirty="0"/>
              <a:t>Tew</a:t>
            </a:r>
            <a:r>
              <a:rPr kumimoji="1" lang="ja-JP" altLang="en-US" dirty="0"/>
              <a:t>がキャリブレーションファクターに及ぼす影響を評価する方法は、各</a:t>
            </a:r>
            <a:r>
              <a:rPr kumimoji="1" lang="en-US" altLang="ja-JP" dirty="0"/>
              <a:t>TEW</a:t>
            </a:r>
            <a:r>
              <a:rPr kumimoji="1" lang="ja-JP" altLang="en-US" dirty="0"/>
              <a:t>設定において１</a:t>
            </a:r>
            <a:r>
              <a:rPr kumimoji="1" lang="en-US" altLang="ja-JP" dirty="0"/>
              <a:t>MB</a:t>
            </a:r>
            <a:r>
              <a:rPr kumimoji="1" lang="ja-JP" altLang="en-US" dirty="0"/>
              <a:t>ｑの点線源を</a:t>
            </a:r>
            <a:r>
              <a:rPr kumimoji="1" lang="en-US" altLang="ja-JP" dirty="0"/>
              <a:t>SPECT</a:t>
            </a:r>
            <a:r>
              <a:rPr kumimoji="1" lang="ja-JP" altLang="en-US" dirty="0"/>
              <a:t>収集するシミュレーションを行い、投影データを取得した。そして、その投影データに対して、散乱、分解能補正を組み込んだ</a:t>
            </a:r>
            <a:r>
              <a:rPr kumimoji="1" lang="en-US" altLang="ja-JP" dirty="0"/>
              <a:t>OSEM</a:t>
            </a:r>
            <a:r>
              <a:rPr kumimoji="1" lang="ja-JP" altLang="en-US" dirty="0"/>
              <a:t>法で再構成し、点線源に対して半径</a:t>
            </a:r>
            <a:r>
              <a:rPr kumimoji="1" lang="en-US" altLang="ja-JP" dirty="0"/>
              <a:t>3㎝</a:t>
            </a:r>
            <a:r>
              <a:rPr kumimoji="1" lang="ja-JP" altLang="en-US" dirty="0"/>
              <a:t>の球体状の関心領域を設定しカウントを測定した。これらのデータと比較するために、投影データから一次光子のみを抽出し、真の値として画像作成した。そして、各ウィンドウ設定と比較し相対誤差を求めた。</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3BBCA261-55C5-C198-5622-E68E99104FDE}"/>
              </a:ext>
            </a:extLst>
          </p:cNvPr>
          <p:cNvSpPr>
            <a:spLocks noGrp="1"/>
          </p:cNvSpPr>
          <p:nvPr>
            <p:ph type="sldNum" sz="quarter" idx="5"/>
          </p:nvPr>
        </p:nvSpPr>
        <p:spPr/>
        <p:txBody>
          <a:bodyPr/>
          <a:lstStyle/>
          <a:p>
            <a:fld id="{CB4F2A14-61EB-415A-BAFD-914A8086F740}" type="slidenum">
              <a:rPr kumimoji="1" lang="ja-JP" altLang="en-US" smtClean="0"/>
              <a:t>6</a:t>
            </a:fld>
            <a:endParaRPr kumimoji="1" lang="ja-JP" altLang="en-US"/>
          </a:p>
        </p:txBody>
      </p:sp>
    </p:spTree>
    <p:extLst>
      <p:ext uri="{BB962C8B-B14F-4D97-AF65-F5344CB8AC3E}">
        <p14:creationId xmlns:p14="http://schemas.microsoft.com/office/powerpoint/2010/main" val="1455009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TEW</a:t>
            </a:r>
            <a:r>
              <a:rPr kumimoji="1" lang="ja-JP" altLang="en-US" dirty="0"/>
              <a:t>が線量測定に及ぼす影響を評価する方法は、スライドに示すような円柱ファントムに全体で</a:t>
            </a:r>
            <a:r>
              <a:rPr kumimoji="1" lang="en-US" altLang="ja-JP" dirty="0"/>
              <a:t>50MB</a:t>
            </a:r>
            <a:r>
              <a:rPr kumimoji="1" lang="ja-JP" altLang="en-US" dirty="0"/>
              <a:t>ｑとなるようにアイソトープを入れて</a:t>
            </a:r>
            <a:r>
              <a:rPr kumimoji="1" lang="en-US" altLang="ja-JP" dirty="0"/>
              <a:t>SPECT</a:t>
            </a:r>
            <a:r>
              <a:rPr kumimoji="1" lang="ja-JP" altLang="en-US" dirty="0"/>
              <a:t>収集をシミュレーションし投影データを取得した。そして、各</a:t>
            </a:r>
            <a:r>
              <a:rPr kumimoji="1" lang="en-US" altLang="ja-JP" dirty="0"/>
              <a:t>tew</a:t>
            </a:r>
            <a:r>
              <a:rPr kumimoji="1" lang="ja-JP" altLang="en-US" dirty="0"/>
              <a:t>の投影データを散乱、吸収、分解能補正を組み込んだ</a:t>
            </a:r>
            <a:r>
              <a:rPr kumimoji="1" lang="en-US" altLang="ja-JP" dirty="0"/>
              <a:t>OSEM</a:t>
            </a:r>
            <a:r>
              <a:rPr kumimoji="1" lang="ja-JP" altLang="en-US" dirty="0"/>
              <a:t>法で再構成し線量測定用の画像を作成した。今回の検討ではファントム内に配置した個々の球体の放射能量ではなく円柱ファントム全体の放射能量を測定することにしたため、円柱ファントムに対して関心領域を設定し線量を求めた。</a:t>
            </a:r>
            <a:endParaRPr kumimoji="1" lang="en-US" altLang="ja-JP" dirty="0"/>
          </a:p>
        </p:txBody>
      </p:sp>
      <p:sp>
        <p:nvSpPr>
          <p:cNvPr id="4" name="スライド番号プレースホルダー 3"/>
          <p:cNvSpPr>
            <a:spLocks noGrp="1"/>
          </p:cNvSpPr>
          <p:nvPr>
            <p:ph type="sldNum" sz="quarter" idx="5"/>
          </p:nvPr>
        </p:nvSpPr>
        <p:spPr/>
        <p:txBody>
          <a:bodyPr/>
          <a:lstStyle/>
          <a:p>
            <a:fld id="{CB4F2A14-61EB-415A-BAFD-914A8086F740}" type="slidenum">
              <a:rPr kumimoji="1" lang="ja-JP" altLang="en-US" smtClean="0"/>
              <a:t>7</a:t>
            </a:fld>
            <a:endParaRPr kumimoji="1" lang="ja-JP" altLang="en-US"/>
          </a:p>
        </p:txBody>
      </p:sp>
    </p:spTree>
    <p:extLst>
      <p:ext uri="{BB962C8B-B14F-4D97-AF65-F5344CB8AC3E}">
        <p14:creationId xmlns:p14="http://schemas.microsoft.com/office/powerpoint/2010/main" val="2167488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結果</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キャリブレーションファクタに及ぼす影響はメインウィンドウが小さいほど、かつサブウィンドウが小さい</a:t>
            </a:r>
            <a:r>
              <a:rPr kumimoji="1" lang="en-US" altLang="ja-JP" dirty="0"/>
              <a:t>15%±5%</a:t>
            </a:r>
            <a:r>
              <a:rPr kumimoji="1" lang="ja-JP" altLang="en-US" dirty="0"/>
              <a:t>のウィンドウ設定が最も誤差が小さくなった。しかし、円柱ファントムによる線量測定では、キャリブレーションファクタの場合と異なり、サブウィンドウが大きい、</a:t>
            </a:r>
            <a:r>
              <a:rPr kumimoji="1" lang="en-US" altLang="ja-JP" dirty="0"/>
              <a:t>15%±15%</a:t>
            </a:r>
            <a:r>
              <a:rPr kumimoji="1" lang="ja-JP" altLang="en-US" dirty="0"/>
              <a:t>で最も誤差が小さくなった。</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B4F2A14-61EB-415A-BAFD-914A8086F740}" type="slidenum">
              <a:rPr kumimoji="1" lang="ja-JP" altLang="en-US" smtClean="0"/>
              <a:t>8</a:t>
            </a:fld>
            <a:endParaRPr kumimoji="1" lang="ja-JP" altLang="en-US"/>
          </a:p>
        </p:txBody>
      </p:sp>
    </p:spTree>
    <p:extLst>
      <p:ext uri="{BB962C8B-B14F-4D97-AF65-F5344CB8AC3E}">
        <p14:creationId xmlns:p14="http://schemas.microsoft.com/office/powerpoint/2010/main" val="4057402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7CF8-8CE2-BE5A-379B-98B5A0F00F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ED97C5-BE25-937D-E21F-F396A4CE88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509126-973F-05F0-1DAF-E1BF870613EF}"/>
              </a:ext>
            </a:extLst>
          </p:cNvPr>
          <p:cNvSpPr>
            <a:spLocks noGrp="1"/>
          </p:cNvSpPr>
          <p:nvPr>
            <p:ph type="body" idx="1"/>
          </p:nvPr>
        </p:nvSpPr>
        <p:spPr/>
        <p:txBody>
          <a:bodyPr/>
          <a:lstStyle/>
          <a:p>
            <a:r>
              <a:rPr kumimoji="1" lang="ja-JP" altLang="en-US" dirty="0"/>
              <a:t>考察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なぜ、キャリブレーションファクター取得時には設定ウィンドウ</a:t>
            </a:r>
            <a:r>
              <a:rPr kumimoji="1" lang="en-US" altLang="ja-JP" dirty="0"/>
              <a:t>15%±</a:t>
            </a:r>
            <a:r>
              <a:rPr kumimoji="1" lang="ja-JP" altLang="en-US" dirty="0"/>
              <a:t>５</a:t>
            </a:r>
            <a:r>
              <a:rPr kumimoji="1" lang="en-US" altLang="ja-JP" dirty="0"/>
              <a:t>%</a:t>
            </a:r>
            <a:r>
              <a:rPr kumimoji="1" lang="ja-JP" altLang="en-US" dirty="0"/>
              <a:t>が最も誤差が小さくなったのに対して、実際の線量測定では</a:t>
            </a:r>
            <a:r>
              <a:rPr kumimoji="1" lang="en-US" altLang="ja-JP" dirty="0"/>
              <a:t>15%±15%</a:t>
            </a:r>
            <a:r>
              <a:rPr kumimoji="1" lang="ja-JP" altLang="en-US" dirty="0"/>
              <a:t>の設定ウィンドウが最も小さくなったか？</a:t>
            </a:r>
            <a:endParaRPr kumimoji="1" lang="en-US" altLang="ja-JP" dirty="0"/>
          </a:p>
          <a:p>
            <a:endParaRPr kumimoji="1" lang="en-US" altLang="ja-JP" dirty="0"/>
          </a:p>
          <a:p>
            <a:endParaRPr kumimoji="1" lang="en-US" altLang="ja-JP" dirty="0"/>
          </a:p>
          <a:p>
            <a:r>
              <a:rPr kumimoji="1" lang="ja-JP" altLang="en-US" dirty="0"/>
              <a:t>スライドにキャリブレーションファクター取得時のエネルギースペクトのグラフと各ウィンドウ設定における散乱除去成分を示した台形成分を重ねたグラフを表示する。</a:t>
            </a:r>
            <a:endParaRPr kumimoji="1" lang="en-US" altLang="ja-JP" dirty="0"/>
          </a:p>
          <a:p>
            <a:endParaRPr kumimoji="1" lang="en-US" altLang="ja-JP" dirty="0"/>
          </a:p>
          <a:p>
            <a:r>
              <a:rPr kumimoji="1" lang="ja-JP" altLang="en-US" dirty="0"/>
              <a:t>まず、メインウィンドウが小さいほど誤差が小さくなった要因として、</a:t>
            </a:r>
            <a:endParaRPr kumimoji="1" lang="en-US" altLang="ja-JP" dirty="0"/>
          </a:p>
          <a:p>
            <a:r>
              <a:rPr kumimoji="1" lang="ja-JP" altLang="en-US" dirty="0"/>
              <a:t>一次光子と同じエネルギー帯域に存在するコリメータを貫通する光子の影響が考えれる。つまり、メインウィンドウの幅を大きくすれば、一次光子の量も増えるが、それと同時にコリメータを貫通する光子の量も増加し誤差の要因となる。結果、メインウィンドウが小さいほど誤差が小さくなったと考えられる。</a:t>
            </a:r>
            <a:endParaRPr kumimoji="1" lang="en-US" altLang="ja-JP" dirty="0"/>
          </a:p>
          <a:p>
            <a:r>
              <a:rPr kumimoji="1" lang="ja-JP" altLang="en-US" dirty="0"/>
              <a:t>では、キャリブレーションファクタにおいて、サブウィンドウが小さいほうが誤差が小さくなった要因は、</a:t>
            </a:r>
            <a:endParaRPr kumimoji="1" lang="en-US" altLang="ja-JP" dirty="0"/>
          </a:p>
          <a:p>
            <a:r>
              <a:rPr kumimoji="1" lang="ja-JP" altLang="en-US" dirty="0"/>
              <a:t>サブウィンドウの幅を小さくすると、</a:t>
            </a:r>
            <a:r>
              <a:rPr kumimoji="1" lang="en-US" altLang="ja-JP" dirty="0"/>
              <a:t>tew</a:t>
            </a:r>
            <a:r>
              <a:rPr kumimoji="1" lang="ja-JP" altLang="en-US" dirty="0"/>
              <a:t>の対象であるコンプトン散乱の量よりも補正量が大きくなることが分かった。本来、過補正になれば誤差はマイナスとなるが、そうならなかったのは補正の対象とならないコリメータを貫通する光子の成分をあたかも補正したかのようになったためと考える。</a:t>
            </a:r>
            <a:endParaRPr kumimoji="1" lang="en-US" altLang="ja-JP" dirty="0"/>
          </a:p>
          <a:p>
            <a:r>
              <a:rPr kumimoji="1" lang="ja-JP" altLang="en-US" dirty="0"/>
              <a:t>以上の結果より、メインウィンドウとサブウィンドウのどちらも小さい</a:t>
            </a:r>
            <a:r>
              <a:rPr kumimoji="1" lang="en-US" altLang="ja-JP" dirty="0"/>
              <a:t>15%±5%</a:t>
            </a:r>
            <a:r>
              <a:rPr kumimoji="1" lang="ja-JP" altLang="en-US" dirty="0"/>
              <a:t>がキャリブレーションファクタを取得する際、最も誤差の少ない結果になったと考える。</a:t>
            </a:r>
            <a:endParaRPr kumimoji="1" lang="en-US" altLang="ja-JP" dirty="0"/>
          </a:p>
          <a:p>
            <a:endParaRPr kumimoji="1" lang="en-US" altLang="ja-JP" dirty="0"/>
          </a:p>
          <a:p>
            <a:r>
              <a:rPr kumimoji="1" lang="ja-JP" altLang="en-US" dirty="0"/>
              <a:t>しかし実際の線量測定で</a:t>
            </a:r>
            <a:r>
              <a:rPr kumimoji="1" lang="en-US" altLang="ja-JP" dirty="0"/>
              <a:t>15%±15%</a:t>
            </a:r>
            <a:r>
              <a:rPr kumimoji="1" lang="ja-JP" altLang="en-US" dirty="0"/>
              <a:t>が最も誤差が少なくなった要因として、コリメータを貫通する光子の影響が考えられる。</a:t>
            </a:r>
            <a:endParaRPr kumimoji="1" lang="en-US" altLang="ja-JP" dirty="0"/>
          </a:p>
          <a:p>
            <a:r>
              <a:rPr kumimoji="1" lang="ja-JP" altLang="en-US" dirty="0"/>
              <a:t>スライド右側に、コリメータを貫通した光子のみで作成した画像を提示するが、コリメータを貫通した光子はスター状に画像全体に分布しているが、キャリブレーションファクタを取得するために我々は点線源に対して</a:t>
            </a:r>
            <a:r>
              <a:rPr kumimoji="1" lang="en-US" altLang="ja-JP" dirty="0"/>
              <a:t>3㎝</a:t>
            </a:r>
            <a:r>
              <a:rPr kumimoji="1" lang="ja-JP" altLang="en-US" dirty="0"/>
              <a:t>の球状の関心領域を設定し、カウントを測定した。そのため、全てのコリメータを貫通する光子を考慮していないのに対して、円柱ファントムではあらゆる点において複雑に貫通光子の影響が出てくる。</a:t>
            </a:r>
            <a:endParaRPr kumimoji="1" lang="en-US" altLang="ja-JP" dirty="0"/>
          </a:p>
          <a:p>
            <a:r>
              <a:rPr kumimoji="1" lang="ja-JP" altLang="en-US" dirty="0"/>
              <a:t>設定ウィンドウ</a:t>
            </a:r>
            <a:r>
              <a:rPr kumimoji="1" lang="en-US" altLang="ja-JP" dirty="0"/>
              <a:t>15%±5%</a:t>
            </a:r>
            <a:r>
              <a:rPr kumimoji="1" lang="ja-JP" altLang="en-US" dirty="0"/>
              <a:t>では貫通光子の影響のないキャリブレーションファクターで貫通光子の影響のある円柱ファントムの線量を測定しているのに対して、</a:t>
            </a:r>
            <a:r>
              <a:rPr kumimoji="1" lang="en-US" altLang="ja-JP" dirty="0"/>
              <a:t>15</a:t>
            </a:r>
            <a:r>
              <a:rPr kumimoji="1" lang="ja-JP" altLang="en-US" dirty="0"/>
              <a:t>％</a:t>
            </a:r>
            <a:r>
              <a:rPr kumimoji="1" lang="en-US" altLang="ja-JP" dirty="0"/>
              <a:t>±15</a:t>
            </a:r>
            <a:r>
              <a:rPr kumimoji="1" lang="ja-JP" altLang="en-US" dirty="0"/>
              <a:t>％では貫通光子をある程度加味したキャリブレーションファクターで円柱ファントムの線量を測定しているため、より精度を高く測定できたと考える。</a:t>
            </a:r>
            <a:endParaRPr kumimoji="1" lang="en-US" altLang="ja-JP" dirty="0"/>
          </a:p>
          <a:p>
            <a:endParaRPr kumimoji="1" lang="en-US" altLang="ja-JP" dirty="0"/>
          </a:p>
          <a:p>
            <a:endParaRPr kumimoji="1" lang="en-US" altLang="ja-JP" dirty="0"/>
          </a:p>
          <a:p>
            <a:r>
              <a:rPr kumimoji="1" lang="ja-JP" altLang="en-US" dirty="0"/>
              <a:t>今回、キャリブレーションファクターを</a:t>
            </a:r>
            <a:r>
              <a:rPr kumimoji="1" lang="en-US" altLang="ja-JP" dirty="0"/>
              <a:t>1MBq</a:t>
            </a:r>
            <a:r>
              <a:rPr kumimoji="1" lang="ja-JP" altLang="en-US" dirty="0"/>
              <a:t>あたりのカウントの逆数であり、補正量の大きい</a:t>
            </a:r>
            <a:r>
              <a:rPr kumimoji="1" lang="en-US" altLang="ja-JP" dirty="0"/>
              <a:t>15%±5%</a:t>
            </a:r>
            <a:r>
              <a:rPr kumimoji="1" lang="ja-JP" altLang="en-US" dirty="0"/>
              <a:t>は</a:t>
            </a:r>
            <a:r>
              <a:rPr kumimoji="1" lang="en-US" altLang="ja-JP" dirty="0"/>
              <a:t>1MBq</a:t>
            </a:r>
            <a:r>
              <a:rPr kumimoji="1" lang="ja-JP" altLang="en-US" dirty="0"/>
              <a:t>あたりのカウントは他のウィンドウ設定より小さくなる。そのためキャリブレーションファクターは大きくなる。</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3A706EE-D91E-4A97-02FF-608683D6D3DC}"/>
              </a:ext>
            </a:extLst>
          </p:cNvPr>
          <p:cNvSpPr>
            <a:spLocks noGrp="1"/>
          </p:cNvSpPr>
          <p:nvPr>
            <p:ph type="sldNum" sz="quarter" idx="5"/>
          </p:nvPr>
        </p:nvSpPr>
        <p:spPr/>
        <p:txBody>
          <a:bodyPr/>
          <a:lstStyle/>
          <a:p>
            <a:fld id="{CB4F2A14-61EB-415A-BAFD-914A8086F740}" type="slidenum">
              <a:rPr kumimoji="1" lang="ja-JP" altLang="en-US" smtClean="0"/>
              <a:t>9</a:t>
            </a:fld>
            <a:endParaRPr kumimoji="1" lang="ja-JP" altLang="en-US"/>
          </a:p>
        </p:txBody>
      </p:sp>
    </p:spTree>
    <p:extLst>
      <p:ext uri="{BB962C8B-B14F-4D97-AF65-F5344CB8AC3E}">
        <p14:creationId xmlns:p14="http://schemas.microsoft.com/office/powerpoint/2010/main" val="280078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今回、低エネルギー高分解能コリメータと</a:t>
            </a:r>
            <a:r>
              <a:rPr kumimoji="1" lang="en-US" altLang="ja-JP" dirty="0"/>
              <a:t>I123</a:t>
            </a:r>
            <a:r>
              <a:rPr kumimoji="1" lang="ja-JP" altLang="en-US" dirty="0"/>
              <a:t>の組み合わせによる線量測定における</a:t>
            </a:r>
            <a:r>
              <a:rPr kumimoji="1" lang="en-US" altLang="ja-JP" dirty="0"/>
              <a:t>triple-energy-window</a:t>
            </a:r>
            <a:r>
              <a:rPr kumimoji="1" lang="ja-JP" altLang="en-US" dirty="0"/>
              <a:t>法の設定が定量性に及ぼす影響を調査した。</a:t>
            </a:r>
            <a:endParaRPr kumimoji="1" lang="en-US" altLang="ja-JP" dirty="0"/>
          </a:p>
          <a:p>
            <a:r>
              <a:rPr kumimoji="1" lang="ja-JP" altLang="en-US" dirty="0"/>
              <a:t>今回の調査では、点線源を</a:t>
            </a:r>
            <a:r>
              <a:rPr kumimoji="1" lang="en-US" altLang="ja-JP" dirty="0"/>
              <a:t>SPECT</a:t>
            </a:r>
            <a:r>
              <a:rPr kumimoji="1" lang="ja-JP" altLang="en-US" dirty="0"/>
              <a:t>収集してキャリブレーションファクターを求める際、メインウィンドウ</a:t>
            </a:r>
            <a:r>
              <a:rPr kumimoji="1" lang="en-US" altLang="ja-JP" dirty="0"/>
              <a:t>15%</a:t>
            </a:r>
            <a:r>
              <a:rPr kumimoji="1" lang="ja-JP" altLang="en-US" dirty="0"/>
              <a:t>サブウィンドウ</a:t>
            </a:r>
            <a:r>
              <a:rPr kumimoji="1" lang="en-US" altLang="ja-JP" dirty="0"/>
              <a:t>5%</a:t>
            </a:r>
            <a:r>
              <a:rPr kumimoji="1" lang="ja-JP" altLang="en-US" dirty="0"/>
              <a:t>の設定で求めると真値に対し最も誤差の少ない値を得ることができたが、これは散乱線を過補正したことにより、</a:t>
            </a:r>
            <a:r>
              <a:rPr kumimoji="1" lang="en-US" altLang="ja-JP" dirty="0"/>
              <a:t>triple-energy-window</a:t>
            </a:r>
            <a:r>
              <a:rPr kumimoji="1" lang="ja-JP" altLang="en-US" dirty="0"/>
              <a:t>法では補正できない貫通光子成分をあたかも補正したことによる影響であることが分かった。</a:t>
            </a:r>
            <a:endParaRPr kumimoji="1" lang="en-US" altLang="ja-JP" dirty="0"/>
          </a:p>
          <a:p>
            <a:r>
              <a:rPr kumimoji="1" lang="ja-JP" altLang="en-US" dirty="0"/>
              <a:t>実際の線量測定において定量誤差を少なくするためには、メインウィンドウ</a:t>
            </a:r>
            <a:r>
              <a:rPr kumimoji="1" lang="en-US" altLang="ja-JP" dirty="0"/>
              <a:t>15</a:t>
            </a:r>
            <a:r>
              <a:rPr kumimoji="1" lang="ja-JP" altLang="en-US" dirty="0"/>
              <a:t>％サブウィンドウ</a:t>
            </a:r>
            <a:r>
              <a:rPr kumimoji="1" lang="en-US" altLang="ja-JP" dirty="0"/>
              <a:t>15</a:t>
            </a:r>
            <a:r>
              <a:rPr kumimoji="1" lang="ja-JP" altLang="en-US" dirty="0"/>
              <a:t>％設定が最も定量誤差が少なくなった。これは実際の線量測定では、広範囲にわたる貫通光子成分の影響を加味する必要があったため。</a:t>
            </a:r>
            <a:endParaRPr kumimoji="1" lang="en-US" altLang="ja-JP" dirty="0"/>
          </a:p>
          <a:p>
            <a:r>
              <a:rPr kumimoji="1" lang="ja-JP" altLang="en-US" dirty="0"/>
              <a:t>しかし、全てのウィンドウ設定において、</a:t>
            </a:r>
            <a:r>
              <a:rPr kumimoji="1" lang="en-US" altLang="ja-JP" dirty="0"/>
              <a:t>10</a:t>
            </a:r>
            <a:r>
              <a:rPr kumimoji="1" lang="ja-JP" altLang="en-US" dirty="0"/>
              <a:t>％を超える定量誤差があり、この誤差をより小さくするためには貫通光子成分の補正が重要であることが分かった。</a:t>
            </a:r>
            <a:endParaRPr kumimoji="1" lang="en-US" altLang="ja-JP" dirty="0"/>
          </a:p>
        </p:txBody>
      </p:sp>
      <p:sp>
        <p:nvSpPr>
          <p:cNvPr id="4" name="スライド番号プレースホルダー 3"/>
          <p:cNvSpPr>
            <a:spLocks noGrp="1"/>
          </p:cNvSpPr>
          <p:nvPr>
            <p:ph type="sldNum" sz="quarter" idx="5"/>
          </p:nvPr>
        </p:nvSpPr>
        <p:spPr/>
        <p:txBody>
          <a:bodyPr/>
          <a:lstStyle/>
          <a:p>
            <a:fld id="{CB4F2A14-61EB-415A-BAFD-914A8086F740}" type="slidenum">
              <a:rPr kumimoji="1" lang="ja-JP" altLang="en-US" smtClean="0"/>
              <a:t>10</a:t>
            </a:fld>
            <a:endParaRPr kumimoji="1" lang="ja-JP" altLang="en-US"/>
          </a:p>
        </p:txBody>
      </p:sp>
    </p:spTree>
    <p:extLst>
      <p:ext uri="{BB962C8B-B14F-4D97-AF65-F5344CB8AC3E}">
        <p14:creationId xmlns:p14="http://schemas.microsoft.com/office/powerpoint/2010/main" val="607204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gradFill>
          <a:gsLst>
            <a:gs pos="0">
              <a:schemeClr val="accent1">
                <a:lumMod val="50000"/>
              </a:schemeClr>
            </a:gs>
            <a:gs pos="23000">
              <a:schemeClr val="accent1">
                <a:lumMod val="50000"/>
              </a:schemeClr>
            </a:gs>
            <a:gs pos="100000">
              <a:srgbClr val="154D71"/>
            </a:gs>
          </a:gsLst>
          <a:path path="circle">
            <a:fillToRect l="50000" t="50000" r="50000" b="50000"/>
          </a:path>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176A1B-B88D-C74D-7B8F-3479385EE8C1}"/>
              </a:ext>
            </a:extLst>
          </p:cNvPr>
          <p:cNvSpPr>
            <a:spLocks noGrp="1"/>
          </p:cNvSpPr>
          <p:nvPr>
            <p:ph type="ctrTitle"/>
          </p:nvPr>
        </p:nvSpPr>
        <p:spPr>
          <a:xfrm>
            <a:off x="1524000" y="1122363"/>
            <a:ext cx="9144000" cy="2387600"/>
          </a:xfrm>
          <a:ln>
            <a:noFill/>
          </a:ln>
        </p:spPr>
        <p:txBody>
          <a:bodyPr anchor="b"/>
          <a:lstStyle>
            <a:lvl1pPr algn="ctr">
              <a:defRPr sz="6000">
                <a:solidFill>
                  <a:schemeClr val="bg1"/>
                </a:solidFill>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13C0B960-E405-4E70-890D-9D407BEC42FC}"/>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113B01B-5642-206B-1F29-D71F3B812988}"/>
              </a:ext>
            </a:extLst>
          </p:cNvPr>
          <p:cNvSpPr>
            <a:spLocks noGrp="1"/>
          </p:cNvSpPr>
          <p:nvPr>
            <p:ph type="dt" sz="half" idx="10"/>
          </p:nvPr>
        </p:nvSpPr>
        <p:spPr/>
        <p:txBody>
          <a:bodyPr/>
          <a:lstStyle>
            <a:lvl1pPr>
              <a:defRPr>
                <a:solidFill>
                  <a:schemeClr val="bg1"/>
                </a:solidFill>
              </a:defRPr>
            </a:lvl1pPr>
          </a:lstStyle>
          <a:p>
            <a:fld id="{F8121DAA-21F6-4952-A04F-13CC3C2FCB3F}" type="datetimeFigureOut">
              <a:rPr lang="ja-JP" altLang="en-US" smtClean="0"/>
              <a:pPr/>
              <a:t>2024/10/28</a:t>
            </a:fld>
            <a:endParaRPr lang="ja-JP" altLang="en-US"/>
          </a:p>
        </p:txBody>
      </p:sp>
      <p:sp>
        <p:nvSpPr>
          <p:cNvPr id="5" name="フッター プレースホルダー 4">
            <a:extLst>
              <a:ext uri="{FF2B5EF4-FFF2-40B4-BE49-F238E27FC236}">
                <a16:creationId xmlns:a16="http://schemas.microsoft.com/office/drawing/2014/main" id="{902EB9A1-068A-6FEF-CB4A-A6188CEB01D4}"/>
              </a:ext>
            </a:extLst>
          </p:cNvPr>
          <p:cNvSpPr>
            <a:spLocks noGrp="1"/>
          </p:cNvSpPr>
          <p:nvPr>
            <p:ph type="ftr" sz="quarter" idx="11"/>
          </p:nvPr>
        </p:nvSpPr>
        <p:spPr/>
        <p:txBody>
          <a:bodyPr/>
          <a:lstStyle>
            <a:lvl1pPr>
              <a:defRPr>
                <a:solidFill>
                  <a:schemeClr val="bg1"/>
                </a:solidFill>
              </a:defRPr>
            </a:lvl1pPr>
          </a:lstStyle>
          <a:p>
            <a:endParaRPr lang="ja-JP" altLang="en-US"/>
          </a:p>
        </p:txBody>
      </p:sp>
      <p:sp>
        <p:nvSpPr>
          <p:cNvPr id="6" name="スライド番号プレースホルダー 5">
            <a:extLst>
              <a:ext uri="{FF2B5EF4-FFF2-40B4-BE49-F238E27FC236}">
                <a16:creationId xmlns:a16="http://schemas.microsoft.com/office/drawing/2014/main" id="{15F50E05-0C7D-8B34-7DA3-487F1AC24B55}"/>
              </a:ext>
            </a:extLst>
          </p:cNvPr>
          <p:cNvSpPr>
            <a:spLocks noGrp="1"/>
          </p:cNvSpPr>
          <p:nvPr>
            <p:ph type="sldNum" sz="quarter" idx="12"/>
          </p:nvPr>
        </p:nvSpPr>
        <p:spPr/>
        <p:txBody>
          <a:bodyPr/>
          <a:lstStyle>
            <a:lvl1pPr>
              <a:defRPr>
                <a:solidFill>
                  <a:schemeClr val="bg1"/>
                </a:solidFill>
              </a:defRPr>
            </a:lvl1pPr>
          </a:lstStyle>
          <a:p>
            <a:fld id="{CB18C6AA-6C8D-4905-8693-1FC5E6EEE344}" type="slidenum">
              <a:rPr lang="ja-JP" altLang="en-US" smtClean="0"/>
              <a:pPr/>
              <a:t>‹#›</a:t>
            </a:fld>
            <a:endParaRPr lang="ja-JP" altLang="en-US"/>
          </a:p>
        </p:txBody>
      </p:sp>
    </p:spTree>
    <p:extLst>
      <p:ext uri="{BB962C8B-B14F-4D97-AF65-F5344CB8AC3E}">
        <p14:creationId xmlns:p14="http://schemas.microsoft.com/office/powerpoint/2010/main" val="2149311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1102D5-EB9B-43A4-0F89-A4FBB2BEC55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EC6F0D6-A4B7-5D1C-9D9D-130896F7678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4E4D234-C8A9-86C7-6F63-DEC58A910364}"/>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B001ECB4-F2C8-0E78-7421-E687368A6EB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EADEE0-C0DB-8268-4780-EABA3A71E831}"/>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2236126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81D9AC-4475-6FEA-D984-3E3C1B11CFA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121174-9335-FB08-9810-B811BF29D8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A2DE7C2-C48C-C235-0146-EBEF78165F07}"/>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3EC5EA18-6858-6D8F-1A61-541F569D63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993CDB5-F15F-F2DD-7DA4-AB2DD94E7D7C}"/>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18039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3AA0CD-403B-2AE1-3FD1-5445F46659B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D7EAC1-057D-7D28-DA1F-CAAFCFD824D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E042CE9-E552-A0AF-7B11-F87B1A88174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CC6EE30-E6FC-537C-F3BF-A76C58CECDB3}"/>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6" name="フッター プレースホルダー 5">
            <a:extLst>
              <a:ext uri="{FF2B5EF4-FFF2-40B4-BE49-F238E27FC236}">
                <a16:creationId xmlns:a16="http://schemas.microsoft.com/office/drawing/2014/main" id="{7430D673-2924-5583-C82D-586E24D03D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F6F8DE5-CC7C-D620-19AA-89FDEDBCF671}"/>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357574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3D2707-E69C-0811-DD52-4A684CF05BA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92050A-00D8-D005-C30A-A6413C57D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7F01891-C43F-DDCA-F9C1-0A313614F47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1C57EFB-77AA-5DCD-7BB1-B4F1F635F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28F4CEF-BE30-9C72-E91B-94A02CB1BD6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BD504A-4227-F03B-60FC-371CD4FB8BF2}"/>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8" name="フッター プレースホルダー 7">
            <a:extLst>
              <a:ext uri="{FF2B5EF4-FFF2-40B4-BE49-F238E27FC236}">
                <a16:creationId xmlns:a16="http://schemas.microsoft.com/office/drawing/2014/main" id="{A28F2939-0B50-B5D9-C674-E46DA533551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D59706-6DE4-E23C-0003-E13926C176C9}"/>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3552859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219B78-7967-26C9-D146-47A319CA170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6DC01F4-D610-A11A-0570-B0326BDB3A8A}"/>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4" name="フッター プレースホルダー 3">
            <a:extLst>
              <a:ext uri="{FF2B5EF4-FFF2-40B4-BE49-F238E27FC236}">
                <a16:creationId xmlns:a16="http://schemas.microsoft.com/office/drawing/2014/main" id="{A01AD91F-4A02-97F9-098A-978C22EE7B6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D3A3EAF-A79C-3EA2-ECC2-54FDC2DCD3CC}"/>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348810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145309D-5753-0FDA-21BB-F1489513935D}"/>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3" name="フッター プレースホルダー 2">
            <a:extLst>
              <a:ext uri="{FF2B5EF4-FFF2-40B4-BE49-F238E27FC236}">
                <a16:creationId xmlns:a16="http://schemas.microsoft.com/office/drawing/2014/main" id="{F57DA462-43F6-A094-71AF-0B13D72A299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3CF6766-373E-B13A-6B4C-1CB40E3D0D9A}"/>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123628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F19462-7150-4A1F-AAEC-4C86AD45C5E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E7CF485-9853-1060-1A34-D6959DE79E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D1ABC1A-0B3B-804D-73B5-D5D7A5088D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9FC14E9-AEC2-D0D1-704D-CDCC42F2E042}"/>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6" name="フッター プレースホルダー 5">
            <a:extLst>
              <a:ext uri="{FF2B5EF4-FFF2-40B4-BE49-F238E27FC236}">
                <a16:creationId xmlns:a16="http://schemas.microsoft.com/office/drawing/2014/main" id="{9A2D958F-F89A-B807-AFF1-4ED4E7D945A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C786A73-70DD-2403-52BD-7B06C18B7F68}"/>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1158539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F32F34-FB6C-D939-67B9-E9FE728BB3C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3B145FD-0FA3-4697-B0DC-1591F93A4C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0982FF2-E1EE-03D5-0FCA-AD0DCCF41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21F6F61-C842-648F-73D6-A84B54921403}"/>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6" name="フッター プレースホルダー 5">
            <a:extLst>
              <a:ext uri="{FF2B5EF4-FFF2-40B4-BE49-F238E27FC236}">
                <a16:creationId xmlns:a16="http://schemas.microsoft.com/office/drawing/2014/main" id="{F73ADB48-A8B5-C9A8-A380-76350FB7B4F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E09F16E-433C-F395-741A-22F0EA2DF2E5}"/>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1671291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B54E1-E388-BC76-41DD-ED9C41DB63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89FF67-1C36-5429-335C-56A50053CFA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7FF7C34-680E-7D98-0698-67CA1DC0FDE6}"/>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C0CDB764-4931-E61A-F9CB-7DB8F0A31C8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68DF96-CE03-FC78-5180-F7604C41454D}"/>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1666970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BFBA04D-B826-64D6-D64C-5F1E0FFD789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899458-F66D-E1CB-D497-943C84D68B3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ED817-6B57-DAFC-8586-F92C4DD7F25F}"/>
              </a:ext>
            </a:extLst>
          </p:cNvPr>
          <p:cNvSpPr>
            <a:spLocks noGrp="1"/>
          </p:cNvSpPr>
          <p:nvPr>
            <p:ph type="dt" sz="half" idx="10"/>
          </p:nvPr>
        </p:nvSpPr>
        <p:spPr/>
        <p:txBody>
          <a:bodyPr/>
          <a:lstStyle/>
          <a:p>
            <a:fld id="{F8121DAA-21F6-4952-A04F-13CC3C2FCB3F}" type="datetimeFigureOut">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6A8CF9D0-E6D2-33D9-2678-7BAD0204F7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9B7F5C-8436-FBE0-D2A8-A01DCD62A37C}"/>
              </a:ext>
            </a:extLst>
          </p:cNvPr>
          <p:cNvSpPr>
            <a:spLocks noGrp="1"/>
          </p:cNvSpPr>
          <p:nvPr>
            <p:ph type="sldNum" sz="quarter" idx="12"/>
          </p:nvPr>
        </p:nvSpPr>
        <p:spPr/>
        <p:txBody>
          <a:bodyPr/>
          <a:lstStyle/>
          <a:p>
            <a:fld id="{CB18C6AA-6C8D-4905-8693-1FC5E6EEE344}" type="slidenum">
              <a:rPr kumimoji="1" lang="ja-JP" altLang="en-US" smtClean="0"/>
              <a:t>‹#›</a:t>
            </a:fld>
            <a:endParaRPr kumimoji="1" lang="ja-JP" altLang="en-US"/>
          </a:p>
        </p:txBody>
      </p:sp>
    </p:spTree>
    <p:extLst>
      <p:ext uri="{BB962C8B-B14F-4D97-AF65-F5344CB8AC3E}">
        <p14:creationId xmlns:p14="http://schemas.microsoft.com/office/powerpoint/2010/main" val="73439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lumMod val="50000"/>
              </a:schemeClr>
            </a:gs>
            <a:gs pos="23000">
              <a:schemeClr val="accent1">
                <a:lumMod val="50000"/>
              </a:schemeClr>
            </a:gs>
            <a:gs pos="100000">
              <a:srgbClr val="154D71"/>
            </a:gs>
          </a:gsLst>
          <a:path path="circle">
            <a:fillToRect l="50000" t="50000" r="50000" b="50000"/>
          </a:path>
        </a:gra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6CE078C-E779-A123-6D9F-FCAEE86F1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885FB9C-468C-D220-C9BC-BA4547226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AA7358-7915-D343-5145-F087E711EA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F8121DAA-21F6-4952-A04F-13CC3C2FCB3F}" type="datetimeFigureOut">
              <a:rPr lang="ja-JP" altLang="en-US" smtClean="0"/>
              <a:pPr/>
              <a:t>2024/10/28</a:t>
            </a:fld>
            <a:endParaRPr lang="ja-JP" altLang="en-US"/>
          </a:p>
        </p:txBody>
      </p:sp>
      <p:sp>
        <p:nvSpPr>
          <p:cNvPr id="5" name="フッター プレースホルダー 4">
            <a:extLst>
              <a:ext uri="{FF2B5EF4-FFF2-40B4-BE49-F238E27FC236}">
                <a16:creationId xmlns:a16="http://schemas.microsoft.com/office/drawing/2014/main" id="{2FFDBF50-3B4D-9B38-952E-99C0D1CC70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ja-JP" altLang="en-US"/>
          </a:p>
        </p:txBody>
      </p:sp>
      <p:sp>
        <p:nvSpPr>
          <p:cNvPr id="6" name="スライド番号プレースホルダー 5">
            <a:extLst>
              <a:ext uri="{FF2B5EF4-FFF2-40B4-BE49-F238E27FC236}">
                <a16:creationId xmlns:a16="http://schemas.microsoft.com/office/drawing/2014/main" id="{037F4021-E0A4-B07E-7E21-36D132946A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CB18C6AA-6C8D-4905-8693-1FC5E6EEE344}" type="slidenum">
              <a:rPr lang="ja-JP" altLang="en-US" smtClean="0"/>
              <a:pPr/>
              <a:t>‹#›</a:t>
            </a:fld>
            <a:endParaRPr lang="ja-JP" altLang="en-US"/>
          </a:p>
        </p:txBody>
      </p:sp>
    </p:spTree>
    <p:extLst>
      <p:ext uri="{BB962C8B-B14F-4D97-AF65-F5344CB8AC3E}">
        <p14:creationId xmlns:p14="http://schemas.microsoft.com/office/powerpoint/2010/main" val="341416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gif"/><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0"/>
              </a:schemeClr>
            </a:gs>
            <a:gs pos="23000">
              <a:schemeClr val="accent1">
                <a:lumMod val="50000"/>
              </a:schemeClr>
            </a:gs>
            <a:gs pos="100000">
              <a:srgbClr val="154D7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DA12D6-2E60-5739-B554-63E51B3A7223}"/>
              </a:ext>
            </a:extLst>
          </p:cNvPr>
          <p:cNvSpPr>
            <a:spLocks noGrp="1"/>
          </p:cNvSpPr>
          <p:nvPr>
            <p:ph type="ctrTitle"/>
          </p:nvPr>
        </p:nvSpPr>
        <p:spPr>
          <a:xfrm>
            <a:off x="624114" y="1252991"/>
            <a:ext cx="10943772" cy="2387600"/>
          </a:xfrm>
        </p:spPr>
        <p:txBody>
          <a:bodyPr>
            <a:normAutofit fontScale="90000"/>
          </a:bodyPr>
          <a:lstStyle/>
          <a:p>
            <a:r>
              <a:rPr kumimoji="1" lang="en-US" altLang="ja-JP" b="1" dirty="0"/>
              <a:t>123I</a:t>
            </a:r>
            <a:r>
              <a:rPr kumimoji="1" lang="ja-JP" altLang="en-US" b="1" dirty="0"/>
              <a:t>線量測定における</a:t>
            </a:r>
            <a:br>
              <a:rPr kumimoji="1" lang="en-US" altLang="ja-JP" b="1" dirty="0"/>
            </a:br>
            <a:r>
              <a:rPr kumimoji="1" lang="en-US" altLang="ja-JP" b="1" dirty="0"/>
              <a:t>T</a:t>
            </a:r>
            <a:r>
              <a:rPr lang="en-US" altLang="ja-JP" b="1" dirty="0"/>
              <a:t>riple-Energy-Window</a:t>
            </a:r>
            <a:r>
              <a:rPr lang="ja-JP" altLang="en-US" b="1" dirty="0"/>
              <a:t>法</a:t>
            </a:r>
            <a:r>
              <a:rPr kumimoji="1" lang="ja-JP" altLang="en-US" b="1" dirty="0"/>
              <a:t>の影響</a:t>
            </a:r>
            <a:br>
              <a:rPr kumimoji="1" lang="en-US" altLang="ja-JP" b="1" dirty="0"/>
            </a:br>
            <a:r>
              <a:rPr kumimoji="1" lang="ja-JP" altLang="en-US" sz="1600" b="1" dirty="0"/>
              <a:t>　</a:t>
            </a:r>
            <a:br>
              <a:rPr kumimoji="1" lang="en-US" altLang="ja-JP" b="1" dirty="0"/>
            </a:br>
            <a:r>
              <a:rPr kumimoji="1" lang="ja-JP" altLang="en-US" sz="3600" b="1" dirty="0"/>
              <a:t>モンテカルロシミュレーションによる評価</a:t>
            </a:r>
            <a:endParaRPr kumimoji="1" lang="ja-JP" altLang="en-US" b="1" dirty="0"/>
          </a:p>
        </p:txBody>
      </p:sp>
      <p:sp>
        <p:nvSpPr>
          <p:cNvPr id="3" name="字幕 2">
            <a:extLst>
              <a:ext uri="{FF2B5EF4-FFF2-40B4-BE49-F238E27FC236}">
                <a16:creationId xmlns:a16="http://schemas.microsoft.com/office/drawing/2014/main" id="{F9B5FB9A-23CF-9110-F0D2-914E9A540795}"/>
              </a:ext>
            </a:extLst>
          </p:cNvPr>
          <p:cNvSpPr>
            <a:spLocks noGrp="1"/>
          </p:cNvSpPr>
          <p:nvPr>
            <p:ph type="subTitle" idx="1"/>
          </p:nvPr>
        </p:nvSpPr>
        <p:spPr>
          <a:xfrm>
            <a:off x="1407886" y="4777128"/>
            <a:ext cx="9144000" cy="1655762"/>
          </a:xfrm>
        </p:spPr>
        <p:txBody>
          <a:bodyPr/>
          <a:lstStyle/>
          <a:p>
            <a:r>
              <a:rPr kumimoji="1" lang="ja-JP" altLang="en-US" dirty="0"/>
              <a:t>東海大学医学部付属病院</a:t>
            </a:r>
            <a:endParaRPr kumimoji="1" lang="en-US" altLang="ja-JP" dirty="0"/>
          </a:p>
          <a:p>
            <a:r>
              <a:rPr lang="ja-JP" altLang="en-US" dirty="0"/>
              <a:t>本田裕司　山下高史　小林凛也</a:t>
            </a:r>
            <a:endParaRPr kumimoji="1" lang="ja-JP" altLang="en-US" dirty="0"/>
          </a:p>
        </p:txBody>
      </p:sp>
    </p:spTree>
    <p:extLst>
      <p:ext uri="{BB962C8B-B14F-4D97-AF65-F5344CB8AC3E}">
        <p14:creationId xmlns:p14="http://schemas.microsoft.com/office/powerpoint/2010/main" val="3080211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2DD103A-3DFD-8F3B-1983-832708DC3708}"/>
              </a:ext>
            </a:extLst>
          </p:cNvPr>
          <p:cNvSpPr/>
          <p:nvPr/>
        </p:nvSpPr>
        <p:spPr>
          <a:xfrm>
            <a:off x="1130283" y="4676523"/>
            <a:ext cx="9931431" cy="1502445"/>
          </a:xfrm>
          <a:prstGeom prst="rect">
            <a:avLst/>
          </a:prstGeom>
          <a:effectLst>
            <a:outerShdw blurRad="50800" dist="38100" dir="2700000" algn="tl" rotWithShape="0">
              <a:prstClr val="black">
                <a:alpha val="40000"/>
              </a:prstClr>
            </a:outerShdw>
          </a:effectLst>
        </p:spPr>
        <p:txBody>
          <a:bodyPr lIns="0" tIns="0" rIns="0" bIns="0">
            <a:noAutofit/>
          </a:bodyPr>
          <a:lstStyle/>
          <a:p>
            <a:pPr indent="0" algn="ctr">
              <a:lnSpc>
                <a:spcPct val="150000"/>
              </a:lnSpc>
            </a:pPr>
            <a:r>
              <a:rPr lang="ja" sz="3200" dirty="0">
                <a:solidFill>
                  <a:schemeClr val="bg1"/>
                </a:solidFill>
                <a:latin typeface="Times New Roman" panose="02020603050405020304" pitchFamily="18" charset="0"/>
                <a:ea typeface="ＭＳ Ｐゴシック" pitchFamily="50" charset="-128"/>
                <a:cs typeface="Times New Roman" panose="02020603050405020304" pitchFamily="18" charset="0"/>
              </a:rPr>
              <a:t>演題発表に関連し</a:t>
            </a:r>
            <a:r>
              <a:rPr lang="ja-JP" altLang="en-US" sz="3200" dirty="0" err="1">
                <a:solidFill>
                  <a:schemeClr val="bg1"/>
                </a:solidFill>
                <a:latin typeface="Times New Roman" panose="02020603050405020304" pitchFamily="18" charset="0"/>
                <a:ea typeface="ＭＳ Ｐゴシック" pitchFamily="50" charset="-128"/>
                <a:cs typeface="Times New Roman" panose="02020603050405020304" pitchFamily="18" charset="0"/>
              </a:rPr>
              <a:t>，</a:t>
            </a:r>
            <a:r>
              <a:rPr lang="ja" sz="3200" dirty="0">
                <a:solidFill>
                  <a:schemeClr val="bg1"/>
                </a:solidFill>
                <a:latin typeface="Times New Roman" panose="02020603050405020304" pitchFamily="18" charset="0"/>
                <a:ea typeface="ＭＳ Ｐゴシック" pitchFamily="50" charset="-128"/>
                <a:cs typeface="Times New Roman" panose="02020603050405020304" pitchFamily="18" charset="0"/>
              </a:rPr>
              <a:t>開示すべき</a:t>
            </a:r>
            <a:r>
              <a:rPr lang="en-US" altLang="ja-JP" sz="3200" dirty="0">
                <a:solidFill>
                  <a:schemeClr val="bg1"/>
                </a:solidFill>
                <a:latin typeface="Times New Roman" panose="02020603050405020304" pitchFamily="18" charset="0"/>
                <a:ea typeface="ＭＳ Ｐゴシック" pitchFamily="50" charset="-128"/>
                <a:cs typeface="Times New Roman" panose="02020603050405020304" pitchFamily="18" charset="0"/>
              </a:rPr>
              <a:t>COI</a:t>
            </a:r>
            <a:r>
              <a:rPr lang="ja" sz="3200" dirty="0">
                <a:solidFill>
                  <a:schemeClr val="bg1"/>
                </a:solidFill>
                <a:latin typeface="Times New Roman" panose="02020603050405020304" pitchFamily="18" charset="0"/>
                <a:ea typeface="ＭＳ Ｐゴシック" pitchFamily="50" charset="-128"/>
                <a:cs typeface="Times New Roman" panose="02020603050405020304" pitchFamily="18" charset="0"/>
              </a:rPr>
              <a:t>関係にある</a:t>
            </a:r>
            <a:endParaRPr lang="en-US" altLang="ja" sz="3200" dirty="0">
              <a:solidFill>
                <a:schemeClr val="bg1"/>
              </a:solidFill>
              <a:latin typeface="Times New Roman" panose="02020603050405020304" pitchFamily="18" charset="0"/>
              <a:ea typeface="ＭＳ Ｐゴシック" pitchFamily="50" charset="-128"/>
              <a:cs typeface="Times New Roman" panose="02020603050405020304" pitchFamily="18" charset="0"/>
            </a:endParaRPr>
          </a:p>
          <a:p>
            <a:pPr indent="0" algn="ctr">
              <a:lnSpc>
                <a:spcPct val="150000"/>
              </a:lnSpc>
            </a:pPr>
            <a:r>
              <a:rPr lang="ja" sz="3200" dirty="0">
                <a:solidFill>
                  <a:schemeClr val="bg1"/>
                </a:solidFill>
                <a:latin typeface="Times New Roman" panose="02020603050405020304" pitchFamily="18" charset="0"/>
                <a:ea typeface="ＭＳ Ｐゴシック" pitchFamily="50" charset="-128"/>
                <a:cs typeface="Times New Roman" panose="02020603050405020304" pitchFamily="18" charset="0"/>
              </a:rPr>
              <a:t>企業などはありません</a:t>
            </a:r>
            <a:r>
              <a:rPr lang="ja-JP" altLang="en-US" sz="3200" dirty="0" err="1">
                <a:solidFill>
                  <a:schemeClr val="bg1"/>
                </a:solidFill>
                <a:latin typeface="Times New Roman" panose="02020603050405020304" pitchFamily="18" charset="0"/>
                <a:ea typeface="ＭＳ Ｐゴシック" pitchFamily="50" charset="-128"/>
                <a:cs typeface="Times New Roman" panose="02020603050405020304" pitchFamily="18" charset="0"/>
              </a:rPr>
              <a:t>．</a:t>
            </a:r>
            <a:endParaRPr lang="ja" sz="3200" dirty="0">
              <a:solidFill>
                <a:schemeClr val="bg1"/>
              </a:solidFill>
              <a:latin typeface="Times New Roman" panose="02020603050405020304" pitchFamily="18" charset="0"/>
              <a:ea typeface="ＭＳ Ｐゴシック" pitchFamily="50" charset="-128"/>
              <a:cs typeface="Times New Roman" panose="02020603050405020304" pitchFamily="18" charset="0"/>
            </a:endParaRPr>
          </a:p>
        </p:txBody>
      </p:sp>
      <p:sp>
        <p:nvSpPr>
          <p:cNvPr id="3" name="テキスト ボックス 2">
            <a:extLst>
              <a:ext uri="{FF2B5EF4-FFF2-40B4-BE49-F238E27FC236}">
                <a16:creationId xmlns:a16="http://schemas.microsoft.com/office/drawing/2014/main" id="{0B424A30-2063-B823-E90A-D6AEBE65B340}"/>
              </a:ext>
            </a:extLst>
          </p:cNvPr>
          <p:cNvSpPr txBox="1"/>
          <p:nvPr/>
        </p:nvSpPr>
        <p:spPr>
          <a:xfrm>
            <a:off x="2526753" y="922674"/>
            <a:ext cx="7138493" cy="2769989"/>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ja-JP" altLang="en-US" sz="6000" dirty="0">
                <a:solidFill>
                  <a:schemeClr val="bg1"/>
                </a:solidFill>
                <a:latin typeface="Times New Roman" panose="02020603050405020304" pitchFamily="18" charset="0"/>
                <a:ea typeface="ＭＳ Ｐゴシック" pitchFamily="50" charset="-128"/>
                <a:cs typeface="Times New Roman" panose="02020603050405020304" pitchFamily="18" charset="0"/>
              </a:rPr>
              <a:t>日本核医学技術学会</a:t>
            </a:r>
            <a:endParaRPr kumimoji="1" lang="en-US" altLang="ja-JP" sz="6000" dirty="0">
              <a:solidFill>
                <a:schemeClr val="bg1"/>
              </a:solidFill>
              <a:latin typeface="Times New Roman" panose="02020603050405020304" pitchFamily="18" charset="0"/>
              <a:ea typeface="ＭＳ Ｐゴシック" pitchFamily="50" charset="-128"/>
              <a:cs typeface="Times New Roman" panose="02020603050405020304" pitchFamily="18" charset="0"/>
            </a:endParaRPr>
          </a:p>
          <a:p>
            <a:r>
              <a:rPr lang="ja-JP" altLang="en-US" sz="4400" dirty="0">
                <a:solidFill>
                  <a:schemeClr val="bg1"/>
                </a:solidFill>
                <a:latin typeface="Times New Roman" panose="02020603050405020304" pitchFamily="18" charset="0"/>
                <a:ea typeface="ＭＳ Ｐゴシック" pitchFamily="50" charset="-128"/>
                <a:cs typeface="Times New Roman" panose="02020603050405020304" pitchFamily="18" charset="0"/>
              </a:rPr>
              <a:t>　　　　</a:t>
            </a:r>
            <a:r>
              <a:rPr lang="ja-JP" altLang="en-US" sz="5400" dirty="0">
                <a:solidFill>
                  <a:schemeClr val="bg1"/>
                </a:solidFill>
                <a:latin typeface="Times New Roman" panose="02020603050405020304" pitchFamily="18" charset="0"/>
                <a:ea typeface="ＭＳ Ｐゴシック" pitchFamily="50" charset="-128"/>
                <a:cs typeface="Times New Roman" panose="02020603050405020304" pitchFamily="18" charset="0"/>
              </a:rPr>
              <a:t>　</a:t>
            </a:r>
            <a:r>
              <a:rPr lang="en-US" altLang="ja-JP" sz="5400" dirty="0">
                <a:solidFill>
                  <a:schemeClr val="bg1"/>
                </a:solidFill>
                <a:latin typeface="Times New Roman" panose="02020603050405020304" pitchFamily="18" charset="0"/>
                <a:ea typeface="ＭＳ Ｐゴシック" pitchFamily="50" charset="-128"/>
                <a:cs typeface="Times New Roman" panose="02020603050405020304" pitchFamily="18" charset="0"/>
              </a:rPr>
              <a:t>COI</a:t>
            </a:r>
            <a:r>
              <a:rPr lang="ja-JP" altLang="en-US" sz="5400" dirty="0">
                <a:solidFill>
                  <a:schemeClr val="bg1"/>
                </a:solidFill>
                <a:latin typeface="Times New Roman" panose="02020603050405020304" pitchFamily="18" charset="0"/>
                <a:ea typeface="ＭＳ Ｐゴシック" pitchFamily="50" charset="-128"/>
                <a:cs typeface="Times New Roman" panose="02020603050405020304" pitchFamily="18" charset="0"/>
              </a:rPr>
              <a:t>開示</a:t>
            </a:r>
            <a:endParaRPr lang="en-US" altLang="ja-JP" sz="5400" dirty="0">
              <a:solidFill>
                <a:schemeClr val="bg1"/>
              </a:solidFill>
              <a:latin typeface="Times New Roman" panose="02020603050405020304" pitchFamily="18" charset="0"/>
              <a:ea typeface="ＭＳ Ｐゴシック" pitchFamily="50" charset="-128"/>
              <a:cs typeface="Times New Roman" panose="02020603050405020304" pitchFamily="18" charset="0"/>
            </a:endParaRPr>
          </a:p>
          <a:p>
            <a:endParaRPr lang="en-US" altLang="ja-JP" sz="2400" dirty="0">
              <a:solidFill>
                <a:schemeClr val="bg1"/>
              </a:solidFill>
              <a:latin typeface="Times New Roman" panose="02020603050405020304" pitchFamily="18" charset="0"/>
              <a:ea typeface="ＭＳ Ｐゴシック" pitchFamily="50" charset="-128"/>
              <a:cs typeface="Times New Roman" panose="02020603050405020304" pitchFamily="18" charset="0"/>
            </a:endParaRPr>
          </a:p>
          <a:p>
            <a:r>
              <a:rPr kumimoji="1" lang="ja-JP" altLang="en-US" sz="3600" dirty="0">
                <a:solidFill>
                  <a:schemeClr val="bg1"/>
                </a:solidFill>
                <a:latin typeface="Times New Roman" panose="02020603050405020304" pitchFamily="18" charset="0"/>
                <a:ea typeface="ＭＳ Ｐゴシック" pitchFamily="50" charset="-128"/>
                <a:cs typeface="Times New Roman" panose="02020603050405020304" pitchFamily="18" charset="0"/>
              </a:rPr>
              <a:t>　　　筆頭発表者名：本田　裕司</a:t>
            </a:r>
          </a:p>
        </p:txBody>
      </p:sp>
    </p:spTree>
    <p:extLst>
      <p:ext uri="{BB962C8B-B14F-4D97-AF65-F5344CB8AC3E}">
        <p14:creationId xmlns:p14="http://schemas.microsoft.com/office/powerpoint/2010/main" val="177538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E1A09-2EE8-258B-37AA-BEC3F952E114}"/>
              </a:ext>
            </a:extLst>
          </p:cNvPr>
          <p:cNvSpPr>
            <a:spLocks noGrp="1"/>
          </p:cNvSpPr>
          <p:nvPr>
            <p:ph type="title"/>
          </p:nvPr>
        </p:nvSpPr>
        <p:spPr>
          <a:xfrm>
            <a:off x="838200" y="10553"/>
            <a:ext cx="10515600" cy="1325563"/>
          </a:xfrm>
        </p:spPr>
        <p:txBody>
          <a:bodyPr/>
          <a:lstStyle/>
          <a:p>
            <a:pPr algn="ctr"/>
            <a:r>
              <a:rPr kumimoji="1" lang="ja-JP" altLang="en-US" dirty="0"/>
              <a:t>背景</a:t>
            </a:r>
          </a:p>
        </p:txBody>
      </p:sp>
      <p:graphicFrame>
        <p:nvGraphicFramePr>
          <p:cNvPr id="14" name="グラフ 13">
            <a:extLst>
              <a:ext uri="{FF2B5EF4-FFF2-40B4-BE49-F238E27FC236}">
                <a16:creationId xmlns:a16="http://schemas.microsoft.com/office/drawing/2014/main" id="{3CD533FE-80A5-9BB2-C867-364834135289}"/>
              </a:ext>
            </a:extLst>
          </p:cNvPr>
          <p:cNvGraphicFramePr>
            <a:graphicFrameLocks/>
          </p:cNvGraphicFramePr>
          <p:nvPr>
            <p:extLst>
              <p:ext uri="{D42A27DB-BD31-4B8C-83A1-F6EECF244321}">
                <p14:modId xmlns:p14="http://schemas.microsoft.com/office/powerpoint/2010/main" val="4147016917"/>
              </p:ext>
            </p:extLst>
          </p:nvPr>
        </p:nvGraphicFramePr>
        <p:xfrm>
          <a:off x="6617448" y="2597743"/>
          <a:ext cx="4736352" cy="2823882"/>
        </p:xfrm>
        <a:graphic>
          <a:graphicData uri="http://schemas.openxmlformats.org/drawingml/2006/chart">
            <c:chart xmlns:c="http://schemas.openxmlformats.org/drawingml/2006/chart" xmlns:r="http://schemas.openxmlformats.org/officeDocument/2006/relationships" r:id="rId3"/>
          </a:graphicData>
        </a:graphic>
      </p:graphicFrame>
      <p:pic>
        <p:nvPicPr>
          <p:cNvPr id="13" name="図 12" descr="白黒の写真&#10;&#10;低い精度で自動的に生成された説明">
            <a:extLst>
              <a:ext uri="{FF2B5EF4-FFF2-40B4-BE49-F238E27FC236}">
                <a16:creationId xmlns:a16="http://schemas.microsoft.com/office/drawing/2014/main" id="{58EB2E6D-AAE8-D7EF-7C63-8FC64181C3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8625" y="3844068"/>
            <a:ext cx="2338525" cy="2338525"/>
          </a:xfrm>
          <a:prstGeom prst="rect">
            <a:avLst/>
          </a:prstGeom>
          <a:ln w="28575">
            <a:solidFill>
              <a:schemeClr val="accent6"/>
            </a:solidFill>
          </a:ln>
        </p:spPr>
      </p:pic>
      <p:grpSp>
        <p:nvGrpSpPr>
          <p:cNvPr id="46" name="グループ化 45">
            <a:extLst>
              <a:ext uri="{FF2B5EF4-FFF2-40B4-BE49-F238E27FC236}">
                <a16:creationId xmlns:a16="http://schemas.microsoft.com/office/drawing/2014/main" id="{9502D1D2-E895-E4C5-69BD-327D267058A8}"/>
              </a:ext>
            </a:extLst>
          </p:cNvPr>
          <p:cNvGrpSpPr/>
          <p:nvPr/>
        </p:nvGrpSpPr>
        <p:grpSpPr>
          <a:xfrm>
            <a:off x="3559917" y="1428480"/>
            <a:ext cx="2338525" cy="2347761"/>
            <a:chOff x="9609735" y="744784"/>
            <a:chExt cx="2338525" cy="2347761"/>
          </a:xfrm>
        </p:grpSpPr>
        <p:pic>
          <p:nvPicPr>
            <p:cNvPr id="22" name="図 21" descr="クマ, 建物, テディ, 巣箱 が含まれている画像&#10;&#10;自動的に生成された説明">
              <a:extLst>
                <a:ext uri="{FF2B5EF4-FFF2-40B4-BE49-F238E27FC236}">
                  <a16:creationId xmlns:a16="http://schemas.microsoft.com/office/drawing/2014/main" id="{5FC1E403-8C4E-38C9-87DB-E51142EBA7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9735" y="744785"/>
              <a:ext cx="2338525" cy="2338525"/>
            </a:xfrm>
            <a:prstGeom prst="rect">
              <a:avLst/>
            </a:prstGeom>
            <a:ln w="28575">
              <a:solidFill>
                <a:schemeClr val="accent4">
                  <a:lumMod val="60000"/>
                  <a:lumOff val="40000"/>
                </a:schemeClr>
              </a:solidFill>
            </a:ln>
          </p:spPr>
        </p:pic>
        <p:cxnSp>
          <p:nvCxnSpPr>
            <p:cNvPr id="33" name="直線コネクタ 32">
              <a:extLst>
                <a:ext uri="{FF2B5EF4-FFF2-40B4-BE49-F238E27FC236}">
                  <a16:creationId xmlns:a16="http://schemas.microsoft.com/office/drawing/2014/main" id="{3AA60042-B1D8-F9F8-9B1D-B6D11C1C7D98}"/>
                </a:ext>
              </a:extLst>
            </p:cNvPr>
            <p:cNvCxnSpPr>
              <a:cxnSpLocks/>
            </p:cNvCxnSpPr>
            <p:nvPr/>
          </p:nvCxnSpPr>
          <p:spPr>
            <a:xfrm>
              <a:off x="10637543" y="1747330"/>
              <a:ext cx="1290953" cy="0"/>
            </a:xfrm>
            <a:prstGeom prst="line">
              <a:avLst/>
            </a:prstGeom>
            <a:ln w="28575">
              <a:solidFill>
                <a:srgbClr val="FFFF00"/>
              </a:solidFill>
              <a:prstDash val="dash"/>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EE767AEC-01F2-A889-ACFB-F63B35982CBE}"/>
                </a:ext>
              </a:extLst>
            </p:cNvPr>
            <p:cNvCxnSpPr>
              <a:cxnSpLocks/>
            </p:cNvCxnSpPr>
            <p:nvPr/>
          </p:nvCxnSpPr>
          <p:spPr>
            <a:xfrm>
              <a:off x="9646943" y="1753775"/>
              <a:ext cx="692960" cy="0"/>
            </a:xfrm>
            <a:prstGeom prst="line">
              <a:avLst/>
            </a:prstGeom>
            <a:ln w="28575">
              <a:solidFill>
                <a:srgbClr val="FFFF00"/>
              </a:solidFill>
              <a:prstDash val="dash"/>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AC8E14F1-FA3C-3C06-54C3-7EAC49A10C56}"/>
                </a:ext>
              </a:extLst>
            </p:cNvPr>
            <p:cNvCxnSpPr>
              <a:cxnSpLocks/>
            </p:cNvCxnSpPr>
            <p:nvPr/>
          </p:nvCxnSpPr>
          <p:spPr>
            <a:xfrm>
              <a:off x="10492508" y="744784"/>
              <a:ext cx="0" cy="736762"/>
            </a:xfrm>
            <a:prstGeom prst="line">
              <a:avLst/>
            </a:prstGeom>
            <a:ln w="285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4" name="直線コネクタ 43">
              <a:extLst>
                <a:ext uri="{FF2B5EF4-FFF2-40B4-BE49-F238E27FC236}">
                  <a16:creationId xmlns:a16="http://schemas.microsoft.com/office/drawing/2014/main" id="{A670DD17-723B-101D-22EF-84879E7D988D}"/>
                </a:ext>
              </a:extLst>
            </p:cNvPr>
            <p:cNvCxnSpPr>
              <a:cxnSpLocks/>
            </p:cNvCxnSpPr>
            <p:nvPr/>
          </p:nvCxnSpPr>
          <p:spPr>
            <a:xfrm>
              <a:off x="10492508" y="1918766"/>
              <a:ext cx="0" cy="1173779"/>
            </a:xfrm>
            <a:prstGeom prst="line">
              <a:avLst/>
            </a:prstGeom>
            <a:ln w="28575">
              <a:solidFill>
                <a:srgbClr val="FF0000"/>
              </a:solidFill>
              <a:prstDash val="dash"/>
            </a:ln>
          </p:spPr>
          <p:style>
            <a:lnRef idx="2">
              <a:schemeClr val="accent1"/>
            </a:lnRef>
            <a:fillRef idx="0">
              <a:schemeClr val="accent1"/>
            </a:fillRef>
            <a:effectRef idx="1">
              <a:schemeClr val="accent1"/>
            </a:effectRef>
            <a:fontRef idx="minor">
              <a:schemeClr val="tx1"/>
            </a:fontRef>
          </p:style>
        </p:cxnSp>
      </p:grpSp>
      <p:grpSp>
        <p:nvGrpSpPr>
          <p:cNvPr id="56" name="グループ化 55">
            <a:extLst>
              <a:ext uri="{FF2B5EF4-FFF2-40B4-BE49-F238E27FC236}">
                <a16:creationId xmlns:a16="http://schemas.microsoft.com/office/drawing/2014/main" id="{3E100575-DF2A-C62A-0F36-1EF24F31A92E}"/>
              </a:ext>
            </a:extLst>
          </p:cNvPr>
          <p:cNvGrpSpPr/>
          <p:nvPr/>
        </p:nvGrpSpPr>
        <p:grpSpPr>
          <a:xfrm>
            <a:off x="1132669" y="1433098"/>
            <a:ext cx="2338525" cy="2338525"/>
            <a:chOff x="7182487" y="744784"/>
            <a:chExt cx="2338525" cy="2338525"/>
          </a:xfrm>
        </p:grpSpPr>
        <p:pic>
          <p:nvPicPr>
            <p:cNvPr id="17" name="図 16" descr="ぼやけた写真&#10;&#10;低い精度で自動的に生成された説明">
              <a:extLst>
                <a:ext uri="{FF2B5EF4-FFF2-40B4-BE49-F238E27FC236}">
                  <a16:creationId xmlns:a16="http://schemas.microsoft.com/office/drawing/2014/main" id="{54E6A131-DAA5-D21F-33BE-EFBBCD5CCE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82487" y="744784"/>
              <a:ext cx="2338525" cy="2338525"/>
            </a:xfrm>
            <a:prstGeom prst="rect">
              <a:avLst/>
            </a:prstGeom>
            <a:ln w="28575">
              <a:solidFill>
                <a:srgbClr val="FF0000"/>
              </a:solidFill>
            </a:ln>
          </p:spPr>
        </p:pic>
        <p:cxnSp>
          <p:nvCxnSpPr>
            <p:cNvPr id="29" name="直線コネクタ 28">
              <a:extLst>
                <a:ext uri="{FF2B5EF4-FFF2-40B4-BE49-F238E27FC236}">
                  <a16:creationId xmlns:a16="http://schemas.microsoft.com/office/drawing/2014/main" id="{BDAA06A8-A448-8EE5-839F-62ABAA6DE888}"/>
                </a:ext>
              </a:extLst>
            </p:cNvPr>
            <p:cNvCxnSpPr>
              <a:cxnSpLocks/>
            </p:cNvCxnSpPr>
            <p:nvPr/>
          </p:nvCxnSpPr>
          <p:spPr>
            <a:xfrm>
              <a:off x="7182487" y="1753775"/>
              <a:ext cx="756513" cy="0"/>
            </a:xfrm>
            <a:prstGeom prst="line">
              <a:avLst/>
            </a:prstGeom>
            <a:ln w="28575">
              <a:solidFill>
                <a:srgbClr val="FFFF00"/>
              </a:solidFill>
              <a:prstDash val="dash"/>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2675AE76-D9A1-BB27-823D-1A7F24068B69}"/>
                </a:ext>
              </a:extLst>
            </p:cNvPr>
            <p:cNvCxnSpPr>
              <a:cxnSpLocks/>
            </p:cNvCxnSpPr>
            <p:nvPr/>
          </p:nvCxnSpPr>
          <p:spPr>
            <a:xfrm>
              <a:off x="8173087" y="1753775"/>
              <a:ext cx="1290953" cy="0"/>
            </a:xfrm>
            <a:prstGeom prst="line">
              <a:avLst/>
            </a:prstGeom>
            <a:ln w="28575">
              <a:solidFill>
                <a:srgbClr val="FFFF00"/>
              </a:solidFill>
              <a:prstDash val="dash"/>
            </a:ln>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A8C9390F-3554-0B65-F96E-113DA0126D1D}"/>
                </a:ext>
              </a:extLst>
            </p:cNvPr>
            <p:cNvCxnSpPr>
              <a:cxnSpLocks/>
            </p:cNvCxnSpPr>
            <p:nvPr/>
          </p:nvCxnSpPr>
          <p:spPr>
            <a:xfrm>
              <a:off x="8049352" y="744784"/>
              <a:ext cx="5218" cy="812449"/>
            </a:xfrm>
            <a:prstGeom prst="line">
              <a:avLst/>
            </a:prstGeom>
            <a:ln w="28575">
              <a:solidFill>
                <a:schemeClr val="accent4">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A83F21F6-1D90-BCEE-D4BA-9BABC38EFAEA}"/>
                </a:ext>
              </a:extLst>
            </p:cNvPr>
            <p:cNvCxnSpPr>
              <a:cxnSpLocks/>
            </p:cNvCxnSpPr>
            <p:nvPr/>
          </p:nvCxnSpPr>
          <p:spPr>
            <a:xfrm>
              <a:off x="8054506" y="1911139"/>
              <a:ext cx="0" cy="1172170"/>
            </a:xfrm>
            <a:prstGeom prst="line">
              <a:avLst/>
            </a:prstGeom>
            <a:ln w="28575">
              <a:solidFill>
                <a:schemeClr val="accent4">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grpSp>
      <p:grpSp>
        <p:nvGrpSpPr>
          <p:cNvPr id="55" name="グループ化 54">
            <a:extLst>
              <a:ext uri="{FF2B5EF4-FFF2-40B4-BE49-F238E27FC236}">
                <a16:creationId xmlns:a16="http://schemas.microsoft.com/office/drawing/2014/main" id="{9F41E8CC-7FBD-3794-EE38-311674050326}"/>
              </a:ext>
            </a:extLst>
          </p:cNvPr>
          <p:cNvGrpSpPr/>
          <p:nvPr/>
        </p:nvGrpSpPr>
        <p:grpSpPr>
          <a:xfrm>
            <a:off x="1129722" y="3844068"/>
            <a:ext cx="2341472" cy="2338525"/>
            <a:chOff x="4558042" y="744784"/>
            <a:chExt cx="2341472" cy="2338525"/>
          </a:xfrm>
        </p:grpSpPr>
        <p:pic>
          <p:nvPicPr>
            <p:cNvPr id="8" name="図 7" descr="猫, 座る, 持つ, 雪 が含まれている画像&#10;&#10;自動的に生成された説明">
              <a:extLst>
                <a:ext uri="{FF2B5EF4-FFF2-40B4-BE49-F238E27FC236}">
                  <a16:creationId xmlns:a16="http://schemas.microsoft.com/office/drawing/2014/main" id="{B3BC6B77-2B18-9062-0826-EE3FE87E26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60989" y="744784"/>
              <a:ext cx="2338525" cy="2338525"/>
            </a:xfrm>
            <a:prstGeom prst="rect">
              <a:avLst/>
            </a:prstGeom>
            <a:ln w="28575">
              <a:solidFill>
                <a:srgbClr val="FFFF00"/>
              </a:solidFill>
            </a:ln>
          </p:spPr>
        </p:pic>
        <p:cxnSp>
          <p:nvCxnSpPr>
            <p:cNvPr id="37" name="直線コネクタ 36">
              <a:extLst>
                <a:ext uri="{FF2B5EF4-FFF2-40B4-BE49-F238E27FC236}">
                  <a16:creationId xmlns:a16="http://schemas.microsoft.com/office/drawing/2014/main" id="{41B6D7F3-9F8F-D7B7-DB73-95E1A597D9F5}"/>
                </a:ext>
              </a:extLst>
            </p:cNvPr>
            <p:cNvCxnSpPr>
              <a:cxnSpLocks/>
            </p:cNvCxnSpPr>
            <p:nvPr/>
          </p:nvCxnSpPr>
          <p:spPr>
            <a:xfrm>
              <a:off x="4558042" y="1634836"/>
              <a:ext cx="748381" cy="0"/>
            </a:xfrm>
            <a:prstGeom prst="line">
              <a:avLst/>
            </a:prstGeom>
            <a:ln w="285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7D14F2EF-BB9A-E118-C078-857C43EA1774}"/>
                </a:ext>
              </a:extLst>
            </p:cNvPr>
            <p:cNvCxnSpPr>
              <a:cxnSpLocks/>
            </p:cNvCxnSpPr>
            <p:nvPr/>
          </p:nvCxnSpPr>
          <p:spPr>
            <a:xfrm>
              <a:off x="5615606" y="1630217"/>
              <a:ext cx="1274672" cy="0"/>
            </a:xfrm>
            <a:prstGeom prst="line">
              <a:avLst/>
            </a:prstGeom>
            <a:ln w="285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1" name="直線コネクタ 50">
              <a:extLst>
                <a:ext uri="{FF2B5EF4-FFF2-40B4-BE49-F238E27FC236}">
                  <a16:creationId xmlns:a16="http://schemas.microsoft.com/office/drawing/2014/main" id="{4A88CCCC-C85D-05E0-0F90-FF195778DE26}"/>
                </a:ext>
              </a:extLst>
            </p:cNvPr>
            <p:cNvCxnSpPr>
              <a:cxnSpLocks/>
            </p:cNvCxnSpPr>
            <p:nvPr/>
          </p:nvCxnSpPr>
          <p:spPr>
            <a:xfrm>
              <a:off x="5421606" y="754020"/>
              <a:ext cx="0" cy="676831"/>
            </a:xfrm>
            <a:prstGeom prst="line">
              <a:avLst/>
            </a:prstGeom>
            <a:ln w="28575">
              <a:solidFill>
                <a:schemeClr val="accent4">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2" name="直線コネクタ 51">
              <a:extLst>
                <a:ext uri="{FF2B5EF4-FFF2-40B4-BE49-F238E27FC236}">
                  <a16:creationId xmlns:a16="http://schemas.microsoft.com/office/drawing/2014/main" id="{1F6E8A1A-4B4D-DA0B-F58D-6F13D2091E46}"/>
                </a:ext>
              </a:extLst>
            </p:cNvPr>
            <p:cNvCxnSpPr>
              <a:cxnSpLocks/>
            </p:cNvCxnSpPr>
            <p:nvPr/>
          </p:nvCxnSpPr>
          <p:spPr>
            <a:xfrm>
              <a:off x="5426760" y="1819564"/>
              <a:ext cx="0" cy="1243664"/>
            </a:xfrm>
            <a:prstGeom prst="line">
              <a:avLst/>
            </a:prstGeom>
            <a:ln w="28575">
              <a:solidFill>
                <a:schemeClr val="accent4">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41490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6713BB-449B-EE6E-8444-B2C7368FB830}"/>
              </a:ext>
            </a:extLst>
          </p:cNvPr>
          <p:cNvSpPr>
            <a:spLocks noGrp="1"/>
          </p:cNvSpPr>
          <p:nvPr>
            <p:ph type="title"/>
          </p:nvPr>
        </p:nvSpPr>
        <p:spPr>
          <a:xfrm>
            <a:off x="838200" y="10565"/>
            <a:ext cx="10515600" cy="1325563"/>
          </a:xfrm>
        </p:spPr>
        <p:txBody>
          <a:bodyPr/>
          <a:lstStyle/>
          <a:p>
            <a:pPr algn="ctr"/>
            <a:r>
              <a:rPr kumimoji="1" lang="ja-JP" altLang="en-US" dirty="0"/>
              <a:t>目的</a:t>
            </a:r>
          </a:p>
        </p:txBody>
      </p:sp>
      <p:sp>
        <p:nvSpPr>
          <p:cNvPr id="3" name="コンテンツ プレースホルダー 2">
            <a:extLst>
              <a:ext uri="{FF2B5EF4-FFF2-40B4-BE49-F238E27FC236}">
                <a16:creationId xmlns:a16="http://schemas.microsoft.com/office/drawing/2014/main" id="{5E2AA29E-6E60-818D-E3D7-B00AE9FFF9A6}"/>
              </a:ext>
            </a:extLst>
          </p:cNvPr>
          <p:cNvSpPr>
            <a:spLocks noGrp="1"/>
          </p:cNvSpPr>
          <p:nvPr>
            <p:ph idx="1"/>
          </p:nvPr>
        </p:nvSpPr>
        <p:spPr>
          <a:xfrm>
            <a:off x="519544" y="1825625"/>
            <a:ext cx="11242964" cy="4351338"/>
          </a:xfrm>
        </p:spPr>
        <p:txBody>
          <a:bodyPr>
            <a:normAutofit/>
          </a:bodyPr>
          <a:lstStyle/>
          <a:p>
            <a:pPr marL="0" indent="0">
              <a:buNone/>
            </a:pPr>
            <a:r>
              <a:rPr lang="ja-JP" altLang="en-US" sz="3600" dirty="0"/>
              <a:t>低エネルギー高分解能コリメータ</a:t>
            </a:r>
            <a:r>
              <a:rPr lang="en-US" altLang="ja-JP" sz="3600" dirty="0"/>
              <a:t>(LEHR)</a:t>
            </a:r>
            <a:r>
              <a:rPr lang="ja-JP" altLang="en-US" sz="3600" dirty="0"/>
              <a:t>と</a:t>
            </a:r>
            <a:r>
              <a:rPr lang="en-US" altLang="ja-JP" sz="3600" baseline="30000" dirty="0"/>
              <a:t>123</a:t>
            </a:r>
            <a:r>
              <a:rPr lang="en-US" altLang="ja-JP" sz="3600" dirty="0"/>
              <a:t>I</a:t>
            </a:r>
            <a:r>
              <a:rPr lang="ja-JP" altLang="en-US" sz="3600" dirty="0"/>
              <a:t>による線量測定において、</a:t>
            </a:r>
            <a:r>
              <a:rPr lang="en-US" altLang="ja-JP" sz="3600" dirty="0"/>
              <a:t>triple energy window(</a:t>
            </a:r>
            <a:r>
              <a:rPr lang="en-US" altLang="ja-JP" sz="3600" dirty="0">
                <a:solidFill>
                  <a:srgbClr val="FFC000"/>
                </a:solidFill>
              </a:rPr>
              <a:t>TEW</a:t>
            </a:r>
            <a:r>
              <a:rPr lang="en-US" altLang="ja-JP" sz="3600" dirty="0"/>
              <a:t>)</a:t>
            </a:r>
            <a:r>
              <a:rPr lang="ja-JP" altLang="en-US" sz="3600" dirty="0"/>
              <a:t>法が　　</a:t>
            </a:r>
            <a:r>
              <a:rPr lang="ja-JP" altLang="en-US" sz="3600" dirty="0">
                <a:solidFill>
                  <a:srgbClr val="FFC000"/>
                </a:solidFill>
              </a:rPr>
              <a:t>キャリブレーションファクタ</a:t>
            </a:r>
            <a:r>
              <a:rPr lang="ja-JP" altLang="en-US" sz="3600" dirty="0"/>
              <a:t>と</a:t>
            </a:r>
            <a:r>
              <a:rPr lang="ja-JP" altLang="en-US" sz="3600" dirty="0">
                <a:solidFill>
                  <a:srgbClr val="FFC000"/>
                </a:solidFill>
              </a:rPr>
              <a:t>線量測定</a:t>
            </a:r>
            <a:r>
              <a:rPr lang="ja-JP" altLang="en-US" sz="3600" dirty="0"/>
              <a:t>に及ぼす影響をモンテカルロシミュレーションを用いて評価する</a:t>
            </a:r>
          </a:p>
        </p:txBody>
      </p:sp>
    </p:spTree>
    <p:extLst>
      <p:ext uri="{BB962C8B-B14F-4D97-AF65-F5344CB8AC3E}">
        <p14:creationId xmlns:p14="http://schemas.microsoft.com/office/powerpoint/2010/main" val="1458018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828526-155A-78CD-9EC6-1C90B3C52630}"/>
              </a:ext>
            </a:extLst>
          </p:cNvPr>
          <p:cNvSpPr>
            <a:spLocks noGrp="1"/>
          </p:cNvSpPr>
          <p:nvPr>
            <p:ph type="title"/>
          </p:nvPr>
        </p:nvSpPr>
        <p:spPr>
          <a:xfrm>
            <a:off x="838200" y="9525"/>
            <a:ext cx="10515600" cy="1325563"/>
          </a:xfrm>
        </p:spPr>
        <p:txBody>
          <a:bodyPr/>
          <a:lstStyle/>
          <a:p>
            <a:pPr algn="ctr"/>
            <a:r>
              <a:rPr kumimoji="1" lang="ja-JP" altLang="en-US" dirty="0"/>
              <a:t>使用機器及び収集条件</a:t>
            </a:r>
          </a:p>
        </p:txBody>
      </p:sp>
      <p:graphicFrame>
        <p:nvGraphicFramePr>
          <p:cNvPr id="4" name="コンテンツ プレースホルダー 3">
            <a:extLst>
              <a:ext uri="{FF2B5EF4-FFF2-40B4-BE49-F238E27FC236}">
                <a16:creationId xmlns:a16="http://schemas.microsoft.com/office/drawing/2014/main" id="{0F318318-564E-A0D3-C26F-B1ED0EF83A87}"/>
              </a:ext>
            </a:extLst>
          </p:cNvPr>
          <p:cNvGraphicFramePr>
            <a:graphicFrameLocks noGrp="1"/>
          </p:cNvGraphicFramePr>
          <p:nvPr>
            <p:ph idx="1"/>
            <p:extLst>
              <p:ext uri="{D42A27DB-BD31-4B8C-83A1-F6EECF244321}">
                <p14:modId xmlns:p14="http://schemas.microsoft.com/office/powerpoint/2010/main" val="1525915979"/>
              </p:ext>
            </p:extLst>
          </p:nvPr>
        </p:nvGraphicFramePr>
        <p:xfrm>
          <a:off x="521709" y="1107152"/>
          <a:ext cx="11341100" cy="5737274"/>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1942362006"/>
                    </a:ext>
                  </a:extLst>
                </a:gridCol>
                <a:gridCol w="4653053">
                  <a:extLst>
                    <a:ext uri="{9D8B030D-6E8A-4147-A177-3AD203B41FA5}">
                      <a16:colId xmlns:a16="http://schemas.microsoft.com/office/drawing/2014/main" val="3820735196"/>
                    </a:ext>
                  </a:extLst>
                </a:gridCol>
                <a:gridCol w="4402047">
                  <a:extLst>
                    <a:ext uri="{9D8B030D-6E8A-4147-A177-3AD203B41FA5}">
                      <a16:colId xmlns:a16="http://schemas.microsoft.com/office/drawing/2014/main" val="2244385460"/>
                    </a:ext>
                  </a:extLst>
                </a:gridCol>
              </a:tblGrid>
              <a:tr h="441083">
                <a:tc gridSpan="3">
                  <a:txBody>
                    <a:bodyPr/>
                    <a:lstStyle/>
                    <a:p>
                      <a:r>
                        <a:rPr kumimoji="1" lang="ja-JP" altLang="en-US" sz="2400" dirty="0">
                          <a:solidFill>
                            <a:schemeClr val="bg1"/>
                          </a:solidFill>
                        </a:rPr>
                        <a:t>モンテカルロシミュレーションコード：</a:t>
                      </a:r>
                      <a:r>
                        <a:rPr kumimoji="1" lang="en-US" altLang="ja-JP" sz="2400" dirty="0">
                          <a:solidFill>
                            <a:schemeClr val="bg1"/>
                          </a:solidFill>
                        </a:rPr>
                        <a:t>SIMIMD(Lund University)</a:t>
                      </a:r>
                      <a:endParaRPr kumimoji="1" lang="ja-JP" altLang="en-US" sz="2400" dirty="0">
                        <a:solidFill>
                          <a:schemeClr val="bg1"/>
                        </a:solidFill>
                      </a:endParaRP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2400" dirty="0">
                        <a:solidFill>
                          <a:schemeClr val="bg1"/>
                        </a:solidFill>
                      </a:endParaRP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2400" dirty="0">
                        <a:solidFill>
                          <a:schemeClr val="bg1"/>
                        </a:solidFill>
                      </a:endParaRP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468409"/>
                  </a:ext>
                </a:extLst>
              </a:tr>
              <a:tr h="404525">
                <a:tc>
                  <a:txBody>
                    <a:bodyPr/>
                    <a:lstStyle/>
                    <a:p>
                      <a:endParaRPr kumimoji="1" lang="ja-JP" altLang="en-US" sz="2000" dirty="0">
                        <a:solidFill>
                          <a:schemeClr val="bg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r>
                        <a:rPr kumimoji="1" lang="en-US" altLang="ja-JP" sz="2400" dirty="0">
                          <a:solidFill>
                            <a:schemeClr val="bg1"/>
                          </a:solidFill>
                        </a:rPr>
                        <a:t>SPECT</a:t>
                      </a:r>
                      <a:r>
                        <a:rPr kumimoji="1" lang="ja-JP" altLang="en-US" sz="2400" dirty="0">
                          <a:solidFill>
                            <a:schemeClr val="bg1"/>
                          </a:solidFill>
                        </a:rPr>
                        <a:t>装置　</a:t>
                      </a:r>
                      <a:r>
                        <a:rPr kumimoji="1" lang="en-US" altLang="ja-JP" sz="2400" dirty="0">
                          <a:solidFill>
                            <a:schemeClr val="bg1"/>
                          </a:solidFill>
                        </a:rPr>
                        <a:t>SymbiaT16 </a:t>
                      </a:r>
                      <a:r>
                        <a:rPr kumimoji="1" lang="ja-JP" altLang="en-US" sz="2400" dirty="0">
                          <a:solidFill>
                            <a:schemeClr val="bg1"/>
                          </a:solidFill>
                        </a:rPr>
                        <a:t>＋ </a:t>
                      </a:r>
                      <a:r>
                        <a:rPr kumimoji="1" lang="en-US" altLang="ja-JP" sz="2400" dirty="0">
                          <a:solidFill>
                            <a:schemeClr val="bg1"/>
                          </a:solidFill>
                        </a:rPr>
                        <a:t>LEHR</a:t>
                      </a:r>
                      <a:r>
                        <a:rPr kumimoji="1" lang="ja-JP" altLang="en-US" sz="2400" dirty="0">
                          <a:solidFill>
                            <a:schemeClr val="bg1"/>
                          </a:solidFill>
                        </a:rPr>
                        <a:t>（</a:t>
                      </a:r>
                      <a:r>
                        <a:rPr kumimoji="1" lang="en-US" altLang="ja-JP" sz="2400" dirty="0">
                          <a:solidFill>
                            <a:schemeClr val="bg1"/>
                          </a:solidFill>
                        </a:rPr>
                        <a:t>Siemens</a:t>
                      </a:r>
                      <a:r>
                        <a:rPr kumimoji="1" lang="ja-JP" altLang="en-US" sz="2400" dirty="0">
                          <a:solidFill>
                            <a:schemeClr val="bg1"/>
                          </a:solidFill>
                        </a:rPr>
                        <a: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2400" dirty="0">
                        <a:solidFill>
                          <a:schemeClr val="bg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0790794"/>
                  </a:ext>
                </a:extLst>
              </a:tr>
              <a:tr h="614770">
                <a:tc>
                  <a:txBody>
                    <a:bodyPr/>
                    <a:lstStyle/>
                    <a:p>
                      <a:endParaRPr kumimoji="1" lang="ja-JP" altLang="en-US" sz="2000" dirty="0">
                        <a:solidFill>
                          <a:schemeClr val="bg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indent="0">
                        <a:buNone/>
                      </a:pPr>
                      <a:r>
                        <a:rPr lang="ja-JP" altLang="en-US" sz="2400" baseline="0" dirty="0">
                          <a:solidFill>
                            <a:schemeClr val="bg1"/>
                          </a:solidFill>
                        </a:rPr>
                        <a:t>核種　　　　 </a:t>
                      </a:r>
                      <a:r>
                        <a:rPr lang="en-US" altLang="ja-JP" sz="2400" baseline="30000" dirty="0">
                          <a:solidFill>
                            <a:schemeClr val="bg1"/>
                          </a:solidFill>
                        </a:rPr>
                        <a:t>123</a:t>
                      </a:r>
                      <a:r>
                        <a:rPr lang="en-US" altLang="ja-JP" sz="2400" dirty="0">
                          <a:solidFill>
                            <a:schemeClr val="bg1"/>
                          </a:solidFill>
                        </a:rPr>
                        <a:t>I(γ</a:t>
                      </a:r>
                      <a:r>
                        <a:rPr lang="ja-JP" altLang="en-US" sz="2400" dirty="0">
                          <a:solidFill>
                            <a:schemeClr val="bg1"/>
                          </a:solidFill>
                        </a:rPr>
                        <a:t>線エネルギー </a:t>
                      </a:r>
                      <a:r>
                        <a:rPr lang="en-US" altLang="ja-JP" sz="2400" dirty="0">
                          <a:solidFill>
                            <a:schemeClr val="bg1"/>
                          </a:solidFill>
                        </a:rPr>
                        <a:t>158.97keV  83%)</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2400" dirty="0">
                        <a:solidFill>
                          <a:schemeClr val="bg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0137300"/>
                  </a:ext>
                </a:extLst>
              </a:tr>
              <a:tr h="441083">
                <a:tc>
                  <a:txBody>
                    <a:bodyPr/>
                    <a:lstStyle/>
                    <a:p>
                      <a:endParaRPr kumimoji="1" lang="ja-JP" altLang="en-US" sz="2000" dirty="0">
                        <a:solidFill>
                          <a:schemeClr val="bg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2400" dirty="0">
                          <a:solidFill>
                            <a:schemeClr val="bg1"/>
                          </a:solidFill>
                        </a:rPr>
                        <a:t>キャリブレーションファクター</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2400" dirty="0">
                          <a:solidFill>
                            <a:schemeClr val="bg1"/>
                          </a:solidFill>
                        </a:rPr>
                        <a:t>線量測定</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685848"/>
                  </a:ext>
                </a:extLst>
              </a:tr>
              <a:tr h="468863">
                <a:tc rowSpan="4">
                  <a:txBody>
                    <a:bodyPr/>
                    <a:lstStyle/>
                    <a:p>
                      <a:endParaRPr kumimoji="1" lang="en-US" altLang="ja-JP" sz="2000" dirty="0">
                        <a:solidFill>
                          <a:srgbClr val="FFC000"/>
                        </a:solidFill>
                      </a:endParaRPr>
                    </a:p>
                    <a:p>
                      <a:endParaRPr kumimoji="1" lang="en-US" altLang="ja-JP" sz="2000" dirty="0">
                        <a:solidFill>
                          <a:srgbClr val="FFC000"/>
                        </a:solidFill>
                      </a:endParaRPr>
                    </a:p>
                    <a:p>
                      <a:r>
                        <a:rPr kumimoji="1" lang="en-US" altLang="ja-JP" sz="2000" dirty="0">
                          <a:solidFill>
                            <a:srgbClr val="FFC000"/>
                          </a:solidFill>
                        </a:rPr>
                        <a:t>TEW</a:t>
                      </a:r>
                    </a:p>
                  </a:txBody>
                  <a:tcP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gridSpan="2">
                  <a:txBody>
                    <a:bodyPr/>
                    <a:lstStyle/>
                    <a:p>
                      <a:pPr algn="ctr"/>
                      <a:r>
                        <a:rPr kumimoji="1" lang="en-US" altLang="ja-JP" sz="2400" dirty="0">
                          <a:solidFill>
                            <a:srgbClr val="FFC000"/>
                          </a:solidFill>
                        </a:rPr>
                        <a:t>main 15%  ±  sub 15%</a:t>
                      </a:r>
                      <a:endParaRPr kumimoji="1" lang="ja-JP" altLang="en-US" sz="2400" dirty="0">
                        <a:solidFill>
                          <a:srgbClr val="FFC000"/>
                        </a:solidFill>
                      </a:endParaRPr>
                    </a:p>
                  </a:txBody>
                  <a:tcP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kumimoji="1" lang="ja-JP" altLang="en-US" dirty="0"/>
                    </a:p>
                  </a:txBody>
                  <a:tcPr/>
                </a:tc>
                <a:extLst>
                  <a:ext uri="{0D108BD9-81ED-4DB2-BD59-A6C34878D82A}">
                    <a16:rowId xmlns:a16="http://schemas.microsoft.com/office/drawing/2014/main" val="2554345008"/>
                  </a:ext>
                </a:extLst>
              </a:tr>
              <a:tr h="468863">
                <a:tc vMerge="1">
                  <a:txBody>
                    <a:bodyPr/>
                    <a:lstStyle/>
                    <a:p>
                      <a:endParaRPr kumimoji="1" lang="ja-JP" altLang="en-US" dirty="0"/>
                    </a:p>
                  </a:txBody>
                  <a:tcPr>
                    <a:lnT w="12700" cmpd="sng">
                      <a:noFill/>
                    </a:lnT>
                  </a:tcPr>
                </a:tc>
                <a:tc gridSpan="2">
                  <a:txBody>
                    <a:bodyPr/>
                    <a:lstStyle/>
                    <a:p>
                      <a:pPr algn="ctr"/>
                      <a:r>
                        <a:rPr kumimoji="1" lang="en-US" altLang="ja-JP" sz="2400" dirty="0">
                          <a:solidFill>
                            <a:srgbClr val="FFC000"/>
                          </a:solidFill>
                        </a:rPr>
                        <a:t>main 15%  ±  sub   5%</a:t>
                      </a:r>
                      <a:endParaRPr kumimoji="1" lang="ja-JP" altLang="en-US" sz="2400" dirty="0">
                        <a:solidFill>
                          <a:srgbClr val="FFC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dirty="0"/>
                    </a:p>
                  </a:txBody>
                  <a:tcPr/>
                </a:tc>
                <a:extLst>
                  <a:ext uri="{0D108BD9-81ED-4DB2-BD59-A6C34878D82A}">
                    <a16:rowId xmlns:a16="http://schemas.microsoft.com/office/drawing/2014/main" val="2137116962"/>
                  </a:ext>
                </a:extLst>
              </a:tr>
              <a:tr h="468863">
                <a:tc vMerge="1">
                  <a:txBody>
                    <a:bodyPr/>
                    <a:lstStyle/>
                    <a:p>
                      <a:endParaRPr kumimoji="1" lang="ja-JP" altLang="en-US"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solidFill>
                            <a:srgbClr val="FFC000"/>
                          </a:solidFill>
                        </a:rPr>
                        <a:t>main 20%  ±  sub 10%</a:t>
                      </a:r>
                      <a:endParaRPr kumimoji="1" lang="ja-JP" altLang="en-US" sz="2400" dirty="0">
                        <a:solidFill>
                          <a:srgbClr val="FFC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dirty="0"/>
                    </a:p>
                  </a:txBody>
                  <a:tcPr/>
                </a:tc>
                <a:extLst>
                  <a:ext uri="{0D108BD9-81ED-4DB2-BD59-A6C34878D82A}">
                    <a16:rowId xmlns:a16="http://schemas.microsoft.com/office/drawing/2014/main" val="486548621"/>
                  </a:ext>
                </a:extLst>
              </a:tr>
              <a:tr h="468863">
                <a:tc vMerge="1">
                  <a:txBody>
                    <a:bodyPr/>
                    <a:lstStyle/>
                    <a:p>
                      <a:endParaRPr kumimoji="1" lang="ja-JP" altLang="en-US"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solidFill>
                            <a:srgbClr val="FFC000"/>
                          </a:solidFill>
                        </a:rPr>
                        <a:t>main 20%  ±  sub</a:t>
                      </a:r>
                      <a:r>
                        <a:rPr kumimoji="1" lang="ja-JP" altLang="en-US" sz="2400" dirty="0">
                          <a:solidFill>
                            <a:srgbClr val="FFC000"/>
                          </a:solidFill>
                        </a:rPr>
                        <a:t>   </a:t>
                      </a:r>
                      <a:r>
                        <a:rPr kumimoji="1" lang="en-US" altLang="ja-JP" sz="2400" dirty="0">
                          <a:solidFill>
                            <a:srgbClr val="FFC000"/>
                          </a:solidFill>
                        </a:rPr>
                        <a:t>3%</a:t>
                      </a:r>
                      <a:endParaRPr kumimoji="1" lang="ja-JP" altLang="en-US" sz="2400" dirty="0">
                        <a:solidFill>
                          <a:srgbClr val="FFC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dirty="0"/>
                    </a:p>
                  </a:txBody>
                  <a:tcPr/>
                </a:tc>
                <a:extLst>
                  <a:ext uri="{0D108BD9-81ED-4DB2-BD59-A6C34878D82A}">
                    <a16:rowId xmlns:a16="http://schemas.microsoft.com/office/drawing/2014/main" val="330947511"/>
                  </a:ext>
                </a:extLst>
              </a:tr>
              <a:tr h="468863">
                <a:tc>
                  <a:txBody>
                    <a:bodyPr/>
                    <a:lstStyle/>
                    <a:p>
                      <a:r>
                        <a:rPr kumimoji="1" lang="ja-JP" altLang="en-US" sz="2000" dirty="0">
                          <a:solidFill>
                            <a:schemeClr val="bg1"/>
                          </a:solidFill>
                        </a:rPr>
                        <a:t>線源</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ja-JP" altLang="en-US" sz="2000" dirty="0">
                          <a:solidFill>
                            <a:schemeClr val="bg1"/>
                          </a:solidFill>
                        </a:rPr>
                        <a:t>点線源</a:t>
                      </a:r>
                      <a:r>
                        <a:rPr kumimoji="1" lang="en-US" altLang="ja-JP" sz="2000" dirty="0">
                          <a:solidFill>
                            <a:schemeClr val="bg1"/>
                          </a:solidFill>
                        </a:rPr>
                        <a:t>(1MBq)</a:t>
                      </a:r>
                      <a:endParaRPr kumimoji="1" lang="ja-JP" altLang="en-US" sz="200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ja-JP" altLang="en-US" sz="2000" dirty="0">
                          <a:solidFill>
                            <a:schemeClr val="bg1"/>
                          </a:solidFill>
                        </a:rPr>
                        <a:t>円柱ファントム</a:t>
                      </a:r>
                      <a:r>
                        <a:rPr kumimoji="1" lang="en-US" altLang="ja-JP" sz="2000" dirty="0">
                          <a:solidFill>
                            <a:schemeClr val="bg1"/>
                          </a:solidFill>
                        </a:rPr>
                        <a:t>(50MBq)</a:t>
                      </a:r>
                      <a:endParaRPr kumimoji="1" lang="ja-JP" altLang="en-US" sz="200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9861190"/>
                  </a:ext>
                </a:extLst>
              </a:tr>
              <a:tr h="468863">
                <a:tc>
                  <a:txBody>
                    <a:bodyPr/>
                    <a:lstStyle/>
                    <a:p>
                      <a:r>
                        <a:rPr kumimoji="1" lang="ja-JP" altLang="en-US" sz="2000" dirty="0">
                          <a:solidFill>
                            <a:schemeClr val="bg1"/>
                          </a:solidFill>
                        </a:rPr>
                        <a:t>収集方法</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bg1"/>
                          </a:solidFill>
                        </a:rPr>
                        <a:t>SPECT( 72views * 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kumimoji="1" lang="ja-JP" altLang="en-US" sz="200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77187250"/>
                  </a:ext>
                </a:extLst>
              </a:tr>
              <a:tr h="468863">
                <a:tc>
                  <a:txBody>
                    <a:bodyPr/>
                    <a:lstStyle/>
                    <a:p>
                      <a:r>
                        <a:rPr kumimoji="1" lang="ja-JP" altLang="en-US" sz="2000" dirty="0">
                          <a:solidFill>
                            <a:schemeClr val="bg1"/>
                          </a:solidFill>
                        </a:rPr>
                        <a:t>マトリクスサイズ</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algn="ctr"/>
                      <a:r>
                        <a:rPr kumimoji="1" lang="en-US" altLang="ja-JP" sz="2000" dirty="0">
                          <a:solidFill>
                            <a:schemeClr val="bg1"/>
                          </a:solidFill>
                        </a:rPr>
                        <a:t>128*128(0.33cm*0.33cm)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dirty="0"/>
                    </a:p>
                  </a:txBody>
                  <a:tcPr/>
                </a:tc>
                <a:extLst>
                  <a:ext uri="{0D108BD9-81ED-4DB2-BD59-A6C34878D82A}">
                    <a16:rowId xmlns:a16="http://schemas.microsoft.com/office/drawing/2014/main" val="1667831111"/>
                  </a:ext>
                </a:extLst>
              </a:tr>
              <a:tr h="468863">
                <a:tc>
                  <a:txBody>
                    <a:bodyPr/>
                    <a:lstStyle/>
                    <a:p>
                      <a:r>
                        <a:rPr kumimoji="1" lang="ja-JP" altLang="en-US" sz="2000" dirty="0">
                          <a:solidFill>
                            <a:schemeClr val="bg1"/>
                          </a:solidFill>
                        </a:rPr>
                        <a:t>画像再構成</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bg1"/>
                          </a:solidFill>
                        </a:rPr>
                        <a:t>OSEM(iter:10, su:8) </a:t>
                      </a:r>
                      <a:r>
                        <a:rPr kumimoji="1" lang="en-US" altLang="ja-JP" sz="2000" dirty="0">
                          <a:solidFill>
                            <a:srgbClr val="FFC000"/>
                          </a:solidFill>
                        </a:rPr>
                        <a:t>+SC </a:t>
                      </a:r>
                      <a:r>
                        <a:rPr kumimoji="1" lang="en-US" altLang="ja-JP" sz="2000" dirty="0">
                          <a:solidFill>
                            <a:schemeClr val="bg1"/>
                          </a:solidFill>
                        </a:rPr>
                        <a:t>+PSF</a:t>
                      </a:r>
                      <a:endParaRPr kumimoji="1" lang="ja-JP" altLang="en-US" sz="200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bg1"/>
                          </a:solidFill>
                        </a:rPr>
                        <a:t>OSEM(iter:10, su:8) </a:t>
                      </a:r>
                      <a:r>
                        <a:rPr kumimoji="1" lang="en-US" altLang="ja-JP" sz="2000" dirty="0">
                          <a:solidFill>
                            <a:srgbClr val="FFC000"/>
                          </a:solidFill>
                        </a:rPr>
                        <a:t>+SC </a:t>
                      </a:r>
                      <a:r>
                        <a:rPr kumimoji="1" lang="en-US" altLang="ja-JP" sz="2000" dirty="0">
                          <a:solidFill>
                            <a:schemeClr val="bg1"/>
                          </a:solidFill>
                        </a:rPr>
                        <a:t>+PSF+AC</a:t>
                      </a:r>
                      <a:endParaRPr kumimoji="1" lang="ja-JP" altLang="en-US" sz="200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87667445"/>
                  </a:ext>
                </a:extLst>
              </a:tr>
            </a:tbl>
          </a:graphicData>
        </a:graphic>
      </p:graphicFrame>
    </p:spTree>
    <p:extLst>
      <p:ext uri="{BB962C8B-B14F-4D97-AF65-F5344CB8AC3E}">
        <p14:creationId xmlns:p14="http://schemas.microsoft.com/office/powerpoint/2010/main" val="1598332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4F7F5-BF6D-30C5-25C2-F2838B19BEFB}"/>
            </a:ext>
          </a:extLst>
        </p:cNvPr>
        <p:cNvGrpSpPr/>
        <p:nvPr/>
      </p:nvGrpSpPr>
      <p:grpSpPr>
        <a:xfrm>
          <a:off x="0" y="0"/>
          <a:ext cx="0" cy="0"/>
          <a:chOff x="0" y="0"/>
          <a:chExt cx="0" cy="0"/>
        </a:xfrm>
      </p:grpSpPr>
      <p:pic>
        <p:nvPicPr>
          <p:cNvPr id="36" name="図 35" descr="夜に光っている星&#10;&#10;自動的に生成された説明">
            <a:extLst>
              <a:ext uri="{FF2B5EF4-FFF2-40B4-BE49-F238E27FC236}">
                <a16:creationId xmlns:a16="http://schemas.microsoft.com/office/drawing/2014/main" id="{163701E5-4B16-1698-7559-3BCCE0CA7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3469" y="2057604"/>
            <a:ext cx="1219200" cy="1219200"/>
          </a:xfrm>
          <a:prstGeom prst="rect">
            <a:avLst/>
          </a:prstGeom>
        </p:spPr>
      </p:pic>
      <p:sp>
        <p:nvSpPr>
          <p:cNvPr id="2" name="タイトル 1">
            <a:extLst>
              <a:ext uri="{FF2B5EF4-FFF2-40B4-BE49-F238E27FC236}">
                <a16:creationId xmlns:a16="http://schemas.microsoft.com/office/drawing/2014/main" id="{A2A73A6F-F13C-0323-5942-15B7585D2ECA}"/>
              </a:ext>
            </a:extLst>
          </p:cNvPr>
          <p:cNvSpPr>
            <a:spLocks noGrp="1"/>
          </p:cNvSpPr>
          <p:nvPr>
            <p:ph type="title"/>
          </p:nvPr>
        </p:nvSpPr>
        <p:spPr>
          <a:xfrm>
            <a:off x="838200" y="10554"/>
            <a:ext cx="10515600" cy="1325563"/>
          </a:xfrm>
        </p:spPr>
        <p:txBody>
          <a:bodyPr/>
          <a:lstStyle/>
          <a:p>
            <a:pPr algn="ctr"/>
            <a:r>
              <a:rPr lang="ja-JP" altLang="en-US" dirty="0"/>
              <a:t>評価方法</a:t>
            </a:r>
            <a:endParaRPr kumimoji="1" lang="ja-JP" altLang="en-US" dirty="0"/>
          </a:p>
        </p:txBody>
      </p:sp>
      <p:pic>
        <p:nvPicPr>
          <p:cNvPr id="5" name="図 4" descr="夜空の月&#10;&#10;自動的に生成された説明">
            <a:extLst>
              <a:ext uri="{FF2B5EF4-FFF2-40B4-BE49-F238E27FC236}">
                <a16:creationId xmlns:a16="http://schemas.microsoft.com/office/drawing/2014/main" id="{83998F98-C7F6-CD08-9316-E6B78C2EC7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715" y="1950137"/>
            <a:ext cx="1219200" cy="1219200"/>
          </a:xfrm>
          <a:prstGeom prst="rect">
            <a:avLst/>
          </a:prstGeom>
        </p:spPr>
      </p:pic>
      <p:sp>
        <p:nvSpPr>
          <p:cNvPr id="15" name="テキスト ボックス 14">
            <a:extLst>
              <a:ext uri="{FF2B5EF4-FFF2-40B4-BE49-F238E27FC236}">
                <a16:creationId xmlns:a16="http://schemas.microsoft.com/office/drawing/2014/main" id="{5121ACD9-C347-112F-07C4-92F10010E804}"/>
              </a:ext>
            </a:extLst>
          </p:cNvPr>
          <p:cNvSpPr txBox="1"/>
          <p:nvPr/>
        </p:nvSpPr>
        <p:spPr>
          <a:xfrm>
            <a:off x="88976" y="3176898"/>
            <a:ext cx="1576874" cy="646331"/>
          </a:xfrm>
          <a:prstGeom prst="rect">
            <a:avLst/>
          </a:prstGeom>
          <a:noFill/>
        </p:spPr>
        <p:txBody>
          <a:bodyPr wrap="square" rtlCol="0">
            <a:spAutoFit/>
          </a:bodyPr>
          <a:lstStyle/>
          <a:p>
            <a:pPr algn="ctr"/>
            <a:r>
              <a:rPr lang="ja-JP" altLang="en-US" dirty="0">
                <a:solidFill>
                  <a:schemeClr val="bg1"/>
                </a:solidFill>
              </a:rPr>
              <a:t>全光子</a:t>
            </a:r>
            <a:r>
              <a:rPr kumimoji="1" lang="ja-JP" altLang="en-US" dirty="0">
                <a:solidFill>
                  <a:schemeClr val="bg1"/>
                </a:solidFill>
              </a:rPr>
              <a:t>投影データ</a:t>
            </a:r>
          </a:p>
        </p:txBody>
      </p:sp>
      <p:sp>
        <p:nvSpPr>
          <p:cNvPr id="16" name="テキスト ボックス 15">
            <a:extLst>
              <a:ext uri="{FF2B5EF4-FFF2-40B4-BE49-F238E27FC236}">
                <a16:creationId xmlns:a16="http://schemas.microsoft.com/office/drawing/2014/main" id="{B3B69A3C-E9D5-8A26-F4AD-217FC9785731}"/>
              </a:ext>
            </a:extLst>
          </p:cNvPr>
          <p:cNvSpPr txBox="1"/>
          <p:nvPr/>
        </p:nvSpPr>
        <p:spPr>
          <a:xfrm>
            <a:off x="3968299" y="4909385"/>
            <a:ext cx="1576874" cy="369332"/>
          </a:xfrm>
          <a:prstGeom prst="rect">
            <a:avLst/>
          </a:prstGeom>
          <a:noFill/>
        </p:spPr>
        <p:txBody>
          <a:bodyPr wrap="square" rtlCol="0">
            <a:spAutoFit/>
          </a:bodyPr>
          <a:lstStyle/>
          <a:p>
            <a:pPr algn="ctr"/>
            <a:r>
              <a:rPr kumimoji="1" lang="en-US" altLang="ja-JP" dirty="0">
                <a:solidFill>
                  <a:schemeClr val="bg1"/>
                </a:solidFill>
              </a:rPr>
              <a:t>OSEM</a:t>
            </a:r>
            <a:r>
              <a:rPr kumimoji="1" lang="ja-JP" altLang="en-US" dirty="0">
                <a:solidFill>
                  <a:schemeClr val="bg1"/>
                </a:solidFill>
              </a:rPr>
              <a:t>再構成</a:t>
            </a:r>
          </a:p>
        </p:txBody>
      </p:sp>
      <p:sp>
        <p:nvSpPr>
          <p:cNvPr id="17" name="テキスト ボックス 16">
            <a:extLst>
              <a:ext uri="{FF2B5EF4-FFF2-40B4-BE49-F238E27FC236}">
                <a16:creationId xmlns:a16="http://schemas.microsoft.com/office/drawing/2014/main" id="{55E5BF1C-B41E-97FD-69EB-4E8D84FAD6CA}"/>
              </a:ext>
            </a:extLst>
          </p:cNvPr>
          <p:cNvSpPr txBox="1"/>
          <p:nvPr/>
        </p:nvSpPr>
        <p:spPr>
          <a:xfrm>
            <a:off x="6108592" y="4943571"/>
            <a:ext cx="1576874" cy="369332"/>
          </a:xfrm>
          <a:prstGeom prst="rect">
            <a:avLst/>
          </a:prstGeom>
          <a:noFill/>
        </p:spPr>
        <p:txBody>
          <a:bodyPr wrap="square" rtlCol="0">
            <a:spAutoFit/>
          </a:bodyPr>
          <a:lstStyle/>
          <a:p>
            <a:pPr algn="ctr"/>
            <a:r>
              <a:rPr lang="en-US" altLang="ja-JP" dirty="0">
                <a:solidFill>
                  <a:schemeClr val="bg1"/>
                </a:solidFill>
              </a:rPr>
              <a:t>VOI</a:t>
            </a:r>
            <a:r>
              <a:rPr lang="ja-JP" altLang="en-US" dirty="0">
                <a:solidFill>
                  <a:schemeClr val="bg1"/>
                </a:solidFill>
              </a:rPr>
              <a:t>解析</a:t>
            </a:r>
            <a:endParaRPr kumimoji="1" lang="ja-JP" altLang="en-US" dirty="0">
              <a:solidFill>
                <a:schemeClr val="bg1"/>
              </a:solidFill>
            </a:endParaRPr>
          </a:p>
        </p:txBody>
      </p:sp>
      <p:sp>
        <p:nvSpPr>
          <p:cNvPr id="9" name="タイトル 1">
            <a:extLst>
              <a:ext uri="{FF2B5EF4-FFF2-40B4-BE49-F238E27FC236}">
                <a16:creationId xmlns:a16="http://schemas.microsoft.com/office/drawing/2014/main" id="{CDE83974-0FC3-CD0C-0CE2-519F6F0A763F}"/>
              </a:ext>
            </a:extLst>
          </p:cNvPr>
          <p:cNvSpPr txBox="1">
            <a:spLocks/>
          </p:cNvSpPr>
          <p:nvPr/>
        </p:nvSpPr>
        <p:spPr>
          <a:xfrm>
            <a:off x="1884996" y="889836"/>
            <a:ext cx="8428984" cy="9082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a:lstStyle>
          <a:p>
            <a:pPr algn="ctr"/>
            <a:r>
              <a:rPr lang="ja-JP" altLang="en-US" sz="3200" dirty="0"/>
              <a:t>キャリブレーションファクターへの影響</a:t>
            </a:r>
          </a:p>
        </p:txBody>
      </p:sp>
      <p:pic>
        <p:nvPicPr>
          <p:cNvPr id="4" name="図 3" descr="黒い背景に白い文字がある&#10;&#10;低い精度で自動的に生成された説明">
            <a:extLst>
              <a:ext uri="{FF2B5EF4-FFF2-40B4-BE49-F238E27FC236}">
                <a16:creationId xmlns:a16="http://schemas.microsoft.com/office/drawing/2014/main" id="{73992DEA-EA11-A5E0-BAC3-2CF1DD5387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5807" y="3524973"/>
            <a:ext cx="1219200" cy="1219200"/>
          </a:xfrm>
          <a:prstGeom prst="rect">
            <a:avLst/>
          </a:prstGeom>
        </p:spPr>
      </p:pic>
      <p:sp>
        <p:nvSpPr>
          <p:cNvPr id="6" name="矢印: 上向き折線 5">
            <a:extLst>
              <a:ext uri="{FF2B5EF4-FFF2-40B4-BE49-F238E27FC236}">
                <a16:creationId xmlns:a16="http://schemas.microsoft.com/office/drawing/2014/main" id="{C17E19BC-1E4E-32C5-9895-F1DF9B988907}"/>
              </a:ext>
            </a:extLst>
          </p:cNvPr>
          <p:cNvSpPr/>
          <p:nvPr/>
        </p:nvSpPr>
        <p:spPr>
          <a:xfrm rot="5400000">
            <a:off x="874485" y="3711271"/>
            <a:ext cx="646331" cy="936397"/>
          </a:xfrm>
          <a:prstGeom prst="ben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D186F7CC-8EDA-C351-B7E8-F98801493C0C}"/>
              </a:ext>
            </a:extLst>
          </p:cNvPr>
          <p:cNvSpPr txBox="1"/>
          <p:nvPr/>
        </p:nvSpPr>
        <p:spPr>
          <a:xfrm>
            <a:off x="979328" y="4760698"/>
            <a:ext cx="2897771" cy="369332"/>
          </a:xfrm>
          <a:prstGeom prst="rect">
            <a:avLst/>
          </a:prstGeom>
          <a:noFill/>
        </p:spPr>
        <p:txBody>
          <a:bodyPr wrap="square" rtlCol="0">
            <a:spAutoFit/>
          </a:bodyPr>
          <a:lstStyle/>
          <a:p>
            <a:pPr algn="ctr"/>
            <a:r>
              <a:rPr lang="ja-JP" altLang="en-US" dirty="0">
                <a:solidFill>
                  <a:schemeClr val="bg1"/>
                </a:solidFill>
              </a:rPr>
              <a:t>一次光子のみ投影</a:t>
            </a:r>
            <a:r>
              <a:rPr kumimoji="1" lang="ja-JP" altLang="en-US" dirty="0">
                <a:solidFill>
                  <a:schemeClr val="bg1"/>
                </a:solidFill>
              </a:rPr>
              <a:t>データ</a:t>
            </a:r>
          </a:p>
        </p:txBody>
      </p:sp>
      <p:sp>
        <p:nvSpPr>
          <p:cNvPr id="22" name="矢印: 右 21">
            <a:extLst>
              <a:ext uri="{FF2B5EF4-FFF2-40B4-BE49-F238E27FC236}">
                <a16:creationId xmlns:a16="http://schemas.microsoft.com/office/drawing/2014/main" id="{B9098DDF-B5A7-593C-97E1-C5DB0D8F97DE}"/>
              </a:ext>
            </a:extLst>
          </p:cNvPr>
          <p:cNvSpPr/>
          <p:nvPr/>
        </p:nvSpPr>
        <p:spPr>
          <a:xfrm>
            <a:off x="1665851" y="2448553"/>
            <a:ext cx="2119856"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2ABF1348-3905-6195-625B-1607F31B7D10}"/>
              </a:ext>
            </a:extLst>
          </p:cNvPr>
          <p:cNvSpPr txBox="1"/>
          <p:nvPr/>
        </p:nvSpPr>
        <p:spPr>
          <a:xfrm>
            <a:off x="3918667" y="2924490"/>
            <a:ext cx="1576874" cy="369332"/>
          </a:xfrm>
          <a:prstGeom prst="rect">
            <a:avLst/>
          </a:prstGeom>
          <a:noFill/>
        </p:spPr>
        <p:txBody>
          <a:bodyPr wrap="square" rtlCol="0">
            <a:spAutoFit/>
          </a:bodyPr>
          <a:lstStyle/>
          <a:p>
            <a:pPr algn="ctr"/>
            <a:r>
              <a:rPr kumimoji="1" lang="en-US" altLang="ja-JP" dirty="0">
                <a:solidFill>
                  <a:schemeClr val="bg1"/>
                </a:solidFill>
              </a:rPr>
              <a:t>+SC, +PSF</a:t>
            </a:r>
            <a:endParaRPr kumimoji="1" lang="ja-JP" altLang="en-US" dirty="0">
              <a:solidFill>
                <a:schemeClr val="bg1"/>
              </a:solidFill>
            </a:endParaRPr>
          </a:p>
        </p:txBody>
      </p:sp>
      <p:sp>
        <p:nvSpPr>
          <p:cNvPr id="24" name="四角形: 角を丸くする 23">
            <a:extLst>
              <a:ext uri="{FF2B5EF4-FFF2-40B4-BE49-F238E27FC236}">
                <a16:creationId xmlns:a16="http://schemas.microsoft.com/office/drawing/2014/main" id="{CEC1DADD-474E-0645-344D-FFB53D76007A}"/>
              </a:ext>
            </a:extLst>
          </p:cNvPr>
          <p:cNvSpPr/>
          <p:nvPr/>
        </p:nvSpPr>
        <p:spPr>
          <a:xfrm>
            <a:off x="3915149" y="1831223"/>
            <a:ext cx="1598883" cy="3036447"/>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四角形: 角を丸くする 24">
            <a:extLst>
              <a:ext uri="{FF2B5EF4-FFF2-40B4-BE49-F238E27FC236}">
                <a16:creationId xmlns:a16="http://schemas.microsoft.com/office/drawing/2014/main" id="{04D5DB8A-1529-5C53-3A96-E4975E9B1B6B}"/>
              </a:ext>
            </a:extLst>
          </p:cNvPr>
          <p:cNvSpPr/>
          <p:nvPr/>
        </p:nvSpPr>
        <p:spPr>
          <a:xfrm>
            <a:off x="6090033" y="1883182"/>
            <a:ext cx="1597657" cy="2984488"/>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DC416079-054B-8648-91AD-8FD465515B45}"/>
                  </a:ext>
                </a:extLst>
              </p:cNvPr>
              <p:cNvSpPr txBox="1"/>
              <p:nvPr/>
            </p:nvSpPr>
            <p:spPr>
              <a:xfrm>
                <a:off x="8342031" y="2771927"/>
                <a:ext cx="3760993" cy="1170129"/>
              </a:xfrm>
              <a:prstGeom prst="rect">
                <a:avLst/>
              </a:prstGeom>
              <a:noFill/>
            </p:spPr>
            <p:txBody>
              <a:bodyPr wrap="square" rtlCol="0">
                <a:spAutoFit/>
              </a:bodyPr>
              <a:lstStyle/>
              <a:p>
                <a:r>
                  <a:rPr kumimoji="1" lang="ja-JP" altLang="en-US" dirty="0">
                    <a:solidFill>
                      <a:schemeClr val="bg1"/>
                    </a:solidFill>
                  </a:rPr>
                  <a:t>相対誤差</a:t>
                </a:r>
                <a:r>
                  <a:rPr kumimoji="1" lang="en-US" altLang="ja-JP" dirty="0">
                    <a:solidFill>
                      <a:schemeClr val="bg1"/>
                    </a:solidFill>
                  </a:rPr>
                  <a:t>(%)</a:t>
                </a:r>
                <a:r>
                  <a:rPr kumimoji="1" lang="ja-JP" altLang="en-US" dirty="0">
                    <a:solidFill>
                      <a:schemeClr val="bg1"/>
                    </a:solidFill>
                  </a:rPr>
                  <a:t> </a:t>
                </a:r>
                <a:endParaRPr kumimoji="1" lang="en-US" altLang="ja-JP" dirty="0">
                  <a:solidFill>
                    <a:schemeClr val="bg1"/>
                  </a:solidFill>
                </a:endParaRPr>
              </a:p>
              <a:p>
                <a:endParaRPr kumimoji="1" lang="en-US" altLang="ja-JP" dirty="0">
                  <a:solidFill>
                    <a:schemeClr val="bg1"/>
                  </a:solidFill>
                </a:endParaRPr>
              </a:p>
              <a:p>
                <a:r>
                  <a:rPr lang="en-US" altLang="ja-JP" dirty="0">
                    <a:solidFill>
                      <a:schemeClr val="bg1"/>
                    </a:solidFill>
                  </a:rPr>
                  <a:t>    =  </a:t>
                </a:r>
                <a14:m>
                  <m:oMath xmlns:m="http://schemas.openxmlformats.org/officeDocument/2006/math">
                    <m:f>
                      <m:fPr>
                        <m:ctrlPr>
                          <a:rPr lang="en-US" altLang="ja-JP" i="1" smtClean="0">
                            <a:solidFill>
                              <a:schemeClr val="bg1"/>
                            </a:solidFill>
                            <a:latin typeface="Cambria Math" panose="02040503050406030204" pitchFamily="18" charset="0"/>
                          </a:rPr>
                        </m:ctrlPr>
                      </m:fPr>
                      <m:num>
                        <m:r>
                          <m:rPr>
                            <m:sty m:val="p"/>
                          </m:rPr>
                          <a:rPr lang="en-US" altLang="ja-JP" i="1">
                            <a:solidFill>
                              <a:schemeClr val="bg1"/>
                            </a:solidFill>
                            <a:latin typeface="Cambria Math" panose="02040503050406030204" pitchFamily="18" charset="0"/>
                          </a:rPr>
                          <m:t>TEW</m:t>
                        </m:r>
                        <m:r>
                          <a:rPr lang="ja-JP" altLang="en-US" i="1" smtClean="0">
                            <a:solidFill>
                              <a:schemeClr val="bg1"/>
                            </a:solidFill>
                            <a:latin typeface="Cambria Math" panose="02040503050406030204" pitchFamily="18" charset="0"/>
                          </a:rPr>
                          <m:t>補正</m:t>
                        </m:r>
                        <m:r>
                          <a:rPr lang="ja-JP" altLang="en-US" i="1">
                            <a:solidFill>
                              <a:schemeClr val="bg1"/>
                            </a:solidFill>
                            <a:latin typeface="Cambria Math" panose="02040503050406030204" pitchFamily="18" charset="0"/>
                          </a:rPr>
                          <m:t>画像</m:t>
                        </m:r>
                        <m:r>
                          <a:rPr lang="en-US" altLang="ja-JP" b="0" i="1" smtClean="0">
                            <a:solidFill>
                              <a:schemeClr val="bg1"/>
                            </a:solidFill>
                            <a:latin typeface="Cambria Math" panose="02040503050406030204" pitchFamily="18" charset="0"/>
                          </a:rPr>
                          <m:t>  </m:t>
                        </m:r>
                        <m:r>
                          <a:rPr lang="ja-JP" altLang="en-US" i="1">
                            <a:solidFill>
                              <a:schemeClr val="bg1"/>
                            </a:solidFill>
                            <a:latin typeface="Cambria Math" panose="02040503050406030204" pitchFamily="18" charset="0"/>
                          </a:rPr>
                          <m:t>−</m:t>
                        </m:r>
                        <m:r>
                          <a:rPr lang="en-US" altLang="ja-JP" b="0" i="1" smtClean="0">
                            <a:solidFill>
                              <a:schemeClr val="bg1"/>
                            </a:solidFill>
                            <a:latin typeface="Cambria Math" panose="02040503050406030204" pitchFamily="18" charset="0"/>
                          </a:rPr>
                          <m:t>  </m:t>
                        </m:r>
                        <m:r>
                          <a:rPr lang="ja-JP" altLang="en-US" i="1" smtClean="0">
                            <a:solidFill>
                              <a:schemeClr val="bg1"/>
                            </a:solidFill>
                            <a:latin typeface="Cambria Math" panose="02040503050406030204" pitchFamily="18" charset="0"/>
                          </a:rPr>
                          <m:t>一次</m:t>
                        </m:r>
                        <m:r>
                          <a:rPr lang="ja-JP" altLang="en-US" i="1">
                            <a:solidFill>
                              <a:schemeClr val="bg1"/>
                            </a:solidFill>
                            <a:latin typeface="Cambria Math" panose="02040503050406030204" pitchFamily="18" charset="0"/>
                          </a:rPr>
                          <m:t>光子</m:t>
                        </m:r>
                        <m:r>
                          <a:rPr lang="ja-JP" altLang="en-US" i="1" smtClean="0">
                            <a:solidFill>
                              <a:schemeClr val="bg1"/>
                            </a:solidFill>
                            <a:latin typeface="Cambria Math" panose="02040503050406030204" pitchFamily="18" charset="0"/>
                          </a:rPr>
                          <m:t>画像</m:t>
                        </m:r>
                      </m:num>
                      <m:den>
                        <m:r>
                          <a:rPr lang="ja-JP" altLang="en-US" i="1">
                            <a:solidFill>
                              <a:schemeClr val="bg1"/>
                            </a:solidFill>
                            <a:latin typeface="Cambria Math" panose="02040503050406030204" pitchFamily="18" charset="0"/>
                          </a:rPr>
                          <m:t>一次</m:t>
                        </m:r>
                        <m:r>
                          <a:rPr lang="ja-JP" altLang="en-US" i="1" smtClean="0">
                            <a:solidFill>
                              <a:schemeClr val="bg1"/>
                            </a:solidFill>
                            <a:latin typeface="Cambria Math" panose="02040503050406030204" pitchFamily="18" charset="0"/>
                          </a:rPr>
                          <m:t>光子</m:t>
                        </m:r>
                        <m:r>
                          <a:rPr lang="ja-JP" altLang="en-US" i="1">
                            <a:solidFill>
                              <a:schemeClr val="bg1"/>
                            </a:solidFill>
                            <a:latin typeface="Cambria Math" panose="02040503050406030204" pitchFamily="18" charset="0"/>
                          </a:rPr>
                          <m:t>画像</m:t>
                        </m:r>
                      </m:den>
                    </m:f>
                  </m:oMath>
                </a14:m>
                <a:endParaRPr kumimoji="1" lang="ja-JP" altLang="en-US" dirty="0">
                  <a:solidFill>
                    <a:schemeClr val="bg1"/>
                  </a:solidFill>
                </a:endParaRPr>
              </a:p>
            </p:txBody>
          </p:sp>
        </mc:Choice>
        <mc:Fallback xmlns="">
          <p:sp>
            <p:nvSpPr>
              <p:cNvPr id="28" name="テキスト ボックス 27">
                <a:extLst>
                  <a:ext uri="{FF2B5EF4-FFF2-40B4-BE49-F238E27FC236}">
                    <a16:creationId xmlns:a16="http://schemas.microsoft.com/office/drawing/2014/main" id="{DC416079-054B-8648-91AD-8FD465515B45}"/>
                  </a:ext>
                </a:extLst>
              </p:cNvPr>
              <p:cNvSpPr txBox="1">
                <a:spLocks noRot="1" noChangeAspect="1" noMove="1" noResize="1" noEditPoints="1" noAdjustHandles="1" noChangeArrowheads="1" noChangeShapeType="1" noTextEdit="1"/>
              </p:cNvSpPr>
              <p:nvPr/>
            </p:nvSpPr>
            <p:spPr>
              <a:xfrm>
                <a:off x="8342031" y="2771927"/>
                <a:ext cx="3760993" cy="1170129"/>
              </a:xfrm>
              <a:prstGeom prst="rect">
                <a:avLst/>
              </a:prstGeom>
              <a:blipFill>
                <a:blip r:embed="rId6"/>
                <a:stretch>
                  <a:fillRect l="-1297" t="-3125"/>
                </a:stretch>
              </a:blipFill>
            </p:spPr>
            <p:txBody>
              <a:bodyPr/>
              <a:lstStyle/>
              <a:p>
                <a:r>
                  <a:rPr lang="ja-JP" altLang="en-US">
                    <a:noFill/>
                  </a:rPr>
                  <a:t> </a:t>
                </a:r>
              </a:p>
            </p:txBody>
          </p:sp>
        </mc:Fallback>
      </mc:AlternateContent>
      <p:sp>
        <p:nvSpPr>
          <p:cNvPr id="29" name="矢印: 右 28">
            <a:extLst>
              <a:ext uri="{FF2B5EF4-FFF2-40B4-BE49-F238E27FC236}">
                <a16:creationId xmlns:a16="http://schemas.microsoft.com/office/drawing/2014/main" id="{DC3EEB4E-A8DA-3B6F-D5D7-94D78899D240}"/>
              </a:ext>
            </a:extLst>
          </p:cNvPr>
          <p:cNvSpPr/>
          <p:nvPr/>
        </p:nvSpPr>
        <p:spPr>
          <a:xfrm>
            <a:off x="5619231" y="2448553"/>
            <a:ext cx="384161"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矢印: 右 29">
            <a:extLst>
              <a:ext uri="{FF2B5EF4-FFF2-40B4-BE49-F238E27FC236}">
                <a16:creationId xmlns:a16="http://schemas.microsoft.com/office/drawing/2014/main" id="{E383B09A-3884-7018-3A85-2387099BFF0C}"/>
              </a:ext>
            </a:extLst>
          </p:cNvPr>
          <p:cNvSpPr/>
          <p:nvPr/>
        </p:nvSpPr>
        <p:spPr>
          <a:xfrm>
            <a:off x="5601432" y="4077131"/>
            <a:ext cx="384161"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テキスト ボックス 32">
            <a:extLst>
              <a:ext uri="{FF2B5EF4-FFF2-40B4-BE49-F238E27FC236}">
                <a16:creationId xmlns:a16="http://schemas.microsoft.com/office/drawing/2014/main" id="{29CE9C63-138A-40DE-5B3D-E6A4E2DD1815}"/>
              </a:ext>
            </a:extLst>
          </p:cNvPr>
          <p:cNvSpPr txBox="1"/>
          <p:nvPr/>
        </p:nvSpPr>
        <p:spPr>
          <a:xfrm>
            <a:off x="939439" y="5495776"/>
            <a:ext cx="11121736" cy="1077218"/>
          </a:xfrm>
          <a:prstGeom prst="rect">
            <a:avLst/>
          </a:prstGeom>
          <a:noFill/>
        </p:spPr>
        <p:txBody>
          <a:bodyPr wrap="square" rtlCol="0">
            <a:spAutoFit/>
          </a:bodyPr>
          <a:lstStyle/>
          <a:p>
            <a:r>
              <a:rPr lang="en-US" altLang="ja-JP" sz="3200" dirty="0">
                <a:solidFill>
                  <a:srgbClr val="FFC000"/>
                </a:solidFill>
              </a:rPr>
              <a:t>1MBq</a:t>
            </a:r>
            <a:r>
              <a:rPr lang="ja-JP" altLang="en-US" sz="3200" dirty="0">
                <a:solidFill>
                  <a:srgbClr val="FFC000"/>
                </a:solidFill>
              </a:rPr>
              <a:t>の点線源を</a:t>
            </a:r>
            <a:r>
              <a:rPr lang="en-US" altLang="ja-JP" sz="3200" dirty="0">
                <a:solidFill>
                  <a:srgbClr val="FFC000"/>
                </a:solidFill>
              </a:rPr>
              <a:t>SPECT</a:t>
            </a:r>
            <a:r>
              <a:rPr lang="ja-JP" altLang="en-US" sz="3200" dirty="0">
                <a:solidFill>
                  <a:srgbClr val="FFC000"/>
                </a:solidFill>
              </a:rPr>
              <a:t>収集し、</a:t>
            </a:r>
            <a:endParaRPr lang="en-US" altLang="ja-JP" sz="3200" dirty="0">
              <a:solidFill>
                <a:srgbClr val="FFC000"/>
              </a:solidFill>
            </a:endParaRPr>
          </a:p>
          <a:p>
            <a:r>
              <a:rPr lang="en-US" altLang="ja-JP" sz="3200" dirty="0">
                <a:solidFill>
                  <a:srgbClr val="FFC000"/>
                </a:solidFill>
              </a:rPr>
              <a:t>TEW</a:t>
            </a:r>
            <a:r>
              <a:rPr lang="ja-JP" altLang="en-US" sz="3200" dirty="0">
                <a:solidFill>
                  <a:srgbClr val="FFC000"/>
                </a:solidFill>
              </a:rPr>
              <a:t>補正画像と一次光子画像</a:t>
            </a:r>
            <a:r>
              <a:rPr lang="en-US" altLang="ja-JP" sz="3200" dirty="0">
                <a:solidFill>
                  <a:srgbClr val="FFC000"/>
                </a:solidFill>
              </a:rPr>
              <a:t>(</a:t>
            </a:r>
            <a:r>
              <a:rPr lang="ja-JP" altLang="en-US" sz="3200" dirty="0">
                <a:solidFill>
                  <a:srgbClr val="FFC000"/>
                </a:solidFill>
              </a:rPr>
              <a:t>真値</a:t>
            </a:r>
            <a:r>
              <a:rPr lang="en-US" altLang="ja-JP" sz="3200" dirty="0">
                <a:solidFill>
                  <a:srgbClr val="FFC000"/>
                </a:solidFill>
              </a:rPr>
              <a:t>)</a:t>
            </a:r>
            <a:r>
              <a:rPr lang="ja-JP" altLang="en-US" sz="3200" dirty="0">
                <a:solidFill>
                  <a:srgbClr val="FFC000"/>
                </a:solidFill>
              </a:rPr>
              <a:t>のカウントを比較した</a:t>
            </a:r>
            <a:endParaRPr kumimoji="1" lang="ja-JP" altLang="en-US" sz="3200" dirty="0">
              <a:solidFill>
                <a:srgbClr val="FFC000"/>
              </a:solidFill>
            </a:endParaRPr>
          </a:p>
        </p:txBody>
      </p:sp>
      <p:sp>
        <p:nvSpPr>
          <p:cNvPr id="3" name="矢印: 右 2">
            <a:extLst>
              <a:ext uri="{FF2B5EF4-FFF2-40B4-BE49-F238E27FC236}">
                <a16:creationId xmlns:a16="http://schemas.microsoft.com/office/drawing/2014/main" id="{A00DC84F-41DD-2B99-1C87-17437ED165A3}"/>
              </a:ext>
            </a:extLst>
          </p:cNvPr>
          <p:cNvSpPr/>
          <p:nvPr/>
        </p:nvSpPr>
        <p:spPr>
          <a:xfrm>
            <a:off x="7871536" y="3268229"/>
            <a:ext cx="403809"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矢印: 右 17">
            <a:extLst>
              <a:ext uri="{FF2B5EF4-FFF2-40B4-BE49-F238E27FC236}">
                <a16:creationId xmlns:a16="http://schemas.microsoft.com/office/drawing/2014/main" id="{08FA2DE8-8DCE-AE3D-13BC-88228151F5AF}"/>
              </a:ext>
            </a:extLst>
          </p:cNvPr>
          <p:cNvSpPr/>
          <p:nvPr/>
        </p:nvSpPr>
        <p:spPr>
          <a:xfrm>
            <a:off x="3381898" y="4063719"/>
            <a:ext cx="403809"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4" name="図 33" descr="黒い背景に白い文字がある&#10;&#10;低い精度で自動的に生成された説明">
            <a:extLst>
              <a:ext uri="{FF2B5EF4-FFF2-40B4-BE49-F238E27FC236}">
                <a16:creationId xmlns:a16="http://schemas.microsoft.com/office/drawing/2014/main" id="{C9BE8F02-A65E-00FD-ED8C-4C0168C198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0648" y="3497361"/>
            <a:ext cx="1219200" cy="1219200"/>
          </a:xfrm>
          <a:prstGeom prst="rect">
            <a:avLst/>
          </a:prstGeom>
        </p:spPr>
      </p:pic>
      <p:pic>
        <p:nvPicPr>
          <p:cNvPr id="37" name="図 36" descr="夜に光っている星&#10;&#10;自動的に生成された説明">
            <a:extLst>
              <a:ext uri="{FF2B5EF4-FFF2-40B4-BE49-F238E27FC236}">
                <a16:creationId xmlns:a16="http://schemas.microsoft.com/office/drawing/2014/main" id="{F9FFBC38-69D6-E0EB-7742-5A78D64D1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7429" y="2054844"/>
            <a:ext cx="1219200" cy="1219200"/>
          </a:xfrm>
          <a:prstGeom prst="rect">
            <a:avLst/>
          </a:prstGeom>
        </p:spPr>
      </p:pic>
      <p:pic>
        <p:nvPicPr>
          <p:cNvPr id="38" name="図 37" descr="黒い背景に白い文字がある&#10;&#10;低い精度で自動的に生成された説明">
            <a:extLst>
              <a:ext uri="{FF2B5EF4-FFF2-40B4-BE49-F238E27FC236}">
                <a16:creationId xmlns:a16="http://schemas.microsoft.com/office/drawing/2014/main" id="{8CA5BC74-7AA3-2689-A9A2-351512C245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04608" y="3494601"/>
            <a:ext cx="1219200" cy="1219200"/>
          </a:xfrm>
          <a:prstGeom prst="rect">
            <a:avLst/>
          </a:prstGeom>
        </p:spPr>
      </p:pic>
      <p:sp>
        <p:nvSpPr>
          <p:cNvPr id="13" name="楕円 12">
            <a:extLst>
              <a:ext uri="{FF2B5EF4-FFF2-40B4-BE49-F238E27FC236}">
                <a16:creationId xmlns:a16="http://schemas.microsoft.com/office/drawing/2014/main" id="{AF309525-DDED-268E-B949-547A2B84AF71}"/>
              </a:ext>
            </a:extLst>
          </p:cNvPr>
          <p:cNvSpPr/>
          <p:nvPr/>
        </p:nvSpPr>
        <p:spPr>
          <a:xfrm>
            <a:off x="6809943" y="2581729"/>
            <a:ext cx="178934" cy="17893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912249FD-63F2-5782-5C9B-A9D669C018FE}"/>
              </a:ext>
            </a:extLst>
          </p:cNvPr>
          <p:cNvSpPr/>
          <p:nvPr/>
        </p:nvSpPr>
        <p:spPr>
          <a:xfrm>
            <a:off x="6824880" y="4016973"/>
            <a:ext cx="178934" cy="17893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842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12CFA-131A-7E0A-FCFD-0A3915AAB000}"/>
              </a:ext>
            </a:extLst>
          </p:cNvPr>
          <p:cNvSpPr>
            <a:spLocks noGrp="1"/>
          </p:cNvSpPr>
          <p:nvPr>
            <p:ph type="title"/>
          </p:nvPr>
        </p:nvSpPr>
        <p:spPr>
          <a:xfrm>
            <a:off x="838200" y="10554"/>
            <a:ext cx="10515600" cy="1325563"/>
          </a:xfrm>
        </p:spPr>
        <p:txBody>
          <a:bodyPr/>
          <a:lstStyle/>
          <a:p>
            <a:pPr algn="ctr"/>
            <a:r>
              <a:rPr lang="ja-JP" altLang="en-US" dirty="0"/>
              <a:t>評価方法</a:t>
            </a:r>
            <a:endParaRPr kumimoji="1" lang="ja-JP" altLang="en-US" dirty="0"/>
          </a:p>
        </p:txBody>
      </p:sp>
      <p:sp>
        <p:nvSpPr>
          <p:cNvPr id="16" name="テキスト ボックス 15">
            <a:extLst>
              <a:ext uri="{FF2B5EF4-FFF2-40B4-BE49-F238E27FC236}">
                <a16:creationId xmlns:a16="http://schemas.microsoft.com/office/drawing/2014/main" id="{034603FC-7790-BCB6-B406-0B41D47D8C5D}"/>
              </a:ext>
            </a:extLst>
          </p:cNvPr>
          <p:cNvSpPr txBox="1"/>
          <p:nvPr/>
        </p:nvSpPr>
        <p:spPr>
          <a:xfrm>
            <a:off x="4621244" y="4332597"/>
            <a:ext cx="2053343" cy="646331"/>
          </a:xfrm>
          <a:prstGeom prst="rect">
            <a:avLst/>
          </a:prstGeom>
          <a:noFill/>
        </p:spPr>
        <p:txBody>
          <a:bodyPr wrap="square" rtlCol="0">
            <a:spAutoFit/>
          </a:bodyPr>
          <a:lstStyle/>
          <a:p>
            <a:pPr algn="ctr"/>
            <a:r>
              <a:rPr kumimoji="1" lang="en-US" altLang="ja-JP" dirty="0">
                <a:solidFill>
                  <a:schemeClr val="bg1"/>
                </a:solidFill>
              </a:rPr>
              <a:t>OSEM</a:t>
            </a:r>
            <a:r>
              <a:rPr kumimoji="1" lang="ja-JP" altLang="en-US" dirty="0">
                <a:solidFill>
                  <a:schemeClr val="bg1"/>
                </a:solidFill>
              </a:rPr>
              <a:t>再構成</a:t>
            </a:r>
            <a:endParaRPr kumimoji="1" lang="en-US" altLang="ja-JP" dirty="0">
              <a:solidFill>
                <a:schemeClr val="bg1"/>
              </a:solidFill>
            </a:endParaRPr>
          </a:p>
          <a:p>
            <a:pPr algn="ctr"/>
            <a:r>
              <a:rPr lang="en-US" altLang="ja-JP" dirty="0">
                <a:solidFill>
                  <a:schemeClr val="bg1"/>
                </a:solidFill>
              </a:rPr>
              <a:t>+SC,+AC,+PSF </a:t>
            </a:r>
            <a:endParaRPr kumimoji="1" lang="ja-JP" altLang="en-US" dirty="0">
              <a:solidFill>
                <a:schemeClr val="bg1"/>
              </a:solidFill>
            </a:endParaRPr>
          </a:p>
        </p:txBody>
      </p:sp>
      <p:sp>
        <p:nvSpPr>
          <p:cNvPr id="17" name="テキスト ボックス 16">
            <a:extLst>
              <a:ext uri="{FF2B5EF4-FFF2-40B4-BE49-F238E27FC236}">
                <a16:creationId xmlns:a16="http://schemas.microsoft.com/office/drawing/2014/main" id="{6DDA0052-7DEF-6211-462C-A18B91921708}"/>
              </a:ext>
            </a:extLst>
          </p:cNvPr>
          <p:cNvSpPr txBox="1"/>
          <p:nvPr/>
        </p:nvSpPr>
        <p:spPr>
          <a:xfrm>
            <a:off x="10335984" y="4501390"/>
            <a:ext cx="1576874" cy="369332"/>
          </a:xfrm>
          <a:prstGeom prst="rect">
            <a:avLst/>
          </a:prstGeom>
          <a:noFill/>
        </p:spPr>
        <p:txBody>
          <a:bodyPr wrap="square" rtlCol="0">
            <a:spAutoFit/>
          </a:bodyPr>
          <a:lstStyle/>
          <a:p>
            <a:pPr algn="ctr"/>
            <a:r>
              <a:rPr lang="en-US" altLang="ja-JP" dirty="0">
                <a:solidFill>
                  <a:schemeClr val="bg1"/>
                </a:solidFill>
              </a:rPr>
              <a:t>VOI</a:t>
            </a:r>
            <a:r>
              <a:rPr lang="ja-JP" altLang="en-US" dirty="0">
                <a:solidFill>
                  <a:schemeClr val="bg1"/>
                </a:solidFill>
              </a:rPr>
              <a:t>解析</a:t>
            </a:r>
            <a:endParaRPr kumimoji="1" lang="ja-JP" altLang="en-US" dirty="0">
              <a:solidFill>
                <a:schemeClr val="bg1"/>
              </a:solidFill>
            </a:endParaRPr>
          </a:p>
        </p:txBody>
      </p:sp>
      <p:sp>
        <p:nvSpPr>
          <p:cNvPr id="9" name="タイトル 1">
            <a:extLst>
              <a:ext uri="{FF2B5EF4-FFF2-40B4-BE49-F238E27FC236}">
                <a16:creationId xmlns:a16="http://schemas.microsoft.com/office/drawing/2014/main" id="{723632B9-24F4-BF2B-B622-E839051CAEDB}"/>
              </a:ext>
            </a:extLst>
          </p:cNvPr>
          <p:cNvSpPr txBox="1">
            <a:spLocks/>
          </p:cNvSpPr>
          <p:nvPr/>
        </p:nvSpPr>
        <p:spPr>
          <a:xfrm>
            <a:off x="1884996" y="889836"/>
            <a:ext cx="8428984" cy="9082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a:lstStyle>
          <a:p>
            <a:pPr algn="ctr"/>
            <a:r>
              <a:rPr lang="ja-JP" altLang="en-US" sz="3200" dirty="0"/>
              <a:t>線量測定への影響</a:t>
            </a:r>
          </a:p>
        </p:txBody>
      </p:sp>
      <p:sp>
        <p:nvSpPr>
          <p:cNvPr id="7" name="テキスト ボックス 6">
            <a:extLst>
              <a:ext uri="{FF2B5EF4-FFF2-40B4-BE49-F238E27FC236}">
                <a16:creationId xmlns:a16="http://schemas.microsoft.com/office/drawing/2014/main" id="{F1451F6B-3929-5739-7DED-A17E8BE4A624}"/>
              </a:ext>
            </a:extLst>
          </p:cNvPr>
          <p:cNvSpPr txBox="1"/>
          <p:nvPr/>
        </p:nvSpPr>
        <p:spPr>
          <a:xfrm>
            <a:off x="2285239" y="4489401"/>
            <a:ext cx="1910343" cy="369332"/>
          </a:xfrm>
          <a:prstGeom prst="rect">
            <a:avLst/>
          </a:prstGeom>
          <a:noFill/>
        </p:spPr>
        <p:txBody>
          <a:bodyPr wrap="square" rtlCol="0">
            <a:spAutoFit/>
          </a:bodyPr>
          <a:lstStyle/>
          <a:p>
            <a:pPr algn="ctr"/>
            <a:r>
              <a:rPr lang="ja-JP" altLang="en-US" dirty="0">
                <a:solidFill>
                  <a:schemeClr val="bg1"/>
                </a:solidFill>
              </a:rPr>
              <a:t>投影</a:t>
            </a:r>
            <a:r>
              <a:rPr kumimoji="1" lang="ja-JP" altLang="en-US" dirty="0">
                <a:solidFill>
                  <a:schemeClr val="bg1"/>
                </a:solidFill>
              </a:rPr>
              <a:t>データ</a:t>
            </a:r>
          </a:p>
        </p:txBody>
      </p:sp>
      <p:sp>
        <p:nvSpPr>
          <p:cNvPr id="33" name="テキスト ボックス 32">
            <a:extLst>
              <a:ext uri="{FF2B5EF4-FFF2-40B4-BE49-F238E27FC236}">
                <a16:creationId xmlns:a16="http://schemas.microsoft.com/office/drawing/2014/main" id="{45331A3D-14B9-FCF5-DA72-82A062197938}"/>
              </a:ext>
            </a:extLst>
          </p:cNvPr>
          <p:cNvSpPr txBox="1"/>
          <p:nvPr/>
        </p:nvSpPr>
        <p:spPr>
          <a:xfrm>
            <a:off x="36473" y="5379166"/>
            <a:ext cx="11997683" cy="1077218"/>
          </a:xfrm>
          <a:prstGeom prst="rect">
            <a:avLst/>
          </a:prstGeom>
          <a:noFill/>
        </p:spPr>
        <p:txBody>
          <a:bodyPr wrap="square" rtlCol="0">
            <a:spAutoFit/>
          </a:bodyPr>
          <a:lstStyle/>
          <a:p>
            <a:pPr algn="ctr"/>
            <a:r>
              <a:rPr lang="en-US" altLang="ja-JP" sz="3200" dirty="0">
                <a:solidFill>
                  <a:srgbClr val="FFC000"/>
                </a:solidFill>
              </a:rPr>
              <a:t>50MBq</a:t>
            </a:r>
            <a:r>
              <a:rPr lang="ja-JP" altLang="en-US" sz="3200" dirty="0">
                <a:solidFill>
                  <a:srgbClr val="FFC000"/>
                </a:solidFill>
              </a:rPr>
              <a:t>の円柱ファントムを</a:t>
            </a:r>
            <a:r>
              <a:rPr lang="en-US" altLang="ja-JP" sz="3200" dirty="0">
                <a:solidFill>
                  <a:srgbClr val="FFC000"/>
                </a:solidFill>
              </a:rPr>
              <a:t>SPECT</a:t>
            </a:r>
            <a:r>
              <a:rPr lang="ja-JP" altLang="en-US" sz="3200" dirty="0">
                <a:solidFill>
                  <a:srgbClr val="FFC000"/>
                </a:solidFill>
              </a:rPr>
              <a:t>収集し、</a:t>
            </a:r>
            <a:endParaRPr lang="en-US" altLang="ja-JP" sz="3200" dirty="0">
              <a:solidFill>
                <a:srgbClr val="FFC000"/>
              </a:solidFill>
            </a:endParaRPr>
          </a:p>
          <a:p>
            <a:pPr algn="ctr"/>
            <a:r>
              <a:rPr lang="ja-JP" altLang="en-US" sz="3200" dirty="0">
                <a:solidFill>
                  <a:srgbClr val="FFC000"/>
                </a:solidFill>
              </a:rPr>
              <a:t>再構成画像とキャリブレーションファクターから線量を求めた</a:t>
            </a:r>
            <a:endParaRPr kumimoji="1" lang="ja-JP" altLang="en-US" sz="3200" dirty="0">
              <a:solidFill>
                <a:srgbClr val="FFC000"/>
              </a:solidFill>
            </a:endParaRPr>
          </a:p>
        </p:txBody>
      </p:sp>
      <p:sp>
        <p:nvSpPr>
          <p:cNvPr id="3" name="矢印: 右 2">
            <a:extLst>
              <a:ext uri="{FF2B5EF4-FFF2-40B4-BE49-F238E27FC236}">
                <a16:creationId xmlns:a16="http://schemas.microsoft.com/office/drawing/2014/main" id="{24A68858-A2B7-39F6-71FD-F013F742FEE2}"/>
              </a:ext>
            </a:extLst>
          </p:cNvPr>
          <p:cNvSpPr/>
          <p:nvPr/>
        </p:nvSpPr>
        <p:spPr>
          <a:xfrm>
            <a:off x="4261821" y="3146073"/>
            <a:ext cx="403809"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 name="グループ化 17">
            <a:extLst>
              <a:ext uri="{FF2B5EF4-FFF2-40B4-BE49-F238E27FC236}">
                <a16:creationId xmlns:a16="http://schemas.microsoft.com/office/drawing/2014/main" id="{0A7A66B7-A785-A006-72C9-6EA08BBFFAF5}"/>
              </a:ext>
            </a:extLst>
          </p:cNvPr>
          <p:cNvGrpSpPr/>
          <p:nvPr/>
        </p:nvGrpSpPr>
        <p:grpSpPr>
          <a:xfrm>
            <a:off x="462541" y="1929034"/>
            <a:ext cx="1058213" cy="2497574"/>
            <a:chOff x="10098737" y="2014319"/>
            <a:chExt cx="1058213" cy="2497574"/>
          </a:xfrm>
        </p:grpSpPr>
        <p:sp>
          <p:nvSpPr>
            <p:cNvPr id="19" name="楕円 18">
              <a:extLst>
                <a:ext uri="{FF2B5EF4-FFF2-40B4-BE49-F238E27FC236}">
                  <a16:creationId xmlns:a16="http://schemas.microsoft.com/office/drawing/2014/main" id="{A6E36DFB-C001-16B7-BAE3-B4C361459837}"/>
                </a:ext>
              </a:extLst>
            </p:cNvPr>
            <p:cNvSpPr/>
            <p:nvPr/>
          </p:nvSpPr>
          <p:spPr>
            <a:xfrm>
              <a:off x="10098737" y="3453682"/>
              <a:ext cx="1058211" cy="1058211"/>
            </a:xfrm>
            <a:prstGeom prst="ellipse">
              <a:avLst/>
            </a:prstGeom>
            <a:solidFill>
              <a:schemeClr val="bg1">
                <a:alpha val="7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楕円 33">
              <a:extLst>
                <a:ext uri="{FF2B5EF4-FFF2-40B4-BE49-F238E27FC236}">
                  <a16:creationId xmlns:a16="http://schemas.microsoft.com/office/drawing/2014/main" id="{8DDC1672-4C1B-C34C-1AA1-F02F61BD6470}"/>
                </a:ext>
              </a:extLst>
            </p:cNvPr>
            <p:cNvSpPr/>
            <p:nvPr/>
          </p:nvSpPr>
          <p:spPr>
            <a:xfrm>
              <a:off x="10198981" y="3870450"/>
              <a:ext cx="205436" cy="205436"/>
            </a:xfrm>
            <a:prstGeom prst="ellips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楕円 34">
              <a:extLst>
                <a:ext uri="{FF2B5EF4-FFF2-40B4-BE49-F238E27FC236}">
                  <a16:creationId xmlns:a16="http://schemas.microsoft.com/office/drawing/2014/main" id="{8FEFCB1A-58F1-52CE-472B-8188AC27962B}"/>
                </a:ext>
              </a:extLst>
            </p:cNvPr>
            <p:cNvSpPr/>
            <p:nvPr/>
          </p:nvSpPr>
          <p:spPr>
            <a:xfrm>
              <a:off x="10374394" y="4159957"/>
              <a:ext cx="172231" cy="17223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10053B71-FD8E-1143-D62E-F5E2A20A9057}"/>
                </a:ext>
              </a:extLst>
            </p:cNvPr>
            <p:cNvSpPr/>
            <p:nvPr/>
          </p:nvSpPr>
          <p:spPr>
            <a:xfrm>
              <a:off x="10723789" y="4149562"/>
              <a:ext cx="156451" cy="1564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538D549F-161A-8B9D-F3D6-3132B15D0C93}"/>
                </a:ext>
              </a:extLst>
            </p:cNvPr>
            <p:cNvSpPr/>
            <p:nvPr/>
          </p:nvSpPr>
          <p:spPr>
            <a:xfrm>
              <a:off x="10946129" y="3907909"/>
              <a:ext cx="130518" cy="130518"/>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90A0B787-D83F-1C82-2DE8-3A61AB0F786D}"/>
                </a:ext>
              </a:extLst>
            </p:cNvPr>
            <p:cNvSpPr/>
            <p:nvPr/>
          </p:nvSpPr>
          <p:spPr>
            <a:xfrm>
              <a:off x="10768521" y="3669372"/>
              <a:ext cx="106740" cy="106740"/>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F6061AE6-3A3E-3644-43DC-24169876B3A4}"/>
                </a:ext>
              </a:extLst>
            </p:cNvPr>
            <p:cNvSpPr/>
            <p:nvPr/>
          </p:nvSpPr>
          <p:spPr>
            <a:xfrm>
              <a:off x="10413146" y="3653543"/>
              <a:ext cx="78316" cy="78316"/>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柱 39">
              <a:extLst>
                <a:ext uri="{FF2B5EF4-FFF2-40B4-BE49-F238E27FC236}">
                  <a16:creationId xmlns:a16="http://schemas.microsoft.com/office/drawing/2014/main" id="{C558E276-549D-7A60-12AC-DB69B00C8727}"/>
                </a:ext>
              </a:extLst>
            </p:cNvPr>
            <p:cNvSpPr/>
            <p:nvPr/>
          </p:nvSpPr>
          <p:spPr>
            <a:xfrm>
              <a:off x="10098738" y="2014319"/>
              <a:ext cx="1058212" cy="1209675"/>
            </a:xfrm>
            <a:prstGeom prst="can">
              <a:avLst/>
            </a:prstGeom>
            <a:solidFill>
              <a:schemeClr val="bg1">
                <a:alpha val="7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楕円 40">
              <a:extLst>
                <a:ext uri="{FF2B5EF4-FFF2-40B4-BE49-F238E27FC236}">
                  <a16:creationId xmlns:a16="http://schemas.microsoft.com/office/drawing/2014/main" id="{CD0DFCF7-EF74-96E6-A3CD-56D5B8DB0C45}"/>
                </a:ext>
              </a:extLst>
            </p:cNvPr>
            <p:cNvSpPr/>
            <p:nvPr/>
          </p:nvSpPr>
          <p:spPr>
            <a:xfrm>
              <a:off x="10190545" y="2503793"/>
              <a:ext cx="213872" cy="230726"/>
            </a:xfrm>
            <a:prstGeom prst="ellipse">
              <a:avLst/>
            </a:prstGeom>
            <a:solidFill>
              <a:schemeClr val="accent6">
                <a:lumMod val="20000"/>
                <a:lumOff val="80000"/>
                <a:alpha val="42000"/>
              </a:scheme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2" name="楕円 41">
              <a:extLst>
                <a:ext uri="{FF2B5EF4-FFF2-40B4-BE49-F238E27FC236}">
                  <a16:creationId xmlns:a16="http://schemas.microsoft.com/office/drawing/2014/main" id="{A66FCA62-A9A3-EE4E-9BB3-F754738F76FC}"/>
                </a:ext>
              </a:extLst>
            </p:cNvPr>
            <p:cNvSpPr/>
            <p:nvPr/>
          </p:nvSpPr>
          <p:spPr>
            <a:xfrm>
              <a:off x="10475580" y="2430850"/>
              <a:ext cx="87583" cy="94485"/>
            </a:xfrm>
            <a:prstGeom prst="ellipse">
              <a:avLst/>
            </a:prstGeom>
            <a:solidFill>
              <a:srgbClr val="FFFF00">
                <a:alpha val="42000"/>
              </a:srgb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楕円 42">
              <a:extLst>
                <a:ext uri="{FF2B5EF4-FFF2-40B4-BE49-F238E27FC236}">
                  <a16:creationId xmlns:a16="http://schemas.microsoft.com/office/drawing/2014/main" id="{F2A05F0E-3BD9-024F-07AB-EA4D4F8802DA}"/>
                </a:ext>
              </a:extLst>
            </p:cNvPr>
            <p:cNvSpPr/>
            <p:nvPr/>
          </p:nvSpPr>
          <p:spPr>
            <a:xfrm>
              <a:off x="10429875" y="2658387"/>
              <a:ext cx="178994" cy="193099"/>
            </a:xfrm>
            <a:prstGeom prst="ellipse">
              <a:avLst/>
            </a:prstGeom>
            <a:solidFill>
              <a:schemeClr val="accent5">
                <a:lumMod val="20000"/>
                <a:lumOff val="80000"/>
                <a:alpha val="42000"/>
              </a:scheme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楕円 43">
              <a:extLst>
                <a:ext uri="{FF2B5EF4-FFF2-40B4-BE49-F238E27FC236}">
                  <a16:creationId xmlns:a16="http://schemas.microsoft.com/office/drawing/2014/main" id="{8A3D6F6B-EB86-571D-0C3C-5B7EA2999D69}"/>
                </a:ext>
              </a:extLst>
            </p:cNvPr>
            <p:cNvSpPr/>
            <p:nvPr/>
          </p:nvSpPr>
          <p:spPr>
            <a:xfrm>
              <a:off x="10729696" y="2670113"/>
              <a:ext cx="157253" cy="169645"/>
            </a:xfrm>
            <a:prstGeom prst="ellipse">
              <a:avLst/>
            </a:prstGeom>
            <a:solidFill>
              <a:schemeClr val="accent4">
                <a:lumMod val="20000"/>
                <a:lumOff val="80000"/>
                <a:alpha val="42000"/>
              </a:scheme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5" name="楕円 44">
              <a:extLst>
                <a:ext uri="{FF2B5EF4-FFF2-40B4-BE49-F238E27FC236}">
                  <a16:creationId xmlns:a16="http://schemas.microsoft.com/office/drawing/2014/main" id="{B73C5602-11EA-A88D-D983-1E843D171012}"/>
                </a:ext>
              </a:extLst>
            </p:cNvPr>
            <p:cNvSpPr/>
            <p:nvPr/>
          </p:nvSpPr>
          <p:spPr>
            <a:xfrm>
              <a:off x="10952208" y="2553934"/>
              <a:ext cx="118361" cy="127688"/>
            </a:xfrm>
            <a:prstGeom prst="ellipse">
              <a:avLst/>
            </a:prstGeom>
            <a:solidFill>
              <a:schemeClr val="accent2">
                <a:lumMod val="40000"/>
                <a:lumOff val="60000"/>
                <a:alpha val="42000"/>
              </a:scheme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楕円 45">
              <a:extLst>
                <a:ext uri="{FF2B5EF4-FFF2-40B4-BE49-F238E27FC236}">
                  <a16:creationId xmlns:a16="http://schemas.microsoft.com/office/drawing/2014/main" id="{80867E09-1344-D9E9-054D-9257AC988C0B}"/>
                </a:ext>
              </a:extLst>
            </p:cNvPr>
            <p:cNvSpPr/>
            <p:nvPr/>
          </p:nvSpPr>
          <p:spPr>
            <a:xfrm>
              <a:off x="10749896" y="2426752"/>
              <a:ext cx="104239" cy="112454"/>
            </a:xfrm>
            <a:prstGeom prst="ellipse">
              <a:avLst/>
            </a:prstGeom>
            <a:solidFill>
              <a:schemeClr val="bg2">
                <a:lumMod val="90000"/>
                <a:alpha val="42000"/>
              </a:scheme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pic>
        <p:nvPicPr>
          <p:cNvPr id="47" name="図 46" descr="黒い背景に白い文字がある&#10;&#10;低い精度で自動的に生成された説明">
            <a:extLst>
              <a:ext uri="{FF2B5EF4-FFF2-40B4-BE49-F238E27FC236}">
                <a16:creationId xmlns:a16="http://schemas.microsoft.com/office/drawing/2014/main" id="{0FE2CCC3-948E-2483-E5E7-C9944ED2D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9935" y="2749768"/>
            <a:ext cx="1219200" cy="1219200"/>
          </a:xfrm>
          <a:prstGeom prst="rect">
            <a:avLst/>
          </a:prstGeom>
          <a:noFill/>
          <a:ln w="19050">
            <a:noFill/>
          </a:ln>
        </p:spPr>
      </p:pic>
      <p:pic>
        <p:nvPicPr>
          <p:cNvPr id="49" name="図 48" descr="持つ, 雪, 砂浜, 立つ が含まれている画像&#10;&#10;自動的に生成された説明">
            <a:extLst>
              <a:ext uri="{FF2B5EF4-FFF2-40B4-BE49-F238E27FC236}">
                <a16:creationId xmlns:a16="http://schemas.microsoft.com/office/drawing/2014/main" id="{05019952-DA91-F9C6-1E28-AC3F353E5A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8316" y="2669650"/>
            <a:ext cx="1219200" cy="1219200"/>
          </a:xfrm>
          <a:prstGeom prst="rect">
            <a:avLst/>
          </a:prstGeom>
        </p:spPr>
      </p:pic>
      <p:sp>
        <p:nvSpPr>
          <p:cNvPr id="51" name="矢印: 右 50">
            <a:extLst>
              <a:ext uri="{FF2B5EF4-FFF2-40B4-BE49-F238E27FC236}">
                <a16:creationId xmlns:a16="http://schemas.microsoft.com/office/drawing/2014/main" id="{66AC5ED9-0D54-F76F-5F46-6034B6F93437}"/>
              </a:ext>
            </a:extLst>
          </p:cNvPr>
          <p:cNvSpPr/>
          <p:nvPr/>
        </p:nvSpPr>
        <p:spPr>
          <a:xfrm>
            <a:off x="6630202" y="3153835"/>
            <a:ext cx="403809"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50" name="図 49" descr="持つ, 雪, 砂浜, 立つ が含まれている画像&#10;&#10;自動的に生成された説明">
            <a:extLst>
              <a:ext uri="{FF2B5EF4-FFF2-40B4-BE49-F238E27FC236}">
                <a16:creationId xmlns:a16="http://schemas.microsoft.com/office/drawing/2014/main" id="{A4F23D46-4315-7F2E-D6A0-5F98777E9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8354" y="2000426"/>
            <a:ext cx="1219201" cy="1219200"/>
          </a:xfrm>
          <a:prstGeom prst="rect">
            <a:avLst/>
          </a:prstGeom>
        </p:spPr>
      </p:pic>
      <p:sp>
        <p:nvSpPr>
          <p:cNvPr id="52" name="テキスト ボックス 51">
            <a:extLst>
              <a:ext uri="{FF2B5EF4-FFF2-40B4-BE49-F238E27FC236}">
                <a16:creationId xmlns:a16="http://schemas.microsoft.com/office/drawing/2014/main" id="{DE9985A2-EE97-2F6F-6F8A-9F5E58AC19CA}"/>
              </a:ext>
            </a:extLst>
          </p:cNvPr>
          <p:cNvSpPr txBox="1"/>
          <p:nvPr/>
        </p:nvSpPr>
        <p:spPr>
          <a:xfrm>
            <a:off x="7190509" y="3310486"/>
            <a:ext cx="2462645" cy="923330"/>
          </a:xfrm>
          <a:prstGeom prst="rect">
            <a:avLst/>
          </a:prstGeom>
          <a:noFill/>
        </p:spPr>
        <p:txBody>
          <a:bodyPr wrap="square" rtlCol="0">
            <a:spAutoFit/>
          </a:bodyPr>
          <a:lstStyle/>
          <a:p>
            <a:pPr algn="ctr"/>
            <a:r>
              <a:rPr kumimoji="1" lang="en-US" altLang="ja-JP" dirty="0">
                <a:solidFill>
                  <a:schemeClr val="bg1"/>
                </a:solidFill>
              </a:rPr>
              <a:t>×</a:t>
            </a:r>
            <a:endParaRPr lang="en-US" altLang="ja-JP" dirty="0">
              <a:solidFill>
                <a:schemeClr val="bg1"/>
              </a:solidFill>
            </a:endParaRPr>
          </a:p>
          <a:p>
            <a:pPr algn="ctr"/>
            <a:r>
              <a:rPr kumimoji="1" lang="ja-JP" altLang="en-US" dirty="0">
                <a:solidFill>
                  <a:schemeClr val="bg1"/>
                </a:solidFill>
              </a:rPr>
              <a:t>キャリブレーションファクタ</a:t>
            </a:r>
            <a:endParaRPr kumimoji="1" lang="en-US" altLang="ja-JP" dirty="0">
              <a:solidFill>
                <a:schemeClr val="bg1"/>
              </a:solidFill>
            </a:endParaRPr>
          </a:p>
        </p:txBody>
      </p:sp>
      <p:sp>
        <p:nvSpPr>
          <p:cNvPr id="53" name="矢印: 右 52">
            <a:extLst>
              <a:ext uri="{FF2B5EF4-FFF2-40B4-BE49-F238E27FC236}">
                <a16:creationId xmlns:a16="http://schemas.microsoft.com/office/drawing/2014/main" id="{DE5D1507-F426-AFF3-EA9A-5DB0D7A40409}"/>
              </a:ext>
            </a:extLst>
          </p:cNvPr>
          <p:cNvSpPr/>
          <p:nvPr/>
        </p:nvSpPr>
        <p:spPr>
          <a:xfrm>
            <a:off x="9741899" y="3166978"/>
            <a:ext cx="403809"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58" name="グループ化 57">
            <a:extLst>
              <a:ext uri="{FF2B5EF4-FFF2-40B4-BE49-F238E27FC236}">
                <a16:creationId xmlns:a16="http://schemas.microsoft.com/office/drawing/2014/main" id="{18A493F1-59EE-925E-5280-61758F0357BD}"/>
              </a:ext>
            </a:extLst>
          </p:cNvPr>
          <p:cNvGrpSpPr/>
          <p:nvPr/>
        </p:nvGrpSpPr>
        <p:grpSpPr>
          <a:xfrm>
            <a:off x="10518394" y="2671121"/>
            <a:ext cx="1219200" cy="1219200"/>
            <a:chOff x="9248970" y="2909246"/>
            <a:chExt cx="1219200" cy="1219200"/>
          </a:xfrm>
        </p:grpSpPr>
        <p:pic>
          <p:nvPicPr>
            <p:cNvPr id="54" name="図 53" descr="持つ, 雪, 砂浜, 立つ が含まれている画像&#10;&#10;自動的に生成された説明">
              <a:extLst>
                <a:ext uri="{FF2B5EF4-FFF2-40B4-BE49-F238E27FC236}">
                  <a16:creationId xmlns:a16="http://schemas.microsoft.com/office/drawing/2014/main" id="{E9A9C136-050F-8CEE-B105-3AC29579BE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8970" y="2909246"/>
              <a:ext cx="1219200" cy="1219200"/>
            </a:xfrm>
            <a:prstGeom prst="rect">
              <a:avLst/>
            </a:prstGeom>
          </p:spPr>
        </p:pic>
        <p:sp>
          <p:nvSpPr>
            <p:cNvPr id="55" name="楕円 54">
              <a:extLst>
                <a:ext uri="{FF2B5EF4-FFF2-40B4-BE49-F238E27FC236}">
                  <a16:creationId xmlns:a16="http://schemas.microsoft.com/office/drawing/2014/main" id="{E5071618-7BDE-EC2A-5D53-8DF1532FDD95}"/>
                </a:ext>
              </a:extLst>
            </p:cNvPr>
            <p:cNvSpPr/>
            <p:nvPr/>
          </p:nvSpPr>
          <p:spPr>
            <a:xfrm>
              <a:off x="9543644" y="3191649"/>
              <a:ext cx="622706" cy="6227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56" name="テキスト ボックス 55">
            <a:extLst>
              <a:ext uri="{FF2B5EF4-FFF2-40B4-BE49-F238E27FC236}">
                <a16:creationId xmlns:a16="http://schemas.microsoft.com/office/drawing/2014/main" id="{920BBC3D-533A-CF39-2AF7-93F95E24D493}"/>
              </a:ext>
            </a:extLst>
          </p:cNvPr>
          <p:cNvSpPr txBox="1"/>
          <p:nvPr/>
        </p:nvSpPr>
        <p:spPr>
          <a:xfrm>
            <a:off x="7525911" y="4501390"/>
            <a:ext cx="2053343" cy="369332"/>
          </a:xfrm>
          <a:prstGeom prst="rect">
            <a:avLst/>
          </a:prstGeom>
          <a:noFill/>
        </p:spPr>
        <p:txBody>
          <a:bodyPr wrap="square" rtlCol="0">
            <a:spAutoFit/>
          </a:bodyPr>
          <a:lstStyle/>
          <a:p>
            <a:pPr algn="ctr"/>
            <a:r>
              <a:rPr kumimoji="1" lang="en-US" altLang="ja-JP" dirty="0" err="1">
                <a:solidFill>
                  <a:schemeClr val="bg1"/>
                </a:solidFill>
              </a:rPr>
              <a:t>Bq</a:t>
            </a:r>
            <a:r>
              <a:rPr kumimoji="1" lang="en-US" altLang="ja-JP" dirty="0">
                <a:solidFill>
                  <a:schemeClr val="bg1"/>
                </a:solidFill>
              </a:rPr>
              <a:t>/</a:t>
            </a:r>
            <a:r>
              <a:rPr kumimoji="1" lang="ja-JP" altLang="en-US" dirty="0">
                <a:solidFill>
                  <a:schemeClr val="bg1"/>
                </a:solidFill>
              </a:rPr>
              <a:t>ｍ</a:t>
            </a:r>
            <a:r>
              <a:rPr kumimoji="1" lang="en-US" altLang="ja-JP" dirty="0">
                <a:solidFill>
                  <a:schemeClr val="bg1"/>
                </a:solidFill>
              </a:rPr>
              <a:t>L</a:t>
            </a:r>
            <a:r>
              <a:rPr kumimoji="1" lang="ja-JP" altLang="en-US" dirty="0">
                <a:solidFill>
                  <a:schemeClr val="bg1"/>
                </a:solidFill>
              </a:rPr>
              <a:t>変換</a:t>
            </a:r>
          </a:p>
        </p:txBody>
      </p:sp>
      <p:sp>
        <p:nvSpPr>
          <p:cNvPr id="59" name="矢印: 右 58">
            <a:extLst>
              <a:ext uri="{FF2B5EF4-FFF2-40B4-BE49-F238E27FC236}">
                <a16:creationId xmlns:a16="http://schemas.microsoft.com/office/drawing/2014/main" id="{CE962555-46EB-5E6C-8B1E-7D1D007CA943}"/>
              </a:ext>
            </a:extLst>
          </p:cNvPr>
          <p:cNvSpPr/>
          <p:nvPr/>
        </p:nvSpPr>
        <p:spPr>
          <a:xfrm>
            <a:off x="1893440" y="3146073"/>
            <a:ext cx="403809" cy="266353"/>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0" name="テキスト ボックス 59">
            <a:extLst>
              <a:ext uri="{FF2B5EF4-FFF2-40B4-BE49-F238E27FC236}">
                <a16:creationId xmlns:a16="http://schemas.microsoft.com/office/drawing/2014/main" id="{B506546B-F5C2-6136-4D7B-00A97A1AF7C8}"/>
              </a:ext>
            </a:extLst>
          </p:cNvPr>
          <p:cNvSpPr txBox="1"/>
          <p:nvPr/>
        </p:nvSpPr>
        <p:spPr>
          <a:xfrm>
            <a:off x="36474" y="4501390"/>
            <a:ext cx="1910343" cy="646331"/>
          </a:xfrm>
          <a:prstGeom prst="rect">
            <a:avLst/>
          </a:prstGeom>
          <a:noFill/>
        </p:spPr>
        <p:txBody>
          <a:bodyPr wrap="square" rtlCol="0">
            <a:spAutoFit/>
          </a:bodyPr>
          <a:lstStyle/>
          <a:p>
            <a:pPr algn="ctr"/>
            <a:r>
              <a:rPr kumimoji="1" lang="ja-JP" altLang="en-US" dirty="0">
                <a:solidFill>
                  <a:schemeClr val="bg1"/>
                </a:solidFill>
              </a:rPr>
              <a:t>円柱ファントム</a:t>
            </a:r>
            <a:endParaRPr kumimoji="1" lang="en-US" altLang="ja-JP" dirty="0">
              <a:solidFill>
                <a:schemeClr val="bg1"/>
              </a:solidFill>
            </a:endParaRPr>
          </a:p>
          <a:p>
            <a:pPr algn="ctr"/>
            <a:r>
              <a:rPr lang="ja-JP" altLang="en-US" dirty="0">
                <a:solidFill>
                  <a:schemeClr val="bg1"/>
                </a:solidFill>
              </a:rPr>
              <a:t>（合計</a:t>
            </a:r>
            <a:r>
              <a:rPr lang="en-US" altLang="ja-JP" dirty="0">
                <a:solidFill>
                  <a:schemeClr val="bg1"/>
                </a:solidFill>
              </a:rPr>
              <a:t>50MBq</a:t>
            </a:r>
            <a:r>
              <a:rPr lang="ja-JP" altLang="en-US" dirty="0">
                <a:solidFill>
                  <a:schemeClr val="bg1"/>
                </a:solidFill>
              </a:rPr>
              <a:t>）</a:t>
            </a:r>
            <a:endParaRPr kumimoji="1" lang="ja-JP" altLang="en-US" dirty="0">
              <a:solidFill>
                <a:schemeClr val="bg1"/>
              </a:solidFill>
            </a:endParaRPr>
          </a:p>
        </p:txBody>
      </p:sp>
    </p:spTree>
    <p:extLst>
      <p:ext uri="{BB962C8B-B14F-4D97-AF65-F5344CB8AC3E}">
        <p14:creationId xmlns:p14="http://schemas.microsoft.com/office/powerpoint/2010/main" val="692080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222D2759-40A9-7A95-6904-FDD8C47FB561}"/>
              </a:ext>
            </a:extLst>
          </p:cNvPr>
          <p:cNvGraphicFramePr>
            <a:graphicFrameLocks noGrp="1"/>
          </p:cNvGraphicFramePr>
          <p:nvPr>
            <p:extLst>
              <p:ext uri="{D42A27DB-BD31-4B8C-83A1-F6EECF244321}">
                <p14:modId xmlns:p14="http://schemas.microsoft.com/office/powerpoint/2010/main" val="3286034170"/>
              </p:ext>
            </p:extLst>
          </p:nvPr>
        </p:nvGraphicFramePr>
        <p:xfrm>
          <a:off x="303298" y="1449134"/>
          <a:ext cx="11585404" cy="4743846"/>
        </p:xfrm>
        <a:graphic>
          <a:graphicData uri="http://schemas.openxmlformats.org/drawingml/2006/table">
            <a:tbl>
              <a:tblPr firstRow="1" bandRow="1">
                <a:tableStyleId>{5C22544A-7EE6-4342-B048-85BDC9FD1C3A}</a:tableStyleId>
              </a:tblPr>
              <a:tblGrid>
                <a:gridCol w="2020345">
                  <a:extLst>
                    <a:ext uri="{9D8B030D-6E8A-4147-A177-3AD203B41FA5}">
                      <a16:colId xmlns:a16="http://schemas.microsoft.com/office/drawing/2014/main" val="1311246905"/>
                    </a:ext>
                  </a:extLst>
                </a:gridCol>
                <a:gridCol w="2020345">
                  <a:extLst>
                    <a:ext uri="{9D8B030D-6E8A-4147-A177-3AD203B41FA5}">
                      <a16:colId xmlns:a16="http://schemas.microsoft.com/office/drawing/2014/main" val="2655921229"/>
                    </a:ext>
                  </a:extLst>
                </a:gridCol>
                <a:gridCol w="2288678">
                  <a:extLst>
                    <a:ext uri="{9D8B030D-6E8A-4147-A177-3AD203B41FA5}">
                      <a16:colId xmlns:a16="http://schemas.microsoft.com/office/drawing/2014/main" val="18928130"/>
                    </a:ext>
                  </a:extLst>
                </a:gridCol>
                <a:gridCol w="1752012">
                  <a:extLst>
                    <a:ext uri="{9D8B030D-6E8A-4147-A177-3AD203B41FA5}">
                      <a16:colId xmlns:a16="http://schemas.microsoft.com/office/drawing/2014/main" val="3718222017"/>
                    </a:ext>
                  </a:extLst>
                </a:gridCol>
                <a:gridCol w="1752012">
                  <a:extLst>
                    <a:ext uri="{9D8B030D-6E8A-4147-A177-3AD203B41FA5}">
                      <a16:colId xmlns:a16="http://schemas.microsoft.com/office/drawing/2014/main" val="2485453651"/>
                    </a:ext>
                  </a:extLst>
                </a:gridCol>
                <a:gridCol w="1752012">
                  <a:extLst>
                    <a:ext uri="{9D8B030D-6E8A-4147-A177-3AD203B41FA5}">
                      <a16:colId xmlns:a16="http://schemas.microsoft.com/office/drawing/2014/main" val="2920561720"/>
                    </a:ext>
                  </a:extLst>
                </a:gridCol>
              </a:tblGrid>
              <a:tr h="851891">
                <a:tc>
                  <a:txBody>
                    <a:bodyPr/>
                    <a:lstStyle/>
                    <a:p>
                      <a:pPr algn="ctr"/>
                      <a:endParaRPr kumimoji="1" lang="en-US" altLang="ja-JP"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3175"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kumimoji="1" lang="ja-JP" altLang="en-US" dirty="0">
                          <a:solidFill>
                            <a:schemeClr val="bg1"/>
                          </a:solidFill>
                        </a:rPr>
                        <a:t>キャリブレーションファクタ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dirty="0">
                        <a:solidFill>
                          <a:schemeClr val="bg1"/>
                        </a:solidFill>
                      </a:endParaRPr>
                    </a:p>
                  </a:txBody>
                  <a:tcPr anchor="ctr">
                    <a:lnL w="12700" cmpd="sng">
                      <a:noFill/>
                    </a:lnL>
                    <a:lnR w="12700" cmpd="sng">
                      <a:noFill/>
                    </a:lnR>
                    <a:lnT w="3175" cap="flat" cmpd="sng" algn="ctr">
                      <a:noFill/>
                      <a:prstDash val="sysDot"/>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dirty="0">
                        <a:solidFill>
                          <a:schemeClr val="bg1"/>
                        </a:solidFill>
                      </a:endParaRPr>
                    </a:p>
                  </a:txBody>
                  <a:tcPr anchor="ctr">
                    <a:lnL w="12700" cmpd="sng">
                      <a:noFill/>
                    </a:lnL>
                    <a:lnR w="12700" cmpd="sng">
                      <a:noFill/>
                    </a:lnR>
                    <a:lnT w="3175" cap="flat" cmpd="sng" algn="ctr">
                      <a:noFill/>
                      <a:prstDash val="sysDot"/>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dirty="0">
                          <a:solidFill>
                            <a:schemeClr val="bg1"/>
                          </a:solidFill>
                        </a:rPr>
                        <a:t>線量測定</a:t>
                      </a:r>
                      <a:r>
                        <a:rPr kumimoji="1" lang="en-US" altLang="ja-JP" dirty="0">
                          <a:solidFill>
                            <a:schemeClr val="bg1"/>
                          </a:solidFill>
                        </a:rPr>
                        <a:t>(</a:t>
                      </a:r>
                      <a:r>
                        <a:rPr kumimoji="1" lang="ja-JP" altLang="en-US" dirty="0">
                          <a:solidFill>
                            <a:schemeClr val="bg1"/>
                          </a:solidFill>
                        </a:rPr>
                        <a:t>真値：</a:t>
                      </a:r>
                      <a:r>
                        <a:rPr kumimoji="1" lang="en-US" altLang="ja-JP" dirty="0">
                          <a:solidFill>
                            <a:schemeClr val="bg1"/>
                          </a:solidFill>
                        </a:rPr>
                        <a:t>50MBq)</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3175"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dirty="0">
                        <a:solidFill>
                          <a:schemeClr val="bg1"/>
                        </a:solidFill>
                      </a:endParaRPr>
                    </a:p>
                  </a:txBody>
                  <a:tcPr anchor="ctr">
                    <a:lnL w="12700" cmpd="sng">
                      <a:noFill/>
                    </a:lnL>
                    <a:lnR w="12700" cmpd="sng">
                      <a:noFill/>
                    </a:lnR>
                    <a:lnT w="3175" cap="flat" cmpd="sng" algn="ctr">
                      <a:noFill/>
                      <a:prstDash val="sysDot"/>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7522228"/>
                  </a:ext>
                </a:extLst>
              </a:tr>
              <a:tr h="851891">
                <a:tc>
                  <a:txBody>
                    <a:bodyPr/>
                    <a:lstStyle/>
                    <a:p>
                      <a:pPr algn="ctr"/>
                      <a:r>
                        <a:rPr kumimoji="1" lang="en-US" altLang="ja-JP" dirty="0">
                          <a:solidFill>
                            <a:schemeClr val="bg1"/>
                          </a:solidFill>
                        </a:rPr>
                        <a:t>main ±sub</a:t>
                      </a:r>
                      <a:endParaRPr kumimoji="1" lang="ja-JP" altLang="en-US"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dirty="0">
                          <a:solidFill>
                            <a:schemeClr val="bg1"/>
                          </a:solidFill>
                        </a:rPr>
                        <a:t>真値</a:t>
                      </a:r>
                      <a:r>
                        <a:rPr kumimoji="1" lang="en-US" altLang="ja-JP" dirty="0">
                          <a:solidFill>
                            <a:schemeClr val="bg1"/>
                          </a:solidFill>
                        </a:rPr>
                        <a:t>(cps/MBq)</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dirty="0">
                          <a:solidFill>
                            <a:schemeClr val="bg1"/>
                          </a:solidFill>
                        </a:rPr>
                        <a:t>測定値</a:t>
                      </a:r>
                      <a:r>
                        <a:rPr kumimoji="1" lang="en-US" altLang="ja-JP" dirty="0">
                          <a:solidFill>
                            <a:schemeClr val="bg1"/>
                          </a:solidFill>
                        </a:rPr>
                        <a:t>(cps/MBq)</a:t>
                      </a:r>
                      <a:endParaRPr kumimoji="1" lang="ja-JP" altLang="en-US"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dirty="0">
                          <a:solidFill>
                            <a:schemeClr val="bg1"/>
                          </a:solidFill>
                        </a:rPr>
                        <a:t>相対誤差</a:t>
                      </a:r>
                      <a:r>
                        <a:rPr kumimoji="1" lang="en-US" altLang="ja-JP" dirty="0">
                          <a:solidFill>
                            <a:schemeClr val="bg1"/>
                          </a:solidFill>
                        </a:rPr>
                        <a:t>(%)</a:t>
                      </a:r>
                      <a:endParaRPr kumimoji="1" lang="ja-JP" altLang="en-US"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dirty="0">
                          <a:solidFill>
                            <a:schemeClr val="bg1"/>
                          </a:solidFill>
                        </a:rPr>
                        <a:t>測定値</a:t>
                      </a:r>
                      <a:r>
                        <a:rPr kumimoji="1" lang="en-US" altLang="ja-JP" dirty="0">
                          <a:solidFill>
                            <a:schemeClr val="bg1"/>
                          </a:solidFill>
                        </a:rPr>
                        <a:t>(MBq)</a:t>
                      </a:r>
                      <a:endParaRPr kumimoji="1" lang="ja-JP" altLang="en-US"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dirty="0">
                          <a:solidFill>
                            <a:schemeClr val="bg1"/>
                          </a:solidFill>
                        </a:rPr>
                        <a:t>相対誤差</a:t>
                      </a:r>
                      <a:r>
                        <a:rPr kumimoji="1" lang="en-US" altLang="ja-JP" dirty="0">
                          <a:solidFill>
                            <a:schemeClr val="bg1"/>
                          </a:solidFill>
                        </a:rPr>
                        <a:t>(%)</a:t>
                      </a:r>
                      <a:endParaRPr kumimoji="1" lang="ja-JP" altLang="en-US"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0415324"/>
                  </a:ext>
                </a:extLst>
              </a:tr>
              <a:tr h="760016">
                <a:tc>
                  <a:txBody>
                    <a:bodyPr/>
                    <a:lstStyle/>
                    <a:p>
                      <a:pPr algn="ctr"/>
                      <a:r>
                        <a:rPr kumimoji="1" lang="en-US" altLang="ja-JP" sz="2400" dirty="0">
                          <a:solidFill>
                            <a:schemeClr val="bg1"/>
                          </a:solidFill>
                        </a:rPr>
                        <a:t>15%±15%</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67.9</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75.5</a:t>
                      </a:r>
                      <a:endParaRPr kumimoji="1" lang="ja-JP" altLang="en-US" sz="24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11.5</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57.4</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rgbClr val="FFC000"/>
                          </a:solidFill>
                        </a:rPr>
                        <a:t>14.8</a:t>
                      </a:r>
                      <a:endParaRPr kumimoji="1" lang="ja-JP" altLang="en-US" sz="2400" dirty="0">
                        <a:solidFill>
                          <a:srgbClr val="FFC000"/>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237416"/>
                  </a:ext>
                </a:extLst>
              </a:tr>
              <a:tr h="760016">
                <a:tc>
                  <a:txBody>
                    <a:bodyPr/>
                    <a:lstStyle/>
                    <a:p>
                      <a:pPr algn="ctr"/>
                      <a:r>
                        <a:rPr kumimoji="1" lang="en-US" altLang="ja-JP" sz="2400" dirty="0">
                          <a:solidFill>
                            <a:schemeClr val="bg1"/>
                          </a:solidFill>
                        </a:rPr>
                        <a:t>15%±  5%</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67.8</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68.8</a:t>
                      </a:r>
                      <a:endParaRPr kumimoji="1" lang="ja-JP" altLang="en-US" sz="24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rgbClr val="FFC000"/>
                          </a:solidFill>
                        </a:rPr>
                        <a:t>1.5</a:t>
                      </a:r>
                      <a:endParaRPr kumimoji="1" lang="ja-JP" altLang="en-US" sz="2400" dirty="0">
                        <a:solidFill>
                          <a:srgbClr val="FFC000"/>
                        </a:solidFill>
                      </a:endParaRP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59.5</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19.1</a:t>
                      </a:r>
                      <a:endParaRPr kumimoji="1" lang="ja-JP" altLang="en-US" sz="24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2965065"/>
                  </a:ext>
                </a:extLst>
              </a:tr>
              <a:tr h="760016">
                <a:tc>
                  <a:txBody>
                    <a:bodyPr/>
                    <a:lstStyle/>
                    <a:p>
                      <a:pPr algn="ctr"/>
                      <a:r>
                        <a:rPr kumimoji="1" lang="en-US" altLang="ja-JP" sz="2400" dirty="0">
                          <a:solidFill>
                            <a:schemeClr val="bg1"/>
                          </a:solidFill>
                        </a:rPr>
                        <a:t>20%±10%</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72.4</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82.2</a:t>
                      </a:r>
                      <a:endParaRPr kumimoji="1" lang="ja-JP" altLang="en-US" sz="24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17.7</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59.4</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18.8</a:t>
                      </a:r>
                      <a:endParaRPr kumimoji="1" lang="ja-JP" altLang="en-US" sz="24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15819371"/>
                  </a:ext>
                </a:extLst>
              </a:tr>
              <a:tr h="760016">
                <a:tc>
                  <a:txBody>
                    <a:bodyPr/>
                    <a:lstStyle/>
                    <a:p>
                      <a:pPr algn="ctr"/>
                      <a:r>
                        <a:rPr kumimoji="1" lang="en-US" altLang="ja-JP" sz="2400" dirty="0">
                          <a:solidFill>
                            <a:schemeClr val="bg1"/>
                          </a:solidFill>
                        </a:rPr>
                        <a:t>20%±  3%</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72.5</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79.0</a:t>
                      </a:r>
                      <a:endParaRPr kumimoji="1" lang="ja-JP" altLang="en-US" sz="24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9.2</a:t>
                      </a:r>
                      <a:endParaRPr kumimoji="1" lang="ja-JP" altLang="en-US" sz="2400" dirty="0">
                        <a:solidFill>
                          <a:schemeClr val="bg1"/>
                        </a:solidFill>
                      </a:endParaRP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65.1</a:t>
                      </a:r>
                      <a:endParaRPr kumimoji="1" lang="ja-JP" altLang="en-US" sz="2400" dirty="0">
                        <a:solidFill>
                          <a:schemeClr val="bg1"/>
                        </a:solidFill>
                      </a:endParaRP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dirty="0">
                          <a:solidFill>
                            <a:schemeClr val="bg1"/>
                          </a:solidFill>
                        </a:rPr>
                        <a:t>30.1</a:t>
                      </a:r>
                      <a:endParaRPr kumimoji="1" lang="ja-JP" altLang="en-US" sz="2400" dirty="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4152873"/>
                  </a:ext>
                </a:extLst>
              </a:tr>
            </a:tbl>
          </a:graphicData>
        </a:graphic>
      </p:graphicFrame>
      <p:sp>
        <p:nvSpPr>
          <p:cNvPr id="3" name="タイトル 1">
            <a:extLst>
              <a:ext uri="{FF2B5EF4-FFF2-40B4-BE49-F238E27FC236}">
                <a16:creationId xmlns:a16="http://schemas.microsoft.com/office/drawing/2014/main" id="{1C3D7ADD-FCE1-92DC-F15E-5306FB4058FD}"/>
              </a:ext>
            </a:extLst>
          </p:cNvPr>
          <p:cNvSpPr txBox="1">
            <a:spLocks/>
          </p:cNvSpPr>
          <p:nvPr/>
        </p:nvSpPr>
        <p:spPr>
          <a:xfrm>
            <a:off x="838200" y="1055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a:lstStyle>
          <a:p>
            <a:pPr algn="ctr"/>
            <a:r>
              <a:rPr lang="ja-JP" altLang="en-US" dirty="0"/>
              <a:t>結果</a:t>
            </a:r>
          </a:p>
        </p:txBody>
      </p:sp>
    </p:spTree>
    <p:extLst>
      <p:ext uri="{BB962C8B-B14F-4D97-AF65-F5344CB8AC3E}">
        <p14:creationId xmlns:p14="http://schemas.microsoft.com/office/powerpoint/2010/main" val="131859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F894-4B4D-4622-9873-26C48200D346}"/>
            </a:ext>
          </a:extLst>
        </p:cNvPr>
        <p:cNvGrpSpPr/>
        <p:nvPr/>
      </p:nvGrpSpPr>
      <p:grpSpPr>
        <a:xfrm>
          <a:off x="0" y="0"/>
          <a:ext cx="0" cy="0"/>
          <a:chOff x="0" y="0"/>
          <a:chExt cx="0" cy="0"/>
        </a:xfrm>
      </p:grpSpPr>
      <p:sp>
        <p:nvSpPr>
          <p:cNvPr id="3" name="タイトル 1">
            <a:extLst>
              <a:ext uri="{FF2B5EF4-FFF2-40B4-BE49-F238E27FC236}">
                <a16:creationId xmlns:a16="http://schemas.microsoft.com/office/drawing/2014/main" id="{ADEABACC-7A93-5C19-1E8D-779B7BC2B65C}"/>
              </a:ext>
            </a:extLst>
          </p:cNvPr>
          <p:cNvSpPr txBox="1">
            <a:spLocks/>
          </p:cNvSpPr>
          <p:nvPr/>
        </p:nvSpPr>
        <p:spPr>
          <a:xfrm>
            <a:off x="838200" y="1055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a:lstStyle>
          <a:p>
            <a:pPr algn="ctr"/>
            <a:r>
              <a:rPr lang="ja-JP" altLang="en-US" dirty="0"/>
              <a:t>考察</a:t>
            </a:r>
          </a:p>
        </p:txBody>
      </p:sp>
      <p:grpSp>
        <p:nvGrpSpPr>
          <p:cNvPr id="31" name="グループ化 30">
            <a:extLst>
              <a:ext uri="{FF2B5EF4-FFF2-40B4-BE49-F238E27FC236}">
                <a16:creationId xmlns:a16="http://schemas.microsoft.com/office/drawing/2014/main" id="{F3DEFB6B-2C3C-D3D6-9663-7116531C18B9}"/>
              </a:ext>
            </a:extLst>
          </p:cNvPr>
          <p:cNvGrpSpPr/>
          <p:nvPr/>
        </p:nvGrpSpPr>
        <p:grpSpPr>
          <a:xfrm>
            <a:off x="491319" y="2184400"/>
            <a:ext cx="3705099" cy="2990843"/>
            <a:chOff x="5606650" y="349452"/>
            <a:chExt cx="3732177" cy="2833845"/>
          </a:xfrm>
        </p:grpSpPr>
        <p:graphicFrame>
          <p:nvGraphicFramePr>
            <p:cNvPr id="4" name="グラフ 3">
              <a:extLst>
                <a:ext uri="{FF2B5EF4-FFF2-40B4-BE49-F238E27FC236}">
                  <a16:creationId xmlns:a16="http://schemas.microsoft.com/office/drawing/2014/main" id="{F50229A0-FD38-D27A-62E3-25E8A85483EF}"/>
                </a:ext>
              </a:extLst>
            </p:cNvPr>
            <p:cNvGraphicFramePr>
              <a:graphicFrameLocks/>
            </p:cNvGraphicFramePr>
            <p:nvPr>
              <p:extLst>
                <p:ext uri="{D42A27DB-BD31-4B8C-83A1-F6EECF244321}">
                  <p14:modId xmlns:p14="http://schemas.microsoft.com/office/powerpoint/2010/main" val="4266079396"/>
                </p:ext>
              </p:extLst>
            </p:nvPr>
          </p:nvGraphicFramePr>
          <p:xfrm>
            <a:off x="5606650" y="349452"/>
            <a:ext cx="3732177" cy="2833845"/>
          </p:xfrm>
          <a:graphic>
            <a:graphicData uri="http://schemas.openxmlformats.org/drawingml/2006/chart">
              <c:chart xmlns:c="http://schemas.openxmlformats.org/drawingml/2006/chart" xmlns:r="http://schemas.openxmlformats.org/officeDocument/2006/relationships" r:id="rId3"/>
            </a:graphicData>
          </a:graphic>
        </p:graphicFrame>
        <p:grpSp>
          <p:nvGrpSpPr>
            <p:cNvPr id="23" name="グループ化 22">
              <a:extLst>
                <a:ext uri="{FF2B5EF4-FFF2-40B4-BE49-F238E27FC236}">
                  <a16:creationId xmlns:a16="http://schemas.microsoft.com/office/drawing/2014/main" id="{B1D19466-80C7-3639-917D-1BBC79746E8F}"/>
                </a:ext>
              </a:extLst>
            </p:cNvPr>
            <p:cNvGrpSpPr/>
            <p:nvPr/>
          </p:nvGrpSpPr>
          <p:grpSpPr>
            <a:xfrm>
              <a:off x="6452194" y="1233282"/>
              <a:ext cx="898973" cy="247877"/>
              <a:chOff x="5716427" y="1209181"/>
              <a:chExt cx="898973" cy="247877"/>
            </a:xfrm>
          </p:grpSpPr>
          <p:sp>
            <p:nvSpPr>
              <p:cNvPr id="5" name="テキスト ボックス 10">
                <a:extLst>
                  <a:ext uri="{FF2B5EF4-FFF2-40B4-BE49-F238E27FC236}">
                    <a16:creationId xmlns:a16="http://schemas.microsoft.com/office/drawing/2014/main" id="{2ED8D213-ABA6-00E3-46F6-4F4099D75515}"/>
                  </a:ext>
                </a:extLst>
              </p:cNvPr>
              <p:cNvSpPr txBox="1"/>
              <p:nvPr/>
            </p:nvSpPr>
            <p:spPr>
              <a:xfrm>
                <a:off x="5716427" y="1209181"/>
                <a:ext cx="636251" cy="2478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dirty="0"/>
                  <a:t>全光子</a:t>
                </a:r>
                <a:endParaRPr kumimoji="1" lang="ja-JP" altLang="en-US" sz="1100" dirty="0"/>
              </a:p>
            </p:txBody>
          </p:sp>
          <p:cxnSp>
            <p:nvCxnSpPr>
              <p:cNvPr id="6" name="直線矢印コネクタ 5">
                <a:extLst>
                  <a:ext uri="{FF2B5EF4-FFF2-40B4-BE49-F238E27FC236}">
                    <a16:creationId xmlns:a16="http://schemas.microsoft.com/office/drawing/2014/main" id="{0CF61F86-8DD9-4C4E-A93E-859605749663}"/>
                  </a:ext>
                </a:extLst>
              </p:cNvPr>
              <p:cNvCxnSpPr>
                <a:cxnSpLocks/>
              </p:cNvCxnSpPr>
              <p:nvPr/>
            </p:nvCxnSpPr>
            <p:spPr>
              <a:xfrm>
                <a:off x="6273642" y="1324907"/>
                <a:ext cx="34175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7" name="テキスト ボックス 10">
              <a:extLst>
                <a:ext uri="{FF2B5EF4-FFF2-40B4-BE49-F238E27FC236}">
                  <a16:creationId xmlns:a16="http://schemas.microsoft.com/office/drawing/2014/main" id="{7FCCD1A4-7631-ACE2-63F0-DBE7987F0233}"/>
                </a:ext>
              </a:extLst>
            </p:cNvPr>
            <p:cNvSpPr txBox="1"/>
            <p:nvPr/>
          </p:nvSpPr>
          <p:spPr>
            <a:xfrm>
              <a:off x="6374957" y="2346939"/>
              <a:ext cx="798636" cy="2478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100" dirty="0"/>
                <a:t>一次光子</a:t>
              </a:r>
            </a:p>
          </p:txBody>
        </p:sp>
        <p:cxnSp>
          <p:nvCxnSpPr>
            <p:cNvPr id="8" name="直線矢印コネクタ 7">
              <a:extLst>
                <a:ext uri="{FF2B5EF4-FFF2-40B4-BE49-F238E27FC236}">
                  <a16:creationId xmlns:a16="http://schemas.microsoft.com/office/drawing/2014/main" id="{5D550FBC-30D3-5073-4CBB-3B9B3FF52587}"/>
                </a:ext>
              </a:extLst>
            </p:cNvPr>
            <p:cNvCxnSpPr>
              <a:cxnSpLocks/>
            </p:cNvCxnSpPr>
            <p:nvPr/>
          </p:nvCxnSpPr>
          <p:spPr>
            <a:xfrm>
              <a:off x="7065401" y="2461853"/>
              <a:ext cx="22977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0">
              <a:extLst>
                <a:ext uri="{FF2B5EF4-FFF2-40B4-BE49-F238E27FC236}">
                  <a16:creationId xmlns:a16="http://schemas.microsoft.com/office/drawing/2014/main" id="{4FB22A20-52B9-F3E5-D712-C22A0E0033F4}"/>
                </a:ext>
              </a:extLst>
            </p:cNvPr>
            <p:cNvSpPr txBox="1"/>
            <p:nvPr/>
          </p:nvSpPr>
          <p:spPr>
            <a:xfrm>
              <a:off x="7638848" y="1018412"/>
              <a:ext cx="890758" cy="26160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kumimoji="1" lang="ja-JP" altLang="en-US" dirty="0"/>
                <a:t>二</a:t>
              </a:r>
              <a:r>
                <a:rPr kumimoji="1" lang="ja-JP" altLang="en-US" sz="1100" dirty="0"/>
                <a:t>次光子</a:t>
              </a:r>
            </a:p>
          </p:txBody>
        </p:sp>
        <p:cxnSp>
          <p:nvCxnSpPr>
            <p:cNvPr id="21" name="直線矢印コネクタ 20">
              <a:extLst>
                <a:ext uri="{FF2B5EF4-FFF2-40B4-BE49-F238E27FC236}">
                  <a16:creationId xmlns:a16="http://schemas.microsoft.com/office/drawing/2014/main" id="{89F6A4B3-5055-FFDF-207A-2B3D360DFAA2}"/>
                </a:ext>
              </a:extLst>
            </p:cNvPr>
            <p:cNvCxnSpPr>
              <a:cxnSpLocks/>
            </p:cNvCxnSpPr>
            <p:nvPr/>
          </p:nvCxnSpPr>
          <p:spPr>
            <a:xfrm flipH="1">
              <a:off x="7557081" y="1280016"/>
              <a:ext cx="179446" cy="63601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テキスト ボックス 10">
              <a:extLst>
                <a:ext uri="{FF2B5EF4-FFF2-40B4-BE49-F238E27FC236}">
                  <a16:creationId xmlns:a16="http://schemas.microsoft.com/office/drawing/2014/main" id="{43877C48-D524-BAB9-F650-BA02536B36DF}"/>
                </a:ext>
              </a:extLst>
            </p:cNvPr>
            <p:cNvSpPr txBox="1"/>
            <p:nvPr/>
          </p:nvSpPr>
          <p:spPr>
            <a:xfrm>
              <a:off x="7942441" y="1916030"/>
              <a:ext cx="1229777" cy="2478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kumimoji="1" lang="ja-JP" altLang="en-US" sz="1100" dirty="0"/>
                <a:t>コンプトン散乱</a:t>
              </a:r>
            </a:p>
          </p:txBody>
        </p:sp>
        <p:cxnSp>
          <p:nvCxnSpPr>
            <p:cNvPr id="26" name="直線矢印コネクタ 25">
              <a:extLst>
                <a:ext uri="{FF2B5EF4-FFF2-40B4-BE49-F238E27FC236}">
                  <a16:creationId xmlns:a16="http://schemas.microsoft.com/office/drawing/2014/main" id="{450074CE-A3FD-169F-C7BD-C356D29CFF63}"/>
                </a:ext>
              </a:extLst>
            </p:cNvPr>
            <p:cNvCxnSpPr>
              <a:cxnSpLocks/>
            </p:cNvCxnSpPr>
            <p:nvPr/>
          </p:nvCxnSpPr>
          <p:spPr>
            <a:xfrm flipH="1">
              <a:off x="8368534" y="2098771"/>
              <a:ext cx="77994" cy="3630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aphicFrame>
        <p:nvGraphicFramePr>
          <p:cNvPr id="32" name="グラフ 31">
            <a:extLst>
              <a:ext uri="{FF2B5EF4-FFF2-40B4-BE49-F238E27FC236}">
                <a16:creationId xmlns:a16="http://schemas.microsoft.com/office/drawing/2014/main" id="{9784DC23-4A75-7843-F96A-469C991339F5}"/>
              </a:ext>
            </a:extLst>
          </p:cNvPr>
          <p:cNvGraphicFramePr>
            <a:graphicFrameLocks/>
          </p:cNvGraphicFramePr>
          <p:nvPr>
            <p:extLst>
              <p:ext uri="{D42A27DB-BD31-4B8C-83A1-F6EECF244321}">
                <p14:modId xmlns:p14="http://schemas.microsoft.com/office/powerpoint/2010/main" val="1653765625"/>
              </p:ext>
            </p:extLst>
          </p:nvPr>
        </p:nvGraphicFramePr>
        <p:xfrm>
          <a:off x="4237683" y="2184400"/>
          <a:ext cx="1242821" cy="29908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3" name="グラフ 32">
            <a:extLst>
              <a:ext uri="{FF2B5EF4-FFF2-40B4-BE49-F238E27FC236}">
                <a16:creationId xmlns:a16="http://schemas.microsoft.com/office/drawing/2014/main" id="{1EAE8C77-F804-E1F1-6EA8-3E3752535C7D}"/>
              </a:ext>
            </a:extLst>
          </p:cNvPr>
          <p:cNvGraphicFramePr>
            <a:graphicFrameLocks/>
          </p:cNvGraphicFramePr>
          <p:nvPr>
            <p:extLst>
              <p:ext uri="{D42A27DB-BD31-4B8C-83A1-F6EECF244321}">
                <p14:modId xmlns:p14="http://schemas.microsoft.com/office/powerpoint/2010/main" val="3751384806"/>
              </p:ext>
            </p:extLst>
          </p:nvPr>
        </p:nvGraphicFramePr>
        <p:xfrm>
          <a:off x="8073010" y="2184400"/>
          <a:ext cx="1242821" cy="299084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4" name="グラフ 33">
            <a:extLst>
              <a:ext uri="{FF2B5EF4-FFF2-40B4-BE49-F238E27FC236}">
                <a16:creationId xmlns:a16="http://schemas.microsoft.com/office/drawing/2014/main" id="{FBADDA0E-58AB-9CA8-FC5D-2D651F52D6F4}"/>
              </a:ext>
            </a:extLst>
          </p:cNvPr>
          <p:cNvGraphicFramePr>
            <a:graphicFrameLocks/>
          </p:cNvGraphicFramePr>
          <p:nvPr>
            <p:extLst>
              <p:ext uri="{D42A27DB-BD31-4B8C-83A1-F6EECF244321}">
                <p14:modId xmlns:p14="http://schemas.microsoft.com/office/powerpoint/2010/main" val="1373629972"/>
              </p:ext>
            </p:extLst>
          </p:nvPr>
        </p:nvGraphicFramePr>
        <p:xfrm>
          <a:off x="5519768" y="2184400"/>
          <a:ext cx="1242821" cy="299084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5" name="グラフ 34">
            <a:extLst>
              <a:ext uri="{FF2B5EF4-FFF2-40B4-BE49-F238E27FC236}">
                <a16:creationId xmlns:a16="http://schemas.microsoft.com/office/drawing/2014/main" id="{64629868-6E3E-7FDD-1F21-6FA319C0B48A}"/>
              </a:ext>
            </a:extLst>
          </p:cNvPr>
          <p:cNvGraphicFramePr>
            <a:graphicFrameLocks/>
          </p:cNvGraphicFramePr>
          <p:nvPr>
            <p:extLst>
              <p:ext uri="{D42A27DB-BD31-4B8C-83A1-F6EECF244321}">
                <p14:modId xmlns:p14="http://schemas.microsoft.com/office/powerpoint/2010/main" val="2969557865"/>
              </p:ext>
            </p:extLst>
          </p:nvPr>
        </p:nvGraphicFramePr>
        <p:xfrm>
          <a:off x="6805179" y="2184400"/>
          <a:ext cx="1242821" cy="299084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1" name="表 10">
            <a:extLst>
              <a:ext uri="{FF2B5EF4-FFF2-40B4-BE49-F238E27FC236}">
                <a16:creationId xmlns:a16="http://schemas.microsoft.com/office/drawing/2014/main" id="{A6A829B3-DC9E-037A-00F9-C5535622B6A0}"/>
              </a:ext>
            </a:extLst>
          </p:cNvPr>
          <p:cNvGraphicFramePr>
            <a:graphicFrameLocks noGrp="1"/>
          </p:cNvGraphicFramePr>
          <p:nvPr>
            <p:extLst>
              <p:ext uri="{D42A27DB-BD31-4B8C-83A1-F6EECF244321}">
                <p14:modId xmlns:p14="http://schemas.microsoft.com/office/powerpoint/2010/main" val="3053482052"/>
              </p:ext>
            </p:extLst>
          </p:nvPr>
        </p:nvGraphicFramePr>
        <p:xfrm>
          <a:off x="491319" y="1103326"/>
          <a:ext cx="11446210" cy="914400"/>
        </p:xfrm>
        <a:graphic>
          <a:graphicData uri="http://schemas.openxmlformats.org/drawingml/2006/table">
            <a:tbl>
              <a:tblPr firstRow="1" bandRow="1">
                <a:tableStyleId>{5C22544A-7EE6-4342-B048-85BDC9FD1C3A}</a:tableStyleId>
              </a:tblPr>
              <a:tblGrid>
                <a:gridCol w="5663821">
                  <a:extLst>
                    <a:ext uri="{9D8B030D-6E8A-4147-A177-3AD203B41FA5}">
                      <a16:colId xmlns:a16="http://schemas.microsoft.com/office/drawing/2014/main" val="4156859998"/>
                    </a:ext>
                  </a:extLst>
                </a:gridCol>
                <a:gridCol w="3916908">
                  <a:extLst>
                    <a:ext uri="{9D8B030D-6E8A-4147-A177-3AD203B41FA5}">
                      <a16:colId xmlns:a16="http://schemas.microsoft.com/office/drawing/2014/main" val="1192791173"/>
                    </a:ext>
                  </a:extLst>
                </a:gridCol>
                <a:gridCol w="1865481">
                  <a:extLst>
                    <a:ext uri="{9D8B030D-6E8A-4147-A177-3AD203B41FA5}">
                      <a16:colId xmlns:a16="http://schemas.microsoft.com/office/drawing/2014/main" val="4193726404"/>
                    </a:ext>
                  </a:extLst>
                </a:gridCol>
              </a:tblGrid>
              <a:tr h="370840">
                <a:tc>
                  <a:txBody>
                    <a:bodyPr/>
                    <a:lstStyle/>
                    <a:p>
                      <a:pPr algn="ctr"/>
                      <a:r>
                        <a:rPr kumimoji="1" lang="ja-JP" altLang="en-US" sz="2400" b="0" dirty="0">
                          <a:solidFill>
                            <a:schemeClr val="bg1"/>
                          </a:solidFill>
                        </a:rPr>
                        <a:t>キャリブレーションファクター</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kumimoji="1" lang="en-US" altLang="ja-JP" sz="2400" b="0" dirty="0">
                          <a:solidFill>
                            <a:schemeClr val="bg1"/>
                          </a:solidFill>
                        </a:rPr>
                        <a:t>main15%±sub  5%</a:t>
                      </a:r>
                      <a:endParaRPr kumimoji="1" lang="ja-JP" altLang="en-US" sz="2400" b="0"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rowSpan="2">
                  <a:txBody>
                    <a:bodyPr/>
                    <a:lstStyle/>
                    <a:p>
                      <a:pPr algn="ctr"/>
                      <a:r>
                        <a:rPr kumimoji="1" lang="ja-JP" altLang="en-US" sz="2400" b="0" dirty="0">
                          <a:solidFill>
                            <a:schemeClr val="bg1"/>
                          </a:solidFill>
                        </a:rPr>
                        <a:t>なぜ？</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7128806"/>
                  </a:ext>
                </a:extLst>
              </a:tr>
              <a:tr h="370840">
                <a:tc>
                  <a:txBody>
                    <a:bodyPr/>
                    <a:lstStyle/>
                    <a:p>
                      <a:pPr algn="ctr"/>
                      <a:r>
                        <a:rPr kumimoji="1" lang="ja-JP" altLang="en-US" sz="2400" b="0" dirty="0">
                          <a:solidFill>
                            <a:schemeClr val="bg1"/>
                          </a:solidFill>
                        </a:rPr>
                        <a:t>線量測定</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kumimoji="1" lang="en-US" altLang="ja-JP" sz="2400" b="0" dirty="0">
                          <a:solidFill>
                            <a:schemeClr val="bg1"/>
                          </a:solidFill>
                        </a:rPr>
                        <a:t>main15%±sub15%</a:t>
                      </a:r>
                      <a:endParaRPr kumimoji="1" lang="ja-JP" altLang="en-US" sz="2400" b="0"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vMerge="1">
                  <a:txBody>
                    <a:bodyPr/>
                    <a:lstStyle/>
                    <a:p>
                      <a:pPr algn="ctr"/>
                      <a:endParaRPr kumimoji="1" lang="ja-JP" altLang="en-US" sz="2800" b="0"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8290502"/>
                  </a:ext>
                </a:extLst>
              </a:tr>
            </a:tbl>
          </a:graphicData>
        </a:graphic>
      </p:graphicFrame>
      <p:pic>
        <p:nvPicPr>
          <p:cNvPr id="9" name="図 8" descr="グラフ&#10;&#10;自動的に生成された説明">
            <a:extLst>
              <a:ext uri="{FF2B5EF4-FFF2-40B4-BE49-F238E27FC236}">
                <a16:creationId xmlns:a16="http://schemas.microsoft.com/office/drawing/2014/main" id="{5595C155-58D9-2693-A643-1A04F0B3C75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82951" y="2627922"/>
            <a:ext cx="2103797" cy="2103797"/>
          </a:xfrm>
          <a:prstGeom prst="rect">
            <a:avLst/>
          </a:prstGeom>
        </p:spPr>
      </p:pic>
      <p:sp>
        <p:nvSpPr>
          <p:cNvPr id="15" name="テキスト ボックス 14">
            <a:extLst>
              <a:ext uri="{FF2B5EF4-FFF2-40B4-BE49-F238E27FC236}">
                <a16:creationId xmlns:a16="http://schemas.microsoft.com/office/drawing/2014/main" id="{A3E401BB-53DE-17CA-7F70-87D6D493B8AC}"/>
              </a:ext>
            </a:extLst>
          </p:cNvPr>
          <p:cNvSpPr txBox="1"/>
          <p:nvPr/>
        </p:nvSpPr>
        <p:spPr>
          <a:xfrm>
            <a:off x="535131" y="5379166"/>
            <a:ext cx="11402397" cy="1077218"/>
          </a:xfrm>
          <a:prstGeom prst="rect">
            <a:avLst/>
          </a:prstGeom>
          <a:noFill/>
        </p:spPr>
        <p:txBody>
          <a:bodyPr wrap="square" rtlCol="0">
            <a:spAutoFit/>
          </a:bodyPr>
          <a:lstStyle/>
          <a:p>
            <a:pPr algn="ctr"/>
            <a:r>
              <a:rPr kumimoji="1" lang="ja-JP" altLang="en-US" sz="3200" dirty="0">
                <a:solidFill>
                  <a:srgbClr val="FFC000"/>
                </a:solidFill>
              </a:rPr>
              <a:t>メインウィンドウを小さくする　→　貫通光子成分</a:t>
            </a:r>
            <a:r>
              <a:rPr lang="ja-JP" altLang="en-US" sz="3200" dirty="0">
                <a:solidFill>
                  <a:srgbClr val="FFC000"/>
                </a:solidFill>
              </a:rPr>
              <a:t>は減少</a:t>
            </a:r>
            <a:endParaRPr kumimoji="1" lang="en-US" altLang="ja-JP" sz="3200" dirty="0">
              <a:solidFill>
                <a:srgbClr val="FFC000"/>
              </a:solidFill>
            </a:endParaRPr>
          </a:p>
          <a:p>
            <a:pPr algn="ctr"/>
            <a:r>
              <a:rPr lang="ja-JP" altLang="en-US" sz="3200" dirty="0">
                <a:solidFill>
                  <a:srgbClr val="FFC000"/>
                </a:solidFill>
              </a:rPr>
              <a:t>サブウィンドウを小さくする　→　コンプトン散乱の過補正</a:t>
            </a:r>
            <a:endParaRPr kumimoji="1" lang="ja-JP" altLang="en-US" sz="3200" dirty="0">
              <a:solidFill>
                <a:srgbClr val="FFC000"/>
              </a:solidFill>
            </a:endParaRPr>
          </a:p>
        </p:txBody>
      </p:sp>
    </p:spTree>
    <p:extLst>
      <p:ext uri="{BB962C8B-B14F-4D97-AF65-F5344CB8AC3E}">
        <p14:creationId xmlns:p14="http://schemas.microsoft.com/office/powerpoint/2010/main" val="2180388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1C3D7ADD-FCE1-92DC-F15E-5306FB4058FD}"/>
              </a:ext>
            </a:extLst>
          </p:cNvPr>
          <p:cNvSpPr txBox="1">
            <a:spLocks/>
          </p:cNvSpPr>
          <p:nvPr/>
        </p:nvSpPr>
        <p:spPr>
          <a:xfrm>
            <a:off x="838200" y="1055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a:lstStyle>
          <a:p>
            <a:pPr algn="ctr"/>
            <a:r>
              <a:rPr lang="ja-JP" altLang="en-US" dirty="0"/>
              <a:t>まとめ</a:t>
            </a:r>
          </a:p>
        </p:txBody>
      </p:sp>
      <p:sp>
        <p:nvSpPr>
          <p:cNvPr id="4" name="コンテンツ プレースホルダー 3">
            <a:extLst>
              <a:ext uri="{FF2B5EF4-FFF2-40B4-BE49-F238E27FC236}">
                <a16:creationId xmlns:a16="http://schemas.microsoft.com/office/drawing/2014/main" id="{1420FD83-D439-2012-059A-7D8359708B3E}"/>
              </a:ext>
            </a:extLst>
          </p:cNvPr>
          <p:cNvSpPr>
            <a:spLocks noGrp="1"/>
          </p:cNvSpPr>
          <p:nvPr>
            <p:ph idx="1"/>
          </p:nvPr>
        </p:nvSpPr>
        <p:spPr/>
        <p:txBody>
          <a:bodyPr/>
          <a:lstStyle/>
          <a:p>
            <a:r>
              <a:rPr lang="en-US" altLang="ja-JP" dirty="0"/>
              <a:t>15</a:t>
            </a:r>
            <a:r>
              <a:rPr lang="ja-JP" altLang="en-US" dirty="0"/>
              <a:t>％</a:t>
            </a:r>
            <a:r>
              <a:rPr lang="en-US" altLang="ja-JP" dirty="0"/>
              <a:t>±5</a:t>
            </a:r>
            <a:r>
              <a:rPr lang="ja-JP" altLang="en-US" dirty="0"/>
              <a:t>％でキャリブレーションファクターを求めた結果、最も誤差が少なかった　</a:t>
            </a:r>
            <a:endParaRPr lang="en-US" altLang="ja-JP" dirty="0"/>
          </a:p>
          <a:p>
            <a:pPr marL="0" indent="0">
              <a:buNone/>
            </a:pPr>
            <a:r>
              <a:rPr lang="ja-JP" altLang="en-US" dirty="0"/>
              <a:t>　→　散乱成分の過補正（貫通光子成分も補正）</a:t>
            </a:r>
            <a:endParaRPr lang="en-US" altLang="ja-JP" dirty="0"/>
          </a:p>
          <a:p>
            <a:pPr marL="0" indent="0">
              <a:buNone/>
            </a:pPr>
            <a:endParaRPr lang="en-US" altLang="ja-JP" dirty="0"/>
          </a:p>
          <a:p>
            <a:r>
              <a:rPr lang="en-US" altLang="ja-JP" dirty="0"/>
              <a:t>15%±15%</a:t>
            </a:r>
            <a:r>
              <a:rPr lang="ja-JP" altLang="en-US" dirty="0"/>
              <a:t>で線量測定を求めた結果、最も定量精度が高かった</a:t>
            </a:r>
            <a:endParaRPr lang="en-US" altLang="ja-JP" dirty="0"/>
          </a:p>
          <a:p>
            <a:pPr marL="0" indent="0">
              <a:buNone/>
            </a:pPr>
            <a:r>
              <a:rPr lang="ja-JP" altLang="en-US" dirty="0"/>
              <a:t>　→　貫通光子成分の影響を加味して測定</a:t>
            </a:r>
            <a:endParaRPr lang="en-US" altLang="ja-JP" dirty="0"/>
          </a:p>
          <a:p>
            <a:pPr marL="0" indent="0">
              <a:buNone/>
            </a:pPr>
            <a:endParaRPr lang="en-US" altLang="ja-JP" dirty="0"/>
          </a:p>
          <a:p>
            <a:r>
              <a:rPr lang="ja-JP" altLang="en-US" dirty="0"/>
              <a:t>より高精度な線量測定には貫通光子成分の補正が重要</a:t>
            </a:r>
          </a:p>
        </p:txBody>
      </p:sp>
    </p:spTree>
    <p:extLst>
      <p:ext uri="{BB962C8B-B14F-4D97-AF65-F5344CB8AC3E}">
        <p14:creationId xmlns:p14="http://schemas.microsoft.com/office/powerpoint/2010/main" val="320932347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13894</TotalTime>
  <Words>1877</Words>
  <Application>Microsoft Office PowerPoint</Application>
  <PresentationFormat>ワイド画面</PresentationFormat>
  <Paragraphs>170</Paragraphs>
  <Slides>10</Slides>
  <Notes>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10</vt:i4>
      </vt:variant>
    </vt:vector>
  </HeadingPairs>
  <TitlesOfParts>
    <vt:vector size="17" baseType="lpstr">
      <vt:lpstr>游ゴシック</vt:lpstr>
      <vt:lpstr>游ゴシック Light</vt:lpstr>
      <vt:lpstr>Aptos Narrow</vt:lpstr>
      <vt:lpstr>Arial</vt:lpstr>
      <vt:lpstr>Cambria Math</vt:lpstr>
      <vt:lpstr>Times New Roman</vt:lpstr>
      <vt:lpstr>Office テーマ</vt:lpstr>
      <vt:lpstr>123I線量測定における Triple-Energy-Window法の影響 　 モンテカルロシミュレーションによる評価</vt:lpstr>
      <vt:lpstr>PowerPoint プレゼンテーション</vt:lpstr>
      <vt:lpstr>背景</vt:lpstr>
      <vt:lpstr>目的</vt:lpstr>
      <vt:lpstr>使用機器及び収集条件</vt:lpstr>
      <vt:lpstr>評価方法</vt:lpstr>
      <vt:lpstr>評価方法</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ヒロシ ホンダ</dc:creator>
  <cp:lastModifiedBy>ヒロシ ホンダ</cp:lastModifiedBy>
  <cp:revision>42</cp:revision>
  <dcterms:created xsi:type="dcterms:W3CDTF">2024-10-02T12:05:53Z</dcterms:created>
  <dcterms:modified xsi:type="dcterms:W3CDTF">2024-10-28T15:06:49Z</dcterms:modified>
</cp:coreProperties>
</file>